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26128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003260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49546386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8088535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61680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1139792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21270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7556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5983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9224764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2369178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6759406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92248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072142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47202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8465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2445259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337974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95995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7918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4197333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148489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74021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931013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7694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957170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941745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0425321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3468598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2814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52635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651619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2253219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00541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4509821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3651408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4389312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36175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428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081491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98434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4395120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03115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3698980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575120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138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0232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1808091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4048370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6311522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286089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488375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92110766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33361109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6490695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2679759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954560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06720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2900947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3841860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878645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16311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926508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2230820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6906133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09803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4184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9200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732053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9454218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7727443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3629033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565498" name=""/>
          <p:cNvSpPr/>
          <p:nvPr/>
        </p:nvSpPr>
        <p:spPr bwMode="auto">
          <a:xfrm rot="16199998" flipH="0" flipV="0">
            <a:off x="2368004" y="3738436"/>
            <a:ext cx="220572" cy="2912724"/>
          </a:xfrm>
          <a:prstGeom prst="leftBrace">
            <a:avLst>
              <a:gd name="adj1" fmla="val 101801"/>
              <a:gd name="adj2" fmla="val 50000"/>
            </a:avLst>
          </a:prstGeom>
          <a:ln w="381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grpSp>
        <p:nvGrpSpPr>
          <p:cNvPr id="667372420" name=""/>
          <p:cNvGrpSpPr/>
          <p:nvPr/>
        </p:nvGrpSpPr>
        <p:grpSpPr bwMode="auto">
          <a:xfrm>
            <a:off x="759269" y="1982220"/>
            <a:ext cx="3041092" cy="2956518"/>
            <a:chOff x="0" y="0"/>
            <a:chExt cx="3041092" cy="2956518"/>
          </a:xfrm>
        </p:grpSpPr>
        <p:sp>
          <p:nvSpPr>
            <p:cNvPr id="914237943" name=""/>
            <p:cNvSpPr/>
            <p:nvPr/>
          </p:nvSpPr>
          <p:spPr bwMode="auto">
            <a:xfrm rot="0" flipH="0" flipV="0">
              <a:off x="1711779" y="1111913"/>
              <a:ext cx="732691" cy="732691"/>
            </a:xfrm>
            <a:prstGeom prst="ellipse">
              <a:avLst/>
            </a:prstGeom>
            <a:solidFill>
              <a:srgbClr val="FFD34F"/>
            </a:solidFill>
            <a:ln w="381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6286043" name=""/>
            <p:cNvSpPr/>
            <p:nvPr/>
          </p:nvSpPr>
          <p:spPr bwMode="auto">
            <a:xfrm rot="0" flipH="0" flipV="0">
              <a:off x="2308399" y="2223826"/>
              <a:ext cx="732691" cy="732691"/>
            </a:xfrm>
            <a:prstGeom prst="ellipse">
              <a:avLst/>
            </a:prstGeom>
            <a:solidFill>
              <a:srgbClr val="FFD34F"/>
            </a:solidFill>
            <a:ln w="381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86940913" name=""/>
            <p:cNvSpPr/>
            <p:nvPr/>
          </p:nvSpPr>
          <p:spPr bwMode="auto">
            <a:xfrm rot="0" flipH="0" flipV="0">
              <a:off x="2308399" y="0"/>
              <a:ext cx="732692" cy="732692"/>
            </a:xfrm>
            <a:prstGeom prst="ellipse">
              <a:avLst/>
            </a:prstGeom>
            <a:solidFill>
              <a:srgbClr val="FFD34F"/>
            </a:solidFill>
            <a:ln w="381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71697393" name=""/>
            <p:cNvSpPr/>
            <p:nvPr/>
          </p:nvSpPr>
          <p:spPr bwMode="auto">
            <a:xfrm rot="0" flipH="0" flipV="0">
              <a:off x="0" y="1111913"/>
              <a:ext cx="732691" cy="732691"/>
            </a:xfrm>
            <a:prstGeom prst="ellipse">
              <a:avLst/>
            </a:prstGeom>
            <a:solidFill>
              <a:srgbClr val="FF4C4C"/>
            </a:solidFill>
            <a:ln w="381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889736168" name=""/>
            <p:cNvSpPr/>
            <p:nvPr/>
          </p:nvSpPr>
          <p:spPr bwMode="auto">
            <a:xfrm rot="0" flipH="0" flipV="0">
              <a:off x="596620" y="2223826"/>
              <a:ext cx="732691" cy="732691"/>
            </a:xfrm>
            <a:prstGeom prst="ellipse">
              <a:avLst/>
            </a:prstGeom>
            <a:solidFill>
              <a:srgbClr val="FF4C4C"/>
            </a:solidFill>
            <a:ln w="381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6971833" name=""/>
            <p:cNvSpPr/>
            <p:nvPr/>
          </p:nvSpPr>
          <p:spPr bwMode="auto">
            <a:xfrm rot="0" flipH="0" flipV="0">
              <a:off x="596620" y="0"/>
              <a:ext cx="732691" cy="732691"/>
            </a:xfrm>
            <a:prstGeom prst="ellipse">
              <a:avLst/>
            </a:prstGeom>
            <a:solidFill>
              <a:srgbClr val="FF4C4C"/>
            </a:solidFill>
            <a:ln w="381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12562668" name=""/>
            <p:cNvCxnSpPr>
              <a:stCxn id="166971833" idx="6"/>
              <a:endCxn id="986940913" idx="2"/>
            </p:cNvCxnSpPr>
            <p:nvPr/>
          </p:nvCxnSpPr>
          <p:spPr bwMode="auto">
            <a:xfrm rot="0" flipH="0" flipV="0">
              <a:off x="1329312" y="366346"/>
              <a:ext cx="979086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647420" name=""/>
            <p:cNvCxnSpPr>
              <a:stCxn id="671697393" idx="6"/>
              <a:endCxn id="914237943" idx="2"/>
            </p:cNvCxnSpPr>
            <p:nvPr/>
          </p:nvCxnSpPr>
          <p:spPr bwMode="auto">
            <a:xfrm rot="0" flipH="0" flipV="0">
              <a:off x="732691" y="1478259"/>
              <a:ext cx="979087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6116208" name=""/>
            <p:cNvCxnSpPr>
              <a:stCxn id="889736168" idx="6"/>
              <a:endCxn id="416286043" idx="2"/>
            </p:cNvCxnSpPr>
            <p:nvPr/>
          </p:nvCxnSpPr>
          <p:spPr bwMode="auto">
            <a:xfrm rot="0" flipH="0" flipV="0">
              <a:off x="1329312" y="2590171"/>
              <a:ext cx="979086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8032910" name=""/>
          <p:cNvGrpSpPr/>
          <p:nvPr/>
        </p:nvGrpSpPr>
        <p:grpSpPr bwMode="auto">
          <a:xfrm>
            <a:off x="5589805" y="1982220"/>
            <a:ext cx="2842425" cy="2956518"/>
            <a:chOff x="0" y="0"/>
            <a:chExt cx="2842425" cy="2956518"/>
          </a:xfrm>
        </p:grpSpPr>
        <p:sp>
          <p:nvSpPr>
            <p:cNvPr id="1623139964" name=""/>
            <p:cNvSpPr/>
            <p:nvPr/>
          </p:nvSpPr>
          <p:spPr bwMode="auto">
            <a:xfrm rot="10800000" flipH="0" flipV="0">
              <a:off x="596620" y="1111912"/>
              <a:ext cx="732691" cy="732691"/>
            </a:xfrm>
            <a:prstGeom prst="ellipse">
              <a:avLst/>
            </a:prstGeom>
            <a:solidFill>
              <a:srgbClr val="FFD34F"/>
            </a:solidFill>
            <a:ln w="381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90553409" name=""/>
            <p:cNvSpPr/>
            <p:nvPr/>
          </p:nvSpPr>
          <p:spPr bwMode="auto">
            <a:xfrm rot="10800000" flipH="0" flipV="0">
              <a:off x="0" y="0"/>
              <a:ext cx="732691" cy="732691"/>
            </a:xfrm>
            <a:prstGeom prst="ellipse">
              <a:avLst/>
            </a:prstGeom>
            <a:solidFill>
              <a:srgbClr val="FFD34F"/>
            </a:solidFill>
            <a:ln w="381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9000090" name=""/>
            <p:cNvSpPr/>
            <p:nvPr/>
          </p:nvSpPr>
          <p:spPr bwMode="auto">
            <a:xfrm rot="10800000" flipH="0" flipV="0">
              <a:off x="0" y="2223825"/>
              <a:ext cx="732691" cy="732691"/>
            </a:xfrm>
            <a:prstGeom prst="ellipse">
              <a:avLst/>
            </a:prstGeom>
            <a:solidFill>
              <a:srgbClr val="FFD34F"/>
            </a:solidFill>
            <a:ln w="38100" cap="flat" cmpd="sng" algn="ctr">
              <a:solidFill>
                <a:schemeClr val="tx1"/>
              </a:solidFill>
              <a:prstDash val="sysDash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96723397" name=""/>
            <p:cNvSpPr/>
            <p:nvPr/>
          </p:nvSpPr>
          <p:spPr bwMode="auto">
            <a:xfrm rot="10800000" flipH="0" flipV="0">
              <a:off x="2109734" y="1111912"/>
              <a:ext cx="732691" cy="732691"/>
            </a:xfrm>
            <a:prstGeom prst="ellipse">
              <a:avLst/>
            </a:prstGeom>
            <a:solidFill>
              <a:srgbClr val="FF4C4C"/>
            </a:solidFill>
            <a:ln w="381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21883945" name=""/>
            <p:cNvSpPr/>
            <p:nvPr/>
          </p:nvSpPr>
          <p:spPr bwMode="auto">
            <a:xfrm rot="10800000" flipH="0" flipV="0">
              <a:off x="1513113" y="0"/>
              <a:ext cx="732691" cy="732691"/>
            </a:xfrm>
            <a:prstGeom prst="ellipse">
              <a:avLst/>
            </a:prstGeom>
            <a:solidFill>
              <a:srgbClr val="FF4C4C"/>
            </a:solidFill>
            <a:ln w="381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45488104" name=""/>
            <p:cNvSpPr/>
            <p:nvPr/>
          </p:nvSpPr>
          <p:spPr bwMode="auto">
            <a:xfrm rot="10800000" flipH="0" flipV="0">
              <a:off x="1513113" y="2223825"/>
              <a:ext cx="732691" cy="732691"/>
            </a:xfrm>
            <a:prstGeom prst="ellipse">
              <a:avLst/>
            </a:prstGeom>
            <a:solidFill>
              <a:srgbClr val="FF4C4C"/>
            </a:solidFill>
            <a:ln w="38100" cap="flat" cmpd="sng" algn="ctr">
              <a:solidFill>
                <a:srgbClr val="000000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cxnSp>
          <p:nvCxnSpPr>
            <p:cNvPr id="1766543670" name=""/>
            <p:cNvCxnSpPr>
              <a:stCxn id="1590553409" idx="2"/>
              <a:endCxn id="1921883945" idx="6"/>
            </p:cNvCxnSpPr>
            <p:nvPr/>
          </p:nvCxnSpPr>
          <p:spPr bwMode="auto">
            <a:xfrm rot="0" flipH="0" flipV="0">
              <a:off x="732691" y="366345"/>
              <a:ext cx="780421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7792019" name=""/>
            <p:cNvCxnSpPr>
              <a:stCxn id="1623139964" idx="2"/>
              <a:endCxn id="1696723397" idx="6"/>
            </p:cNvCxnSpPr>
            <p:nvPr/>
          </p:nvCxnSpPr>
          <p:spPr bwMode="auto">
            <a:xfrm rot="0" flipH="0" flipV="0">
              <a:off x="1329312" y="1478259"/>
              <a:ext cx="780422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0826831" name=""/>
            <p:cNvCxnSpPr>
              <a:stCxn id="649000090" idx="2"/>
              <a:endCxn id="745488104" idx="6"/>
            </p:cNvCxnSpPr>
            <p:nvPr/>
          </p:nvCxnSpPr>
          <p:spPr bwMode="auto">
            <a:xfrm rot="0" flipH="0" flipV="0">
              <a:off x="732691" y="2590171"/>
              <a:ext cx="780421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58333686" name=""/>
          <p:cNvCxnSpPr/>
          <p:nvPr/>
        </p:nvCxnSpPr>
        <p:spPr bwMode="auto">
          <a:xfrm flipH="0" flipV="0">
            <a:off x="4689451" y="1864178"/>
            <a:ext cx="0" cy="4190999"/>
          </a:xfrm>
          <a:prstGeom prst="line">
            <a:avLst/>
          </a:prstGeom>
          <a:ln w="38100" cap="flat" cmpd="sng" algn="ctr">
            <a:solidFill>
              <a:schemeClr val="bg1">
                <a:lumMod val="74901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75900537" name=""/>
          <p:cNvGrpSpPr/>
          <p:nvPr/>
        </p:nvGrpSpPr>
        <p:grpSpPr bwMode="auto">
          <a:xfrm>
            <a:off x="3203740" y="2348565"/>
            <a:ext cx="2982684" cy="2223825"/>
            <a:chOff x="0" y="0"/>
            <a:chExt cx="2982684" cy="2223825"/>
          </a:xfrm>
        </p:grpSpPr>
        <p:cxnSp>
          <p:nvCxnSpPr>
            <p:cNvPr id="1686831766" name=""/>
            <p:cNvCxnSpPr>
              <a:stCxn id="914237943" idx="6"/>
              <a:endCxn id="1623139964" idx="6"/>
            </p:cNvCxnSpPr>
            <p:nvPr/>
          </p:nvCxnSpPr>
          <p:spPr bwMode="auto">
            <a:xfrm rot="0" flipH="0" flipV="0">
              <a:off x="0" y="1111912"/>
              <a:ext cx="2982684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3563488" name=""/>
            <p:cNvCxnSpPr>
              <a:stCxn id="986940913" idx="6"/>
              <a:endCxn id="1623139964" idx="6"/>
            </p:cNvCxnSpPr>
            <p:nvPr/>
          </p:nvCxnSpPr>
          <p:spPr bwMode="auto">
            <a:xfrm rot="0" flipH="0" flipV="0">
              <a:off x="596620" y="0"/>
              <a:ext cx="2386063" cy="1111912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7378872" name=""/>
            <p:cNvCxnSpPr>
              <a:stCxn id="914237943" idx="6"/>
              <a:endCxn id="649000090" idx="6"/>
            </p:cNvCxnSpPr>
            <p:nvPr/>
          </p:nvCxnSpPr>
          <p:spPr bwMode="auto">
            <a:xfrm rot="0" flipH="0" flipV="0">
              <a:off x="0" y="1111912"/>
              <a:ext cx="2386064" cy="1111912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488040" name=""/>
            <p:cNvCxnSpPr>
              <a:stCxn id="416286043" idx="6"/>
              <a:endCxn id="649000090" idx="6"/>
            </p:cNvCxnSpPr>
            <p:nvPr/>
          </p:nvCxnSpPr>
          <p:spPr bwMode="auto">
            <a:xfrm rot="0" flipH="0" flipV="0">
              <a:off x="596620" y="2223825"/>
              <a:ext cx="1789443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2663222" name=""/>
            <p:cNvCxnSpPr>
              <a:stCxn id="986940913" idx="6"/>
              <a:endCxn id="1590553409" idx="6"/>
            </p:cNvCxnSpPr>
            <p:nvPr/>
          </p:nvCxnSpPr>
          <p:spPr bwMode="auto">
            <a:xfrm rot="0" flipH="0" flipV="0">
              <a:off x="596620" y="0"/>
              <a:ext cx="1789443" cy="0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2478568" name=""/>
            <p:cNvCxnSpPr>
              <a:stCxn id="914237943" idx="6"/>
              <a:endCxn id="1590553409" idx="6"/>
            </p:cNvCxnSpPr>
            <p:nvPr/>
          </p:nvCxnSpPr>
          <p:spPr bwMode="auto">
            <a:xfrm rot="0" flipH="0" flipV="1">
              <a:off x="0" y="0"/>
              <a:ext cx="2386064" cy="1111912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1683473" name=""/>
            <p:cNvCxnSpPr>
              <a:stCxn id="416286043" idx="6"/>
              <a:endCxn id="1623139964" idx="6"/>
            </p:cNvCxnSpPr>
            <p:nvPr/>
          </p:nvCxnSpPr>
          <p:spPr bwMode="auto">
            <a:xfrm rot="0" flipH="0" flipV="1">
              <a:off x="596620" y="1111912"/>
              <a:ext cx="2386064" cy="1111912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9665138" name=""/>
            <p:cNvCxnSpPr>
              <a:stCxn id="416286043" idx="6"/>
              <a:endCxn id="1590553409" idx="6"/>
            </p:cNvCxnSpPr>
            <p:nvPr/>
          </p:nvCxnSpPr>
          <p:spPr bwMode="auto">
            <a:xfrm rot="0" flipH="0" flipV="1">
              <a:off x="596620" y="0"/>
              <a:ext cx="1789443" cy="2223825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7649696" name=""/>
            <p:cNvCxnSpPr>
              <a:stCxn id="649000090" idx="6"/>
              <a:endCxn id="986940913" idx="6"/>
            </p:cNvCxnSpPr>
            <p:nvPr/>
          </p:nvCxnSpPr>
          <p:spPr bwMode="auto">
            <a:xfrm rot="10800000" flipH="0" flipV="0">
              <a:off x="596620" y="0"/>
              <a:ext cx="1789443" cy="2223825"/>
            </a:xfrm>
            <a:prstGeom prst="line">
              <a:avLst/>
            </a:prstGeom>
            <a:ln w="38100" cap="flat" cmpd="sng" algn="ctr">
              <a:solidFill>
                <a:schemeClr val="tx1"/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78564074" name=""/>
          <p:cNvSpPr/>
          <p:nvPr/>
        </p:nvSpPr>
        <p:spPr bwMode="auto">
          <a:xfrm rot="16199998" flipH="0" flipV="0">
            <a:off x="6790325" y="3738436"/>
            <a:ext cx="220572" cy="2912724"/>
          </a:xfrm>
          <a:prstGeom prst="leftBrace">
            <a:avLst>
              <a:gd name="adj1" fmla="val 101801"/>
              <a:gd name="adj2" fmla="val 50000"/>
            </a:avLst>
          </a:prstGeom>
          <a:ln w="381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414269349" name=""/>
          <p:cNvSpPr txBox="1"/>
          <p:nvPr/>
        </p:nvSpPr>
        <p:spPr bwMode="auto">
          <a:xfrm rot="0" flipH="0" flipV="0">
            <a:off x="1854684" y="5355770"/>
            <a:ext cx="1272184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2200" b="0">
                <a:latin typeface="CMU Serif"/>
                <a:ea typeface="CMU Serif"/>
                <a:cs typeface="CMU Serif"/>
              </a:rPr>
              <a:t>Left arm</a:t>
            </a:r>
            <a:endParaRPr sz="2200" b="0">
              <a:latin typeface="CMU Serif"/>
              <a:cs typeface="CMU Serif"/>
            </a:endParaRPr>
          </a:p>
        </p:txBody>
      </p:sp>
      <p:sp>
        <p:nvSpPr>
          <p:cNvPr id="1721188136" name=""/>
          <p:cNvSpPr txBox="1"/>
          <p:nvPr/>
        </p:nvSpPr>
        <p:spPr bwMode="auto">
          <a:xfrm rot="0" flipH="0" flipV="0">
            <a:off x="6137551" y="5408930"/>
            <a:ext cx="1526118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2200" b="0">
                <a:latin typeface="CMU Serif"/>
                <a:ea typeface="CMU Serif"/>
                <a:cs typeface="CMU Serif"/>
              </a:rPr>
              <a:t>Right arm</a:t>
            </a:r>
            <a:endParaRPr sz="2200" b="0">
              <a:latin typeface="CMU Serif"/>
              <a:cs typeface="CMU Serif"/>
            </a:endParaRPr>
          </a:p>
        </p:txBody>
      </p:sp>
      <p:sp>
        <p:nvSpPr>
          <p:cNvPr id="1390208111" name=""/>
          <p:cNvSpPr/>
          <p:nvPr/>
        </p:nvSpPr>
        <p:spPr bwMode="auto">
          <a:xfrm rot="5400000" flipH="0" flipV="0">
            <a:off x="4520653" y="146931"/>
            <a:ext cx="337593" cy="2990849"/>
          </a:xfrm>
          <a:prstGeom prst="leftBrace">
            <a:avLst>
              <a:gd name="adj1" fmla="val 101801"/>
              <a:gd name="adj2" fmla="val 50000"/>
            </a:avLst>
          </a:prstGeom>
          <a:ln w="381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168267136" name=""/>
          <p:cNvSpPr txBox="1"/>
          <p:nvPr/>
        </p:nvSpPr>
        <p:spPr bwMode="auto">
          <a:xfrm rot="0" flipH="0" flipV="0">
            <a:off x="4214884" y="1046479"/>
            <a:ext cx="938007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2200" b="0">
                <a:latin typeface="CMU Serif"/>
                <a:ea typeface="CMU Serif"/>
                <a:cs typeface="CMU Serif"/>
              </a:rPr>
              <a:t>RGSS</a:t>
            </a:r>
            <a:endParaRPr sz="2200" b="0">
              <a:latin typeface="CMU Serif"/>
              <a:cs typeface="CMU Serif"/>
            </a:endParaRPr>
          </a:p>
        </p:txBody>
      </p:sp>
      <p:sp>
        <p:nvSpPr>
          <p:cNvPr id="336581082" name=""/>
          <p:cNvSpPr txBox="1"/>
          <p:nvPr/>
        </p:nvSpPr>
        <p:spPr bwMode="auto">
          <a:xfrm rot="0" flipH="0" flipV="0">
            <a:off x="2184182" y="1430065"/>
            <a:ext cx="942687" cy="762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2200" b="0">
                <a:latin typeface="CMU Serif"/>
                <a:ea typeface="CMU Serif"/>
                <a:cs typeface="CMU Serif"/>
              </a:rPr>
              <a:t>Inner qubits</a:t>
            </a:r>
            <a:endParaRPr sz="2200" b="0">
              <a:latin typeface="CMU Serif"/>
              <a:cs typeface="CMU Serif"/>
            </a:endParaRPr>
          </a:p>
        </p:txBody>
      </p:sp>
      <p:sp>
        <p:nvSpPr>
          <p:cNvPr id="1137352390" name=""/>
          <p:cNvSpPr txBox="1"/>
          <p:nvPr/>
        </p:nvSpPr>
        <p:spPr bwMode="auto">
          <a:xfrm rot="0" flipH="0" flipV="0">
            <a:off x="550404" y="1430065"/>
            <a:ext cx="950607" cy="7623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2200" b="0">
                <a:latin typeface="CMU Serif"/>
                <a:ea typeface="CMU Serif"/>
                <a:cs typeface="CMU Serif"/>
              </a:rPr>
              <a:t>Outer qubits</a:t>
            </a:r>
            <a:endParaRPr sz="2200" b="0">
              <a:latin typeface="CMU Serif"/>
              <a:cs typeface="CMU Serif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2026-09-09T08:29:41Z</dcterms:modified>
</cp:coreProperties>
</file>