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36223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902748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7670368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4358889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010577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916043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724422-829F-6D03-A824-F22DFE8671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258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850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0573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02C124-BC2C-09C8-6379-C76280274E4D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272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422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122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D5F269-7E0E-518F-6CCD-65E05A99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FE0671-D68D-A088-28AF-E760A124F1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3043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09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59456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1906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050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5823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F3C6A4-074D-53AC-3E14-4B046A33BEFA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034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2213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77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0DCE83-A561-02C3-09DD-BBA5D12846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6787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8838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1968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B14B13-8459-A377-51D8-DF1ED7156E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98F5-0817-1EF0-8CE6-DB49C81DF7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57251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08138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955746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21105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65882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0830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0852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77626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05036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06405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38756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447721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50232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396116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21282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0157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52968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5996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86852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24812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7096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41176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01366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153838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72262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436076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121319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73805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118747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645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758106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124943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25541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63215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459884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329650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1626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14363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35374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561888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316996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93348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58098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023990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800144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992051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443852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55735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2189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72165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31497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457847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57778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58493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972297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93030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724373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65593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51652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85615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628843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3404690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1467549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7176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Figure 1 - BSM</a:t>
            </a:r>
            <a:endParaRPr/>
          </a:p>
        </p:txBody>
      </p:sp>
      <p:sp>
        <p:nvSpPr>
          <p:cNvPr id="659130830" name=""/>
          <p:cNvSpPr txBox="1"/>
          <p:nvPr/>
        </p:nvSpPr>
        <p:spPr bwMode="auto">
          <a:xfrm rot="0" flipH="0" flipV="0">
            <a:off x="4516799" y="2114550"/>
            <a:ext cx="323744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Look at azuma’s paper or  bencha for inspo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9056978" name=""/>
          <p:cNvGrpSpPr/>
          <p:nvPr/>
        </p:nvGrpSpPr>
        <p:grpSpPr bwMode="auto">
          <a:xfrm>
            <a:off x="533704" y="1182336"/>
            <a:ext cx="8974498" cy="5130366"/>
            <a:chOff x="0" y="0"/>
            <a:chExt cx="8974498" cy="5130366"/>
          </a:xfrm>
        </p:grpSpPr>
        <p:sp>
          <p:nvSpPr>
            <p:cNvPr id="23164819" name=""/>
            <p:cNvSpPr/>
            <p:nvPr/>
          </p:nvSpPr>
          <p:spPr bwMode="auto">
            <a:xfrm rot="16199998" flipH="0" flipV="0">
              <a:off x="1877063" y="2529885"/>
              <a:ext cx="220572" cy="3246901"/>
            </a:xfrm>
            <a:prstGeom prst="leftBrace">
              <a:avLst>
                <a:gd name="adj1" fmla="val 101801"/>
                <a:gd name="adj2" fmla="val 50000"/>
              </a:avLst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  <p:cxnSp>
          <p:nvCxnSpPr>
            <p:cNvPr id="171735632" name=""/>
            <p:cNvCxnSpPr/>
            <p:nvPr/>
          </p:nvCxnSpPr>
          <p:spPr bwMode="auto">
            <a:xfrm flipH="0" flipV="0">
              <a:off x="4651350" y="785062"/>
              <a:ext cx="0" cy="3368273"/>
            </a:xfrm>
            <a:prstGeom prst="line">
              <a:avLst/>
            </a:prstGeom>
            <a:ln w="38100" cap="flat" cmpd="sng" algn="ctr">
              <a:solidFill>
                <a:srgbClr val="AEABAB"/>
              </a:solidFill>
              <a:prstDash val="sysDash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6673696" name=""/>
            <p:cNvSpPr/>
            <p:nvPr/>
          </p:nvSpPr>
          <p:spPr bwMode="auto">
            <a:xfrm rot="16199998" flipH="0" flipV="0">
              <a:off x="7270537" y="2559661"/>
              <a:ext cx="220572" cy="3187350"/>
            </a:xfrm>
            <a:prstGeom prst="leftBrace">
              <a:avLst>
                <a:gd name="adj1" fmla="val 101801"/>
                <a:gd name="adj2" fmla="val 50000"/>
              </a:avLst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  <p:sp>
          <p:nvSpPr>
            <p:cNvPr id="872217022" name=""/>
            <p:cNvSpPr txBox="1"/>
            <p:nvPr/>
          </p:nvSpPr>
          <p:spPr bwMode="auto">
            <a:xfrm rot="0" flipH="0" flipV="0">
              <a:off x="6206519" y="4367468"/>
              <a:ext cx="2365013" cy="762897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0">
                  <a:latin typeface="CMU Serif"/>
                  <a:ea typeface="CMU Serif"/>
                  <a:cs typeface="CMU Serif"/>
                </a:rPr>
                <a:t>Right partition (</a:t>
              </a:r>
              <a:r>
                <a:rPr lang="fr-FR" sz="2200" b="0" i="1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m</a:t>
              </a:r>
              <a:r>
                <a:rPr lang="fr-FR" sz="2200" b="0" i="0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 arms)</a:t>
              </a:r>
              <a:endParaRPr sz="2200" b="0" i="0">
                <a:latin typeface="CMU Serif"/>
                <a:cs typeface="CMU Serif"/>
              </a:endParaRPr>
            </a:p>
          </p:txBody>
        </p:sp>
        <p:grpSp>
          <p:nvGrpSpPr>
            <p:cNvPr id="409601445" name=""/>
            <p:cNvGrpSpPr/>
            <p:nvPr/>
          </p:nvGrpSpPr>
          <p:grpSpPr bwMode="auto">
            <a:xfrm>
              <a:off x="447977" y="925020"/>
              <a:ext cx="8418007" cy="2956516"/>
              <a:chOff x="0" y="0"/>
              <a:chExt cx="8418007" cy="2956516"/>
            </a:xfrm>
          </p:grpSpPr>
          <p:grpSp>
            <p:nvGrpSpPr>
              <p:cNvPr id="1832140400" name=""/>
              <p:cNvGrpSpPr/>
              <p:nvPr/>
            </p:nvGrpSpPr>
            <p:grpSpPr bwMode="auto">
              <a:xfrm rot="0" flipH="0" flipV="0">
                <a:off x="2431908" y="366345"/>
                <a:ext cx="3554185" cy="2239563"/>
                <a:chOff x="0" y="0"/>
                <a:chExt cx="3554185" cy="2239563"/>
              </a:xfrm>
            </p:grpSpPr>
            <p:cxnSp>
              <p:nvCxnSpPr>
                <p:cNvPr id="271036248" name=""/>
                <p:cNvCxnSpPr>
                  <a:stCxn id="122862429" idx="6"/>
                </p:cNvCxnSpPr>
                <p:nvPr/>
              </p:nvCxnSpPr>
              <p:spPr bwMode="auto">
                <a:xfrm rot="0" flipH="0" flipV="0">
                  <a:off x="0" y="1119781"/>
                  <a:ext cx="3554185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2677817" name=""/>
                <p:cNvCxnSpPr>
                  <a:stCxn id="2018409225" idx="6"/>
                </p:cNvCxnSpPr>
                <p:nvPr/>
              </p:nvCxnSpPr>
              <p:spPr bwMode="auto">
                <a:xfrm rot="0" flipH="0" flipV="0">
                  <a:off x="596620" y="0"/>
                  <a:ext cx="2957564" cy="1127649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847949" name=""/>
                <p:cNvCxnSpPr>
                  <a:stCxn id="122862429" idx="6"/>
                </p:cNvCxnSpPr>
                <p:nvPr/>
              </p:nvCxnSpPr>
              <p:spPr bwMode="auto">
                <a:xfrm rot="0" flipH="0" flipV="0">
                  <a:off x="0" y="1111912"/>
                  <a:ext cx="2957565" cy="112765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5754975" name=""/>
                <p:cNvCxnSpPr>
                  <a:stCxn id="1919588326" idx="6"/>
                </p:cNvCxnSpPr>
                <p:nvPr/>
              </p:nvCxnSpPr>
              <p:spPr bwMode="auto">
                <a:xfrm rot="0" flipH="0" flipV="0">
                  <a:off x="596619" y="2231694"/>
                  <a:ext cx="2360945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1207688" name=""/>
                <p:cNvCxnSpPr>
                  <a:stCxn id="2018409225" idx="6"/>
                </p:cNvCxnSpPr>
                <p:nvPr/>
              </p:nvCxnSpPr>
              <p:spPr bwMode="auto">
                <a:xfrm rot="0" flipH="0" flipV="0">
                  <a:off x="596620" y="7868"/>
                  <a:ext cx="2360944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1441411" name=""/>
                <p:cNvCxnSpPr>
                  <a:stCxn id="122862429" idx="6"/>
                </p:cNvCxnSpPr>
                <p:nvPr/>
              </p:nvCxnSpPr>
              <p:spPr bwMode="auto">
                <a:xfrm rot="0" flipH="0" flipV="1">
                  <a:off x="0" y="15738"/>
                  <a:ext cx="2957565" cy="1096174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7399265" name=""/>
                <p:cNvCxnSpPr>
                  <a:stCxn id="1919588326" idx="6"/>
                </p:cNvCxnSpPr>
                <p:nvPr/>
              </p:nvCxnSpPr>
              <p:spPr bwMode="auto">
                <a:xfrm rot="0" flipH="0" flipV="1">
                  <a:off x="596619" y="1127649"/>
                  <a:ext cx="2957565" cy="1096175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761111" name=""/>
                <p:cNvCxnSpPr>
                  <a:stCxn id="1919588326" idx="6"/>
                </p:cNvCxnSpPr>
                <p:nvPr/>
              </p:nvCxnSpPr>
              <p:spPr bwMode="auto">
                <a:xfrm rot="0" flipH="0" flipV="1">
                  <a:off x="596619" y="15738"/>
                  <a:ext cx="2360945" cy="2208087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8731498" name=""/>
                <p:cNvCxnSpPr>
                  <a:endCxn id="2018409225" idx="6"/>
                </p:cNvCxnSpPr>
                <p:nvPr/>
              </p:nvCxnSpPr>
              <p:spPr bwMode="auto">
                <a:xfrm rot="10800000" flipH="0" flipV="0">
                  <a:off x="596620" y="0"/>
                  <a:ext cx="2360944" cy="2239563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1339223" name=""/>
              <p:cNvGrpSpPr/>
              <p:nvPr/>
            </p:nvGrpSpPr>
            <p:grpSpPr bwMode="auto">
              <a:xfrm>
                <a:off x="0" y="0"/>
                <a:ext cx="3028530" cy="2956516"/>
                <a:chOff x="0" y="0"/>
                <a:chExt cx="3028530" cy="2956516"/>
              </a:xfrm>
            </p:grpSpPr>
            <p:sp>
              <p:nvSpPr>
                <p:cNvPr id="122862429" name=""/>
                <p:cNvSpPr/>
                <p:nvPr/>
              </p:nvSpPr>
              <p:spPr bwMode="auto">
                <a:xfrm rot="0" flipH="0" flipV="0">
                  <a:off x="1699218" y="1111912"/>
                  <a:ext cx="732690" cy="73269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19588326" name=""/>
                <p:cNvSpPr/>
                <p:nvPr/>
              </p:nvSpPr>
              <p:spPr bwMode="auto">
                <a:xfrm rot="0" flipH="0" flipV="0">
                  <a:off x="2295838" y="2223825"/>
                  <a:ext cx="732690" cy="73269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18409225" name=""/>
                <p:cNvSpPr/>
                <p:nvPr/>
              </p:nvSpPr>
              <p:spPr bwMode="auto">
                <a:xfrm rot="0" flipH="0" flipV="0">
                  <a:off x="2295838" y="0"/>
                  <a:ext cx="732691" cy="732691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58996933" name=""/>
                <p:cNvSpPr/>
                <p:nvPr/>
              </p:nvSpPr>
              <p:spPr bwMode="auto">
                <a:xfrm rot="0" flipH="0" flipV="0">
                  <a:off x="0" y="1111912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70631970" name=""/>
                <p:cNvSpPr/>
                <p:nvPr/>
              </p:nvSpPr>
              <p:spPr bwMode="auto">
                <a:xfrm rot="0" flipH="0" flipV="0">
                  <a:off x="0" y="2223825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0006502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9033929" name=""/>
                <p:cNvCxnSpPr>
                  <a:stCxn id="130006502" idx="6"/>
                  <a:endCxn id="2018409225" idx="2"/>
                </p:cNvCxnSpPr>
                <p:nvPr/>
              </p:nvCxnSpPr>
              <p:spPr bwMode="auto">
                <a:xfrm rot="0" flipH="0" flipV="0">
                  <a:off x="732690" y="366345"/>
                  <a:ext cx="1563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9050927" name=""/>
                <p:cNvCxnSpPr>
                  <a:stCxn id="1658996933" idx="6"/>
                  <a:endCxn id="122862429" idx="2"/>
                </p:cNvCxnSpPr>
                <p:nvPr/>
              </p:nvCxnSpPr>
              <p:spPr bwMode="auto">
                <a:xfrm rot="0" flipH="0" flipV="0">
                  <a:off x="732690" y="1478258"/>
                  <a:ext cx="966528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237141" name=""/>
                <p:cNvCxnSpPr>
                  <a:stCxn id="970631970" idx="6"/>
                  <a:endCxn id="1919588326" idx="2"/>
                </p:cNvCxnSpPr>
                <p:nvPr/>
              </p:nvCxnSpPr>
              <p:spPr bwMode="auto">
                <a:xfrm rot="0" flipH="0" flipV="0">
                  <a:off x="732690" y="2590171"/>
                  <a:ext cx="1563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03265787" name=""/>
              <p:cNvGrpSpPr/>
              <p:nvPr/>
            </p:nvGrpSpPr>
            <p:grpSpPr bwMode="auto">
              <a:xfrm rot="10800000">
                <a:off x="5389475" y="0"/>
                <a:ext cx="3028530" cy="2956515"/>
                <a:chOff x="0" y="0"/>
                <a:chExt cx="3028530" cy="2956515"/>
              </a:xfrm>
            </p:grpSpPr>
            <p:sp>
              <p:nvSpPr>
                <p:cNvPr id="651235210" name=""/>
                <p:cNvSpPr/>
                <p:nvPr/>
              </p:nvSpPr>
              <p:spPr bwMode="auto">
                <a:xfrm rot="0" flipH="0" flipV="0">
                  <a:off x="1699218" y="1111911"/>
                  <a:ext cx="732690" cy="73269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63503347" name=""/>
                <p:cNvSpPr/>
                <p:nvPr/>
              </p:nvSpPr>
              <p:spPr bwMode="auto">
                <a:xfrm rot="0" flipH="0" flipV="0">
                  <a:off x="2295838" y="2223825"/>
                  <a:ext cx="732690" cy="73269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13882663" name=""/>
                <p:cNvSpPr/>
                <p:nvPr/>
              </p:nvSpPr>
              <p:spPr bwMode="auto">
                <a:xfrm rot="0" flipH="0" flipV="0">
                  <a:off x="2295838" y="0"/>
                  <a:ext cx="732691" cy="732691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49079047" name=""/>
                <p:cNvSpPr/>
                <p:nvPr/>
              </p:nvSpPr>
              <p:spPr bwMode="auto">
                <a:xfrm rot="0" flipH="0" flipV="0">
                  <a:off x="0" y="1111911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12864861" name=""/>
                <p:cNvSpPr/>
                <p:nvPr/>
              </p:nvSpPr>
              <p:spPr bwMode="auto">
                <a:xfrm rot="0" flipH="0" flipV="0">
                  <a:off x="0" y="2223825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18459060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811992285" name=""/>
                <p:cNvCxnSpPr/>
                <p:nvPr/>
              </p:nvCxnSpPr>
              <p:spPr bwMode="auto">
                <a:xfrm rot="0" flipH="0" flipV="0">
                  <a:off x="732690" y="366345"/>
                  <a:ext cx="1563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6756829" name=""/>
                <p:cNvCxnSpPr/>
                <p:nvPr/>
              </p:nvCxnSpPr>
              <p:spPr bwMode="auto">
                <a:xfrm rot="0" flipH="0" flipV="0">
                  <a:off x="732690" y="1478257"/>
                  <a:ext cx="966528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5198985" name=""/>
                <p:cNvCxnSpPr/>
                <p:nvPr/>
              </p:nvCxnSpPr>
              <p:spPr bwMode="auto">
                <a:xfrm rot="0" flipH="0" flipV="0">
                  <a:off x="732690" y="2590170"/>
                  <a:ext cx="1563147" cy="0"/>
                </a:xfrm>
                <a:prstGeom prst="line">
                  <a:avLst/>
                </a:prstGeom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87642148" name=""/>
            <p:cNvSpPr txBox="1"/>
            <p:nvPr/>
          </p:nvSpPr>
          <p:spPr bwMode="auto">
            <a:xfrm rot="5400000" flipH="0" flipV="0">
              <a:off x="1654445" y="2761214"/>
              <a:ext cx="665807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/>
                <a:t>...</a:t>
              </a:r>
              <a:endParaRPr sz="3600" b="1"/>
            </a:p>
          </p:txBody>
        </p:sp>
        <p:sp>
          <p:nvSpPr>
            <p:cNvPr id="338487842" name=""/>
            <p:cNvSpPr txBox="1"/>
            <p:nvPr/>
          </p:nvSpPr>
          <p:spPr bwMode="auto">
            <a:xfrm rot="5400000" flipH="0" flipV="0">
              <a:off x="7447466" y="2761394"/>
              <a:ext cx="666167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/>
                <a:t>...</a:t>
              </a:r>
              <a:endParaRPr sz="3600" b="1"/>
            </a:p>
          </p:txBody>
        </p:sp>
        <p:sp>
          <p:nvSpPr>
            <p:cNvPr id="825445610" name=""/>
            <p:cNvSpPr txBox="1"/>
            <p:nvPr/>
          </p:nvSpPr>
          <p:spPr bwMode="auto">
            <a:xfrm rot="0" flipH="0" flipV="0">
              <a:off x="796318" y="4367468"/>
              <a:ext cx="2370413" cy="762897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0" i="0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Left partition</a:t>
              </a:r>
              <a:br>
                <a:rPr lang="fr-FR" sz="2200" b="0" i="0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</a:br>
              <a:r>
                <a:rPr lang="fr-FR" sz="2200" b="0" i="0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(</a:t>
              </a:r>
              <a:r>
                <a:rPr lang="fr-FR" sz="2200" b="0" i="1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m</a:t>
              </a:r>
              <a:r>
                <a:rPr lang="fr-FR" sz="2200" b="0" i="0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 arms)</a:t>
              </a:r>
              <a:endParaRPr sz="2200" b="0" i="0">
                <a:latin typeface="CMU Serif"/>
                <a:cs typeface="CMU Serif"/>
              </a:endParaRPr>
            </a:p>
          </p:txBody>
        </p:sp>
        <p:sp>
          <p:nvSpPr>
            <p:cNvPr id="1085586126" name=""/>
            <p:cNvSpPr txBox="1"/>
            <p:nvPr/>
          </p:nvSpPr>
          <p:spPr bwMode="auto">
            <a:xfrm rot="0" flipH="0" flipV="0">
              <a:off x="2307569" y="0"/>
              <a:ext cx="1454642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FFD34F"/>
                  </a:solidFill>
                  <a:latin typeface="CMU Serif"/>
                  <a:ea typeface="CMU Serif"/>
                  <a:cs typeface="CMU Serif"/>
                </a:rPr>
                <a:t>I</a:t>
              </a:r>
              <a:r>
                <a:rPr lang="fr-FR" sz="2200" b="1">
                  <a:solidFill>
                    <a:srgbClr val="FFD34F"/>
                  </a:solidFill>
                  <a:latin typeface="CMU Serif"/>
                  <a:ea typeface="CMU Serif"/>
                  <a:cs typeface="CMU Serif"/>
                </a:rPr>
                <a:t>nner qubits</a:t>
              </a:r>
              <a:endParaRPr sz="2200" b="1">
                <a:solidFill>
                  <a:srgbClr val="FFD34F"/>
                </a:solidFill>
                <a:latin typeface="CMU Serif"/>
                <a:cs typeface="CMU Serif"/>
              </a:endParaRPr>
            </a:p>
          </p:txBody>
        </p:sp>
        <p:sp>
          <p:nvSpPr>
            <p:cNvPr id="91919379" name=""/>
            <p:cNvSpPr txBox="1"/>
            <p:nvPr/>
          </p:nvSpPr>
          <p:spPr bwMode="auto">
            <a:xfrm rot="0" flipH="0" flipV="0">
              <a:off x="0" y="22702"/>
              <a:ext cx="1458241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FF4C4C"/>
                  </a:solidFill>
                  <a:latin typeface="CMU Serif"/>
                  <a:ea typeface="CMU Serif"/>
                  <a:cs typeface="CMU Serif"/>
                </a:rPr>
                <a:t>Outer </a:t>
              </a:r>
              <a:r>
                <a:rPr lang="fr-FR" sz="2200" b="1">
                  <a:solidFill>
                    <a:srgbClr val="FF4C4C"/>
                  </a:solidFill>
                  <a:latin typeface="CMU Serif"/>
                  <a:ea typeface="CMU Serif"/>
                  <a:cs typeface="CMU Serif"/>
                </a:rPr>
                <a:t>qubits</a:t>
              </a:r>
              <a:endParaRPr sz="2200" b="1">
                <a:solidFill>
                  <a:srgbClr val="FFD34F"/>
                </a:solidFill>
                <a:latin typeface="CMU Serif"/>
                <a:cs typeface="CMU Serif"/>
              </a:endParaRPr>
            </a:p>
          </p:txBody>
        </p:sp>
      </p:grpSp>
      <p:grpSp>
        <p:nvGrpSpPr>
          <p:cNvPr id="1303275160" name=""/>
          <p:cNvGrpSpPr/>
          <p:nvPr/>
        </p:nvGrpSpPr>
        <p:grpSpPr bwMode="auto">
          <a:xfrm>
            <a:off x="10176664" y="581610"/>
            <a:ext cx="1830658" cy="3507918"/>
            <a:chOff x="0" y="0"/>
            <a:chExt cx="1830658" cy="3507918"/>
          </a:xfrm>
        </p:grpSpPr>
        <p:sp>
          <p:nvSpPr>
            <p:cNvPr id="1238002426" name=""/>
            <p:cNvSpPr/>
            <p:nvPr/>
          </p:nvSpPr>
          <p:spPr bwMode="auto">
            <a:xfrm rot="0" flipH="0" flipV="0">
              <a:off x="0" y="0"/>
              <a:ext cx="1830658" cy="2781299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41668577" name=""/>
            <p:cNvSpPr txBox="1"/>
            <p:nvPr/>
          </p:nvSpPr>
          <p:spPr bwMode="auto">
            <a:xfrm rot="0" flipH="0" flipV="0">
              <a:off x="380643" y="3080838"/>
              <a:ext cx="1074003" cy="4270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2200" b="1">
                  <a:solidFill>
                    <a:srgbClr val="DB4CFF"/>
                  </a:solidFill>
                  <a:latin typeface="CMU Serif"/>
                  <a:ea typeface="CMU Serif"/>
                  <a:cs typeface="CMU Serif"/>
                </a:rPr>
                <a:t>RGSS</a:t>
              </a:r>
              <a:endParaRPr sz="2200" b="1">
                <a:solidFill>
                  <a:srgbClr val="DB4CFF"/>
                </a:solidFill>
                <a:latin typeface="CMU Serif"/>
                <a:cs typeface="CMU Serif"/>
              </a:endParaRPr>
            </a:p>
          </p:txBody>
        </p:sp>
      </p:grpSp>
      <p:sp>
        <p:nvSpPr>
          <p:cNvPr id="693786584" name=""/>
          <p:cNvSpPr txBox="1"/>
          <p:nvPr/>
        </p:nvSpPr>
        <p:spPr bwMode="auto">
          <a:xfrm rot="0" flipH="0" flipV="0">
            <a:off x="1314450" y="285750"/>
            <a:ext cx="366336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2 panel a</a:t>
            </a:r>
            <a:endParaRPr/>
          </a:p>
        </p:txBody>
      </p:sp>
      <p:sp>
        <p:nvSpPr>
          <p:cNvPr id="1834264337" name=""/>
          <p:cNvSpPr txBox="1"/>
          <p:nvPr/>
        </p:nvSpPr>
        <p:spPr bwMode="auto">
          <a:xfrm rot="0" flipH="0" flipV="0">
            <a:off x="4491680" y="380999"/>
            <a:ext cx="39440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maybe add RGSS and left/right ABSA overlays 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1091486" name=""/>
          <p:cNvGrpSpPr/>
          <p:nvPr/>
        </p:nvGrpSpPr>
        <p:grpSpPr bwMode="auto">
          <a:xfrm>
            <a:off x="73465" y="872969"/>
            <a:ext cx="12026313" cy="2150503"/>
            <a:chOff x="0" y="0"/>
            <a:chExt cx="12026313" cy="2150503"/>
          </a:xfrm>
        </p:grpSpPr>
        <p:grpSp>
          <p:nvGrpSpPr>
            <p:cNvPr id="1594550274" name=""/>
            <p:cNvGrpSpPr/>
            <p:nvPr/>
          </p:nvGrpSpPr>
          <p:grpSpPr bwMode="auto">
            <a:xfrm>
              <a:off x="0" y="0"/>
              <a:ext cx="12026313" cy="2150503"/>
              <a:chOff x="0" y="0"/>
              <a:chExt cx="12026313" cy="2150503"/>
            </a:xfrm>
          </p:grpSpPr>
          <p:grpSp>
            <p:nvGrpSpPr>
              <p:cNvPr id="885108512" name=""/>
              <p:cNvGrpSpPr/>
              <p:nvPr/>
            </p:nvGrpSpPr>
            <p:grpSpPr bwMode="auto">
              <a:xfrm>
                <a:off x="0" y="0"/>
                <a:ext cx="939933" cy="2150503"/>
                <a:chOff x="0" y="0"/>
                <a:chExt cx="939933" cy="2150503"/>
              </a:xfrm>
            </p:grpSpPr>
            <p:sp>
              <p:nvSpPr>
                <p:cNvPr id="1855299528" name=""/>
                <p:cNvSpPr/>
                <p:nvPr/>
              </p:nvSpPr>
              <p:spPr bwMode="auto">
                <a:xfrm rot="0" flipH="0" flipV="0">
                  <a:off x="93723" y="48363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845397812" name=""/>
                <p:cNvSpPr txBox="1"/>
                <p:nvPr/>
              </p:nvSpPr>
              <p:spPr bwMode="auto">
                <a:xfrm rot="0" flipH="0" flipV="0">
                  <a:off x="0" y="0"/>
                  <a:ext cx="939933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00B050"/>
                      </a:solidFill>
                      <a:latin typeface="CMU Serif"/>
                      <a:ea typeface="CMU Serif"/>
                      <a:cs typeface="CMU Serif"/>
                    </a:rPr>
                    <a:t>Alice</a:t>
                  </a:r>
                  <a:endParaRPr sz="2200" b="1">
                    <a:solidFill>
                      <a:srgbClr val="00B050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994618806" name=""/>
              <p:cNvGrpSpPr/>
              <p:nvPr/>
            </p:nvGrpSpPr>
            <p:grpSpPr bwMode="auto">
              <a:xfrm>
                <a:off x="1037315" y="0"/>
                <a:ext cx="2687643" cy="2150503"/>
                <a:chOff x="0" y="0"/>
                <a:chExt cx="2687643" cy="2150503"/>
              </a:xfrm>
            </p:grpSpPr>
            <p:sp>
              <p:nvSpPr>
                <p:cNvPr id="912398093" name=""/>
                <p:cNvSpPr/>
                <p:nvPr/>
              </p:nvSpPr>
              <p:spPr bwMode="auto">
                <a:xfrm rot="0" flipH="0" flipV="0">
                  <a:off x="0" y="48363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59679258" name=""/>
                <p:cNvSpPr txBox="1"/>
                <p:nvPr/>
              </p:nvSpPr>
              <p:spPr bwMode="auto">
                <a:xfrm rot="0" flipH="0" flipV="0">
                  <a:off x="803857" y="0"/>
                  <a:ext cx="1079927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45B5FF"/>
                      </a:solidFill>
                      <a:latin typeface="CMU Serif"/>
                      <a:ea typeface="CMU Serif"/>
                      <a:cs typeface="CMU Serif"/>
                    </a:rPr>
                    <a:t>ABSA</a:t>
                  </a:r>
                  <a:endParaRPr sz="22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79917014" name=""/>
              <p:cNvGrpSpPr/>
              <p:nvPr/>
            </p:nvGrpSpPr>
            <p:grpSpPr bwMode="auto">
              <a:xfrm>
                <a:off x="3688989" y="0"/>
                <a:ext cx="1073644" cy="2150503"/>
                <a:chOff x="0" y="0"/>
                <a:chExt cx="1073644" cy="2150503"/>
              </a:xfrm>
            </p:grpSpPr>
            <p:sp>
              <p:nvSpPr>
                <p:cNvPr id="1913025194" name=""/>
                <p:cNvSpPr/>
                <p:nvPr/>
              </p:nvSpPr>
              <p:spPr bwMode="auto">
                <a:xfrm rot="0" flipH="0" flipV="0">
                  <a:off x="200272" y="483630"/>
                  <a:ext cx="634999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75075814" name=""/>
                <p:cNvSpPr txBox="1"/>
                <p:nvPr/>
              </p:nvSpPr>
              <p:spPr bwMode="auto">
                <a:xfrm rot="0" flipH="0" flipV="0">
                  <a:off x="0" y="0"/>
                  <a:ext cx="1073644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DB4CFF"/>
                      </a:solidFill>
                      <a:latin typeface="CMU Serif"/>
                      <a:ea typeface="CMU Serif"/>
                      <a:cs typeface="CMU Serif"/>
                    </a:rPr>
                    <a:t>RGSS</a:t>
                  </a:r>
                  <a:endParaRPr sz="2200" b="1">
                    <a:solidFill>
                      <a:srgbClr val="DB4CFF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254402145" name=""/>
              <p:cNvGrpSpPr/>
              <p:nvPr/>
            </p:nvGrpSpPr>
            <p:grpSpPr bwMode="auto">
              <a:xfrm>
                <a:off x="11163299" y="0"/>
                <a:ext cx="863013" cy="2150503"/>
                <a:chOff x="0" y="0"/>
                <a:chExt cx="863013" cy="2150503"/>
              </a:xfrm>
            </p:grpSpPr>
            <p:sp>
              <p:nvSpPr>
                <p:cNvPr id="2019635360" name=""/>
                <p:cNvSpPr/>
                <p:nvPr/>
              </p:nvSpPr>
              <p:spPr bwMode="auto">
                <a:xfrm rot="0" flipH="0" flipV="0">
                  <a:off x="22720" y="48363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501713874" name=""/>
                <p:cNvSpPr txBox="1"/>
                <p:nvPr/>
              </p:nvSpPr>
              <p:spPr bwMode="auto">
                <a:xfrm rot="0" flipH="0" flipV="0">
                  <a:off x="0" y="0"/>
                  <a:ext cx="863013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00B050"/>
                      </a:solidFill>
                      <a:latin typeface="CMU Serif"/>
                      <a:ea typeface="CMU Serif"/>
                      <a:cs typeface="CMU Serif"/>
                    </a:rPr>
                    <a:t>Bob</a:t>
                  </a:r>
                  <a:endParaRPr sz="2200" b="1">
                    <a:solidFill>
                      <a:srgbClr val="00B050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2085909733" name=""/>
              <p:cNvGrpSpPr/>
              <p:nvPr/>
            </p:nvGrpSpPr>
            <p:grpSpPr bwMode="auto">
              <a:xfrm>
                <a:off x="4688566" y="0"/>
                <a:ext cx="2687643" cy="2150503"/>
                <a:chOff x="0" y="0"/>
                <a:chExt cx="2687643" cy="2150503"/>
              </a:xfrm>
            </p:grpSpPr>
            <p:sp>
              <p:nvSpPr>
                <p:cNvPr id="210082490" name=""/>
                <p:cNvSpPr/>
                <p:nvPr/>
              </p:nvSpPr>
              <p:spPr bwMode="auto">
                <a:xfrm rot="0" flipH="0" flipV="0">
                  <a:off x="0" y="483629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90989375" name=""/>
                <p:cNvSpPr txBox="1"/>
                <p:nvPr/>
              </p:nvSpPr>
              <p:spPr bwMode="auto">
                <a:xfrm rot="0" flipH="0" flipV="0">
                  <a:off x="803856" y="0"/>
                  <a:ext cx="1080286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45B5FF"/>
                      </a:solidFill>
                      <a:latin typeface="CMU Serif"/>
                      <a:ea typeface="CMU Serif"/>
                      <a:cs typeface="CMU Serif"/>
                    </a:rPr>
                    <a:t>ABSA</a:t>
                  </a:r>
                  <a:endParaRPr sz="22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529669363" name=""/>
              <p:cNvGrpSpPr/>
              <p:nvPr/>
            </p:nvGrpSpPr>
            <p:grpSpPr bwMode="auto">
              <a:xfrm>
                <a:off x="7340240" y="0"/>
                <a:ext cx="1074003" cy="2150503"/>
                <a:chOff x="0" y="0"/>
                <a:chExt cx="1074003" cy="2150503"/>
              </a:xfrm>
            </p:grpSpPr>
            <p:sp>
              <p:nvSpPr>
                <p:cNvPr id="214688163" name=""/>
                <p:cNvSpPr/>
                <p:nvPr/>
              </p:nvSpPr>
              <p:spPr bwMode="auto">
                <a:xfrm rot="0" flipH="0" flipV="0">
                  <a:off x="200271" y="483629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75336918" name=""/>
                <p:cNvSpPr txBox="1"/>
                <p:nvPr/>
              </p:nvSpPr>
              <p:spPr bwMode="auto">
                <a:xfrm rot="0" flipH="0" flipV="0">
                  <a:off x="0" y="0"/>
                  <a:ext cx="1074003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DB4CFF"/>
                      </a:solidFill>
                      <a:latin typeface="CMU Serif"/>
                      <a:ea typeface="CMU Serif"/>
                      <a:cs typeface="CMU Serif"/>
                    </a:rPr>
                    <a:t>RGSS</a:t>
                  </a:r>
                  <a:endParaRPr sz="2200" b="1">
                    <a:solidFill>
                      <a:srgbClr val="DB4CFF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640173159" name=""/>
              <p:cNvGrpSpPr/>
              <p:nvPr/>
            </p:nvGrpSpPr>
            <p:grpSpPr bwMode="auto">
              <a:xfrm>
                <a:off x="8359225" y="0"/>
                <a:ext cx="2687643" cy="2150503"/>
                <a:chOff x="0" y="0"/>
                <a:chExt cx="2687643" cy="2150503"/>
              </a:xfrm>
            </p:grpSpPr>
            <p:sp>
              <p:nvSpPr>
                <p:cNvPr id="1470858541" name=""/>
                <p:cNvSpPr/>
                <p:nvPr/>
              </p:nvSpPr>
              <p:spPr bwMode="auto">
                <a:xfrm rot="0" flipH="0" flipV="0">
                  <a:off x="0" y="483629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67887108" name=""/>
                <p:cNvSpPr txBox="1"/>
                <p:nvPr/>
              </p:nvSpPr>
              <p:spPr bwMode="auto">
                <a:xfrm rot="0" flipH="0" flipV="0">
                  <a:off x="803856" y="0"/>
                  <a:ext cx="1080646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45B5FF"/>
                      </a:solidFill>
                      <a:latin typeface="CMU Serif"/>
                      <a:ea typeface="CMU Serif"/>
                      <a:cs typeface="CMU Serif"/>
                    </a:rPr>
                    <a:t>ABSA</a:t>
                  </a:r>
                  <a:endParaRPr sz="22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</p:grpSp>
        </p:grpSp>
        <p:grpSp>
          <p:nvGrpSpPr>
            <p:cNvPr id="1827653522" name=""/>
            <p:cNvGrpSpPr/>
            <p:nvPr/>
          </p:nvGrpSpPr>
          <p:grpSpPr bwMode="auto">
            <a:xfrm rot="0" flipH="0" flipV="0">
              <a:off x="227684" y="612306"/>
              <a:ext cx="11615722" cy="1408950"/>
              <a:chOff x="0" y="0"/>
              <a:chExt cx="11615722" cy="1408950"/>
            </a:xfrm>
          </p:grpSpPr>
          <p:grpSp>
            <p:nvGrpSpPr>
              <p:cNvPr id="2118267672" name=""/>
              <p:cNvGrpSpPr/>
              <p:nvPr/>
            </p:nvGrpSpPr>
            <p:grpSpPr bwMode="auto">
              <a:xfrm>
                <a:off x="2248855" y="0"/>
                <a:ext cx="3461333" cy="1408950"/>
                <a:chOff x="0" y="0"/>
                <a:chExt cx="3461333" cy="1408950"/>
              </a:xfrm>
            </p:grpSpPr>
            <p:grpSp>
              <p:nvGrpSpPr>
                <p:cNvPr id="1673565893" name=""/>
                <p:cNvGrpSpPr/>
                <p:nvPr/>
              </p:nvGrpSpPr>
              <p:grpSpPr bwMode="auto">
                <a:xfrm rot="10800000" flipH="0" flipV="0">
                  <a:off x="883779" y="167083"/>
                  <a:ext cx="1693775" cy="1067281"/>
                  <a:chOff x="0" y="0"/>
                  <a:chExt cx="1693774" cy="1067280"/>
                </a:xfrm>
              </p:grpSpPr>
              <p:cxnSp>
                <p:nvCxnSpPr>
                  <p:cNvPr id="1897947951" name=""/>
                  <p:cNvCxnSpPr/>
                  <p:nvPr/>
                </p:nvCxnSpPr>
                <p:spPr bwMode="auto">
                  <a:xfrm rot="0" flipH="0" flipV="0">
                    <a:off x="0" y="533639"/>
                    <a:ext cx="1693775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427252" name=""/>
                  <p:cNvCxnSpPr/>
                  <p:nvPr/>
                </p:nvCxnSpPr>
                <p:spPr bwMode="auto">
                  <a:xfrm rot="0" flipH="0" flipV="0">
                    <a:off x="284323" y="0"/>
                    <a:ext cx="1409451" cy="53739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7620188" name=""/>
                  <p:cNvCxnSpPr/>
                  <p:nvPr/>
                </p:nvCxnSpPr>
                <p:spPr bwMode="auto">
                  <a:xfrm rot="0" flipH="0" flipV="0">
                    <a:off x="0" y="529889"/>
                    <a:ext cx="1409451" cy="53739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8030881" name=""/>
                  <p:cNvCxnSpPr/>
                  <p:nvPr/>
                </p:nvCxnSpPr>
                <p:spPr bwMode="auto">
                  <a:xfrm rot="0" flipH="0" flipV="0">
                    <a:off x="284323" y="1063531"/>
                    <a:ext cx="1125127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2040422" name=""/>
                  <p:cNvCxnSpPr/>
                  <p:nvPr/>
                </p:nvCxnSpPr>
                <p:spPr bwMode="auto">
                  <a:xfrm rot="0" flipH="0" flipV="0">
                    <a:off x="284323" y="3749"/>
                    <a:ext cx="1125126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0185853" name=""/>
                  <p:cNvCxnSpPr/>
                  <p:nvPr/>
                </p:nvCxnSpPr>
                <p:spPr bwMode="auto">
                  <a:xfrm rot="0" flipH="0" flipV="1">
                    <a:off x="0" y="7499"/>
                    <a:ext cx="1409451" cy="522389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8696846" name=""/>
                  <p:cNvCxnSpPr/>
                  <p:nvPr/>
                </p:nvCxnSpPr>
                <p:spPr bwMode="auto">
                  <a:xfrm rot="0" flipH="0" flipV="1">
                    <a:off x="284323" y="537390"/>
                    <a:ext cx="1409451" cy="52239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2083919" name=""/>
                  <p:cNvCxnSpPr/>
                  <p:nvPr/>
                </p:nvCxnSpPr>
                <p:spPr bwMode="auto">
                  <a:xfrm rot="0" flipH="0" flipV="1">
                    <a:off x="284323" y="7499"/>
                    <a:ext cx="1125127" cy="1052281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245092" name=""/>
                  <p:cNvCxnSpPr/>
                  <p:nvPr/>
                </p:nvCxnSpPr>
                <p:spPr bwMode="auto">
                  <a:xfrm rot="10800000" flipH="0" flipV="0">
                    <a:off x="284323" y="0"/>
                    <a:ext cx="1125126" cy="1067281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72244283" name=""/>
                <p:cNvSpPr/>
                <p:nvPr/>
              </p:nvSpPr>
              <p:spPr bwMode="auto">
                <a:xfrm rot="10800000" flipH="0" flipV="0">
                  <a:off x="2577556" y="529890"/>
                  <a:ext cx="349168" cy="349168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34570138" name=""/>
                <p:cNvSpPr/>
                <p:nvPr/>
              </p:nvSpPr>
              <p:spPr bwMode="auto">
                <a:xfrm rot="10800000" flipH="0" flipV="0">
                  <a:off x="2293231" y="0"/>
                  <a:ext cx="349168" cy="349168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12410755" name=""/>
                <p:cNvSpPr/>
                <p:nvPr/>
              </p:nvSpPr>
              <p:spPr bwMode="auto">
                <a:xfrm rot="10800000" flipH="0" flipV="0">
                  <a:off x="2293230" y="1059780"/>
                  <a:ext cx="349169" cy="349169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339218659" name=""/>
                <p:cNvCxnSpPr/>
                <p:nvPr/>
              </p:nvCxnSpPr>
              <p:spPr bwMode="auto">
                <a:xfrm rot="0" flipH="0" flipV="0">
                  <a:off x="349168" y="174583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31439761" name=""/>
                <p:cNvSpPr/>
                <p:nvPr/>
              </p:nvSpPr>
              <p:spPr bwMode="auto">
                <a:xfrm rot="0" flipH="0" flipV="0">
                  <a:off x="534609" y="529890"/>
                  <a:ext cx="349168" cy="349168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64243948" name=""/>
                <p:cNvSpPr/>
                <p:nvPr/>
              </p:nvSpPr>
              <p:spPr bwMode="auto">
                <a:xfrm rot="0" flipH="0" flipV="0">
                  <a:off x="818933" y="1059781"/>
                  <a:ext cx="349168" cy="349168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24797811" name=""/>
                <p:cNvSpPr/>
                <p:nvPr/>
              </p:nvSpPr>
              <p:spPr bwMode="auto">
                <a:xfrm rot="0" flipH="0" flipV="0">
                  <a:off x="818932" y="0"/>
                  <a:ext cx="349169" cy="349169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62015949" name=""/>
                <p:cNvSpPr/>
                <p:nvPr/>
              </p:nvSpPr>
              <p:spPr bwMode="auto">
                <a:xfrm rot="0" flipH="0" flipV="0">
                  <a:off x="0" y="529890"/>
                  <a:ext cx="349168" cy="349168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53114699" name=""/>
                <p:cNvSpPr/>
                <p:nvPr/>
              </p:nvSpPr>
              <p:spPr bwMode="auto">
                <a:xfrm rot="0" flipH="0" flipV="0">
                  <a:off x="0" y="1059781"/>
                  <a:ext cx="349168" cy="349168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961703288" name=""/>
                <p:cNvCxnSpPr/>
                <p:nvPr/>
              </p:nvCxnSpPr>
              <p:spPr bwMode="auto">
                <a:xfrm rot="0" flipH="0" flipV="0">
                  <a:off x="349167" y="704474"/>
                  <a:ext cx="185439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0417326" name=""/>
                <p:cNvCxnSpPr/>
                <p:nvPr/>
              </p:nvCxnSpPr>
              <p:spPr bwMode="auto">
                <a:xfrm rot="0" flipH="0" flipV="1">
                  <a:off x="349168" y="1234366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8854352" name=""/>
                <p:cNvSpPr/>
                <p:nvPr/>
              </p:nvSpPr>
              <p:spPr bwMode="auto">
                <a:xfrm rot="10800000" flipH="0" flipV="0">
                  <a:off x="3112165" y="529891"/>
                  <a:ext cx="349168" cy="349168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88558931" name=""/>
                <p:cNvSpPr/>
                <p:nvPr/>
              </p:nvSpPr>
              <p:spPr bwMode="auto">
                <a:xfrm rot="0" flipH="0" flipV="0">
                  <a:off x="0" y="0"/>
                  <a:ext cx="349168" cy="349168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06726150" name=""/>
                <p:cNvSpPr/>
                <p:nvPr/>
              </p:nvSpPr>
              <p:spPr bwMode="auto">
                <a:xfrm rot="10800000" flipH="0" flipV="0">
                  <a:off x="3112165" y="0"/>
                  <a:ext cx="349168" cy="349168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97324892" name=""/>
                <p:cNvSpPr/>
                <p:nvPr/>
              </p:nvSpPr>
              <p:spPr bwMode="auto">
                <a:xfrm rot="10800000" flipH="0" flipV="0">
                  <a:off x="3112165" y="1059781"/>
                  <a:ext cx="349168" cy="349168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80128701" name=""/>
                <p:cNvCxnSpPr/>
                <p:nvPr/>
              </p:nvCxnSpPr>
              <p:spPr bwMode="auto">
                <a:xfrm rot="10800000" flipH="0" flipV="0">
                  <a:off x="2642400" y="1234366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7861373" name=""/>
                <p:cNvCxnSpPr/>
                <p:nvPr/>
              </p:nvCxnSpPr>
              <p:spPr bwMode="auto">
                <a:xfrm rot="10800000" flipH="0" flipV="0">
                  <a:off x="2926726" y="704475"/>
                  <a:ext cx="185439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460840" name=""/>
                <p:cNvCxnSpPr/>
                <p:nvPr/>
              </p:nvCxnSpPr>
              <p:spPr bwMode="auto">
                <a:xfrm rot="10800000" flipH="0" flipV="1">
                  <a:off x="2642400" y="174583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6513874" name=""/>
              <p:cNvGrpSpPr/>
              <p:nvPr/>
            </p:nvGrpSpPr>
            <p:grpSpPr bwMode="auto">
              <a:xfrm>
                <a:off x="0" y="0"/>
                <a:ext cx="2053512" cy="1408950"/>
                <a:chOff x="0" y="0"/>
                <a:chExt cx="2053512" cy="1408950"/>
              </a:xfrm>
            </p:grpSpPr>
            <p:cxnSp>
              <p:nvCxnSpPr>
                <p:cNvPr id="69693197" name=""/>
                <p:cNvCxnSpPr/>
                <p:nvPr/>
              </p:nvCxnSpPr>
              <p:spPr bwMode="auto">
                <a:xfrm rot="10800000" flipH="0" flipV="0">
                  <a:off x="1234579" y="1234366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602225" name=""/>
                <p:cNvSpPr/>
                <p:nvPr/>
              </p:nvSpPr>
              <p:spPr bwMode="auto">
                <a:xfrm rot="10800000" flipH="0" flipV="0">
                  <a:off x="885411" y="529890"/>
                  <a:ext cx="349167" cy="349167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15815395" name=""/>
                <p:cNvSpPr/>
                <p:nvPr/>
              </p:nvSpPr>
              <p:spPr bwMode="auto">
                <a:xfrm rot="10800000" flipH="0" flipV="0">
                  <a:off x="885410" y="0"/>
                  <a:ext cx="349167" cy="349167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43108338" name=""/>
                <p:cNvSpPr/>
                <p:nvPr/>
              </p:nvSpPr>
              <p:spPr bwMode="auto">
                <a:xfrm rot="10800000" flipH="0" flipV="0">
                  <a:off x="885409" y="1059780"/>
                  <a:ext cx="349168" cy="349168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18767202" name=""/>
                <p:cNvSpPr/>
                <p:nvPr/>
              </p:nvSpPr>
              <p:spPr bwMode="auto">
                <a:xfrm rot="10800000" flipH="0" flipV="0">
                  <a:off x="1704344" y="529891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71374763" name=""/>
                <p:cNvSpPr/>
                <p:nvPr/>
              </p:nvSpPr>
              <p:spPr bwMode="auto">
                <a:xfrm rot="10800000" flipH="0" flipV="0">
                  <a:off x="1704344" y="0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2073403957" name=""/>
                <p:cNvCxnSpPr>
                  <a:stCxn id="1718767202" idx="6"/>
                  <a:endCxn id="660602225" idx="2"/>
                </p:cNvCxnSpPr>
                <p:nvPr/>
              </p:nvCxnSpPr>
              <p:spPr bwMode="auto">
                <a:xfrm rot="10800000" flipH="0" flipV="0">
                  <a:off x="1234579" y="704475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9776652" name=""/>
                <p:cNvCxnSpPr/>
                <p:nvPr/>
              </p:nvCxnSpPr>
              <p:spPr bwMode="auto">
                <a:xfrm rot="10800000" flipH="0" flipV="1">
                  <a:off x="1234579" y="174583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4003838" name=""/>
                <p:cNvCxnSpPr>
                  <a:stCxn id="1443108338" idx="6"/>
                  <a:endCxn id="756193033" idx="1"/>
                </p:cNvCxnSpPr>
                <p:nvPr/>
              </p:nvCxnSpPr>
              <p:spPr bwMode="auto">
                <a:xfrm rot="10800000" flipH="0" flipV="0">
                  <a:off x="298033" y="827925"/>
                  <a:ext cx="587376" cy="406439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04737823" name=""/>
                <p:cNvSpPr/>
                <p:nvPr/>
              </p:nvSpPr>
              <p:spPr bwMode="auto">
                <a:xfrm rot="10800000" flipH="0" flipV="0">
                  <a:off x="1704344" y="1059781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629924769" name=""/>
                <p:cNvCxnSpPr>
                  <a:stCxn id="660602225" idx="6"/>
                  <a:endCxn id="756193033" idx="2"/>
                </p:cNvCxnSpPr>
                <p:nvPr/>
              </p:nvCxnSpPr>
              <p:spPr bwMode="auto">
                <a:xfrm rot="10800000" flipH="0" flipV="1">
                  <a:off x="349167" y="704475"/>
                  <a:ext cx="536243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8729069" name=""/>
                <p:cNvCxnSpPr/>
                <p:nvPr/>
              </p:nvCxnSpPr>
              <p:spPr bwMode="auto">
                <a:xfrm rot="10800000" flipH="0" flipV="1">
                  <a:off x="298034" y="174583"/>
                  <a:ext cx="587377" cy="406442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6193033" name=""/>
                <p:cNvSpPr/>
                <p:nvPr/>
              </p:nvSpPr>
              <p:spPr bwMode="auto">
                <a:xfrm rot="10800000" flipH="0" flipV="0">
                  <a:off x="0" y="529891"/>
                  <a:ext cx="349167" cy="349167"/>
                </a:xfrm>
                <a:prstGeom prst="ellipse">
                  <a:avLst/>
                </a:prstGeom>
                <a:solidFill>
                  <a:srgbClr val="E173FF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259686734" name=""/>
              <p:cNvGrpSpPr/>
              <p:nvPr/>
            </p:nvGrpSpPr>
            <p:grpSpPr bwMode="auto">
              <a:xfrm rot="10800000">
                <a:off x="9562209" y="0"/>
                <a:ext cx="2053512" cy="1408950"/>
                <a:chOff x="0" y="0"/>
                <a:chExt cx="2053512" cy="1408950"/>
              </a:xfrm>
            </p:grpSpPr>
            <p:cxnSp>
              <p:nvCxnSpPr>
                <p:cNvPr id="593307257" name=""/>
                <p:cNvCxnSpPr/>
                <p:nvPr/>
              </p:nvCxnSpPr>
              <p:spPr bwMode="auto">
                <a:xfrm rot="10800000" flipH="0" flipV="0">
                  <a:off x="1234579" y="1234366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60222690" name=""/>
                <p:cNvSpPr/>
                <p:nvPr/>
              </p:nvSpPr>
              <p:spPr bwMode="auto">
                <a:xfrm rot="10800000" flipH="0" flipV="0">
                  <a:off x="885411" y="529890"/>
                  <a:ext cx="349167" cy="349167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31957039" name=""/>
                <p:cNvSpPr/>
                <p:nvPr/>
              </p:nvSpPr>
              <p:spPr bwMode="auto">
                <a:xfrm rot="10800000" flipH="0" flipV="0">
                  <a:off x="885411" y="0"/>
                  <a:ext cx="349167" cy="349167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92409233" name=""/>
                <p:cNvSpPr/>
                <p:nvPr/>
              </p:nvSpPr>
              <p:spPr bwMode="auto">
                <a:xfrm rot="10800000" flipH="0" flipV="0">
                  <a:off x="885409" y="1059780"/>
                  <a:ext cx="349168" cy="349168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02800300" name=""/>
                <p:cNvSpPr/>
                <p:nvPr/>
              </p:nvSpPr>
              <p:spPr bwMode="auto">
                <a:xfrm rot="10800000" flipH="0" flipV="0">
                  <a:off x="1704344" y="529891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29077704" name=""/>
                <p:cNvSpPr/>
                <p:nvPr/>
              </p:nvSpPr>
              <p:spPr bwMode="auto">
                <a:xfrm rot="10800000" flipH="0" flipV="0">
                  <a:off x="1704344" y="0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2013156967" name=""/>
                <p:cNvCxnSpPr/>
                <p:nvPr/>
              </p:nvCxnSpPr>
              <p:spPr bwMode="auto">
                <a:xfrm rot="10800000" flipH="0" flipV="0">
                  <a:off x="1234579" y="704475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6772376" name=""/>
                <p:cNvCxnSpPr/>
                <p:nvPr/>
              </p:nvCxnSpPr>
              <p:spPr bwMode="auto">
                <a:xfrm rot="10800000" flipH="0" flipV="1">
                  <a:off x="1234579" y="174583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7659624" name=""/>
                <p:cNvCxnSpPr/>
                <p:nvPr/>
              </p:nvCxnSpPr>
              <p:spPr bwMode="auto">
                <a:xfrm rot="10800000" flipH="0" flipV="0">
                  <a:off x="298032" y="827924"/>
                  <a:ext cx="587376" cy="406438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4493056" name=""/>
                <p:cNvSpPr/>
                <p:nvPr/>
              </p:nvSpPr>
              <p:spPr bwMode="auto">
                <a:xfrm rot="10800000" flipH="0" flipV="0">
                  <a:off x="1704344" y="1059781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573105995" name=""/>
                <p:cNvCxnSpPr/>
                <p:nvPr/>
              </p:nvCxnSpPr>
              <p:spPr bwMode="auto">
                <a:xfrm rot="10800000" flipH="0" flipV="1">
                  <a:off x="349167" y="704475"/>
                  <a:ext cx="536242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19340" name=""/>
                <p:cNvCxnSpPr/>
                <p:nvPr/>
              </p:nvCxnSpPr>
              <p:spPr bwMode="auto">
                <a:xfrm rot="10800000" flipH="0" flipV="1">
                  <a:off x="298033" y="174583"/>
                  <a:ext cx="587376" cy="406441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4176722" name=""/>
                <p:cNvSpPr/>
                <p:nvPr/>
              </p:nvSpPr>
              <p:spPr bwMode="auto">
                <a:xfrm rot="10800000" flipH="0" flipV="0">
                  <a:off x="0" y="529891"/>
                  <a:ext cx="349167" cy="349167"/>
                </a:xfrm>
                <a:prstGeom prst="ellipse">
                  <a:avLst/>
                </a:prstGeom>
                <a:solidFill>
                  <a:srgbClr val="E173FF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707504848" name=""/>
              <p:cNvGrpSpPr/>
              <p:nvPr/>
            </p:nvGrpSpPr>
            <p:grpSpPr bwMode="auto">
              <a:xfrm rot="10800000">
                <a:off x="5905533" y="0"/>
                <a:ext cx="3461332" cy="1408950"/>
                <a:chOff x="0" y="0"/>
                <a:chExt cx="3461332" cy="1408950"/>
              </a:xfrm>
            </p:grpSpPr>
            <p:grpSp>
              <p:nvGrpSpPr>
                <p:cNvPr id="1893682641" name=""/>
                <p:cNvGrpSpPr/>
                <p:nvPr/>
              </p:nvGrpSpPr>
              <p:grpSpPr bwMode="auto">
                <a:xfrm rot="10800000" flipH="0" flipV="0">
                  <a:off x="883778" y="167082"/>
                  <a:ext cx="1693774" cy="1067280"/>
                  <a:chOff x="0" y="0"/>
                  <a:chExt cx="1693774" cy="1067280"/>
                </a:xfrm>
              </p:grpSpPr>
              <p:cxnSp>
                <p:nvCxnSpPr>
                  <p:cNvPr id="1338277660" name=""/>
                  <p:cNvCxnSpPr/>
                  <p:nvPr/>
                </p:nvCxnSpPr>
                <p:spPr bwMode="auto">
                  <a:xfrm rot="0" flipH="0" flipV="0">
                    <a:off x="0" y="533638"/>
                    <a:ext cx="16937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0849151" name=""/>
                  <p:cNvCxnSpPr/>
                  <p:nvPr/>
                </p:nvCxnSpPr>
                <p:spPr bwMode="auto">
                  <a:xfrm rot="0" flipH="0" flipV="0">
                    <a:off x="284322" y="0"/>
                    <a:ext cx="1409450" cy="53739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6096105" name=""/>
                  <p:cNvCxnSpPr/>
                  <p:nvPr/>
                </p:nvCxnSpPr>
                <p:spPr bwMode="auto">
                  <a:xfrm rot="0" flipH="0" flipV="0">
                    <a:off x="0" y="529888"/>
                    <a:ext cx="1409450" cy="53739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7782727" name=""/>
                  <p:cNvCxnSpPr/>
                  <p:nvPr/>
                </p:nvCxnSpPr>
                <p:spPr bwMode="auto">
                  <a:xfrm rot="0" flipH="0" flipV="0">
                    <a:off x="284322" y="1063530"/>
                    <a:ext cx="1125126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8278682" name=""/>
                  <p:cNvCxnSpPr/>
                  <p:nvPr/>
                </p:nvCxnSpPr>
                <p:spPr bwMode="auto">
                  <a:xfrm rot="0" flipH="0" flipV="0">
                    <a:off x="284322" y="3748"/>
                    <a:ext cx="1125126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6702068" name=""/>
                  <p:cNvCxnSpPr/>
                  <p:nvPr/>
                </p:nvCxnSpPr>
                <p:spPr bwMode="auto">
                  <a:xfrm rot="0" flipH="0" flipV="1">
                    <a:off x="0" y="7498"/>
                    <a:ext cx="1409450" cy="522388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7578085" name=""/>
                  <p:cNvCxnSpPr/>
                  <p:nvPr/>
                </p:nvCxnSpPr>
                <p:spPr bwMode="auto">
                  <a:xfrm rot="0" flipH="0" flipV="1">
                    <a:off x="284322" y="537390"/>
                    <a:ext cx="1409450" cy="522389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2427278" name=""/>
                  <p:cNvCxnSpPr/>
                  <p:nvPr/>
                </p:nvCxnSpPr>
                <p:spPr bwMode="auto">
                  <a:xfrm rot="0" flipH="0" flipV="1">
                    <a:off x="284322" y="7498"/>
                    <a:ext cx="1125126" cy="105228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7131472" name=""/>
                  <p:cNvCxnSpPr/>
                  <p:nvPr/>
                </p:nvCxnSpPr>
                <p:spPr bwMode="auto">
                  <a:xfrm rot="10800000" flipH="0" flipV="0">
                    <a:off x="284322" y="0"/>
                    <a:ext cx="1125126" cy="106728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327122454" name=""/>
                <p:cNvSpPr/>
                <p:nvPr/>
              </p:nvSpPr>
              <p:spPr bwMode="auto">
                <a:xfrm rot="10800000" flipH="0" flipV="0">
                  <a:off x="2577556" y="529889"/>
                  <a:ext cx="349167" cy="349167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25087022" name=""/>
                <p:cNvSpPr/>
                <p:nvPr/>
              </p:nvSpPr>
              <p:spPr bwMode="auto">
                <a:xfrm rot="10800000" flipH="0" flipV="0">
                  <a:off x="2293231" y="0"/>
                  <a:ext cx="349167" cy="349167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02291562" name=""/>
                <p:cNvSpPr/>
                <p:nvPr/>
              </p:nvSpPr>
              <p:spPr bwMode="auto">
                <a:xfrm rot="10800000" flipH="0" flipV="0">
                  <a:off x="2293229" y="1059779"/>
                  <a:ext cx="349168" cy="349168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221866843" name=""/>
                <p:cNvCxnSpPr/>
                <p:nvPr/>
              </p:nvCxnSpPr>
              <p:spPr bwMode="auto">
                <a:xfrm rot="0" flipH="0" flipV="0">
                  <a:off x="349168" y="174582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8561871" name=""/>
                <p:cNvSpPr/>
                <p:nvPr/>
              </p:nvSpPr>
              <p:spPr bwMode="auto">
                <a:xfrm rot="0" flipH="0" flipV="0">
                  <a:off x="534609" y="529889"/>
                  <a:ext cx="349167" cy="349167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22983553" name=""/>
                <p:cNvSpPr/>
                <p:nvPr/>
              </p:nvSpPr>
              <p:spPr bwMode="auto">
                <a:xfrm rot="0" flipH="0" flipV="0">
                  <a:off x="818933" y="1059780"/>
                  <a:ext cx="349167" cy="349167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33505071" name=""/>
                <p:cNvSpPr/>
                <p:nvPr/>
              </p:nvSpPr>
              <p:spPr bwMode="auto">
                <a:xfrm rot="0" flipH="0" flipV="0">
                  <a:off x="818931" y="0"/>
                  <a:ext cx="349168" cy="349168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35566887" name=""/>
                <p:cNvSpPr/>
                <p:nvPr/>
              </p:nvSpPr>
              <p:spPr bwMode="auto">
                <a:xfrm rot="0" flipH="0" flipV="0">
                  <a:off x="0" y="529889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6442261" name=""/>
                <p:cNvSpPr/>
                <p:nvPr/>
              </p:nvSpPr>
              <p:spPr bwMode="auto">
                <a:xfrm rot="0" flipH="0" flipV="0">
                  <a:off x="0" y="1059780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828205570" name=""/>
                <p:cNvCxnSpPr/>
                <p:nvPr/>
              </p:nvCxnSpPr>
              <p:spPr bwMode="auto">
                <a:xfrm rot="0" flipH="0" flipV="0">
                  <a:off x="349167" y="704473"/>
                  <a:ext cx="185438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5921146" name=""/>
                <p:cNvCxnSpPr/>
                <p:nvPr/>
              </p:nvCxnSpPr>
              <p:spPr bwMode="auto">
                <a:xfrm rot="0" flipH="0" flipV="1">
                  <a:off x="349168" y="1234366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80085164" name=""/>
                <p:cNvSpPr/>
                <p:nvPr/>
              </p:nvSpPr>
              <p:spPr bwMode="auto">
                <a:xfrm rot="10800000" flipH="0" flipV="0">
                  <a:off x="3112164" y="529890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11282433" name=""/>
                <p:cNvSpPr/>
                <p:nvPr/>
              </p:nvSpPr>
              <p:spPr bwMode="auto">
                <a:xfrm rot="0" flipH="0" flipV="0">
                  <a:off x="0" y="0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92290018" name=""/>
                <p:cNvSpPr/>
                <p:nvPr/>
              </p:nvSpPr>
              <p:spPr bwMode="auto">
                <a:xfrm rot="10800000" flipH="0" flipV="0">
                  <a:off x="3112164" y="0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73983102" name=""/>
                <p:cNvSpPr/>
                <p:nvPr/>
              </p:nvSpPr>
              <p:spPr bwMode="auto">
                <a:xfrm rot="10800000" flipH="0" flipV="0">
                  <a:off x="3112164" y="1059780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31090321" name=""/>
                <p:cNvCxnSpPr/>
                <p:nvPr/>
              </p:nvCxnSpPr>
              <p:spPr bwMode="auto">
                <a:xfrm rot="10800000" flipH="0" flipV="0">
                  <a:off x="2642400" y="1234365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5206324" name=""/>
                <p:cNvCxnSpPr/>
                <p:nvPr/>
              </p:nvCxnSpPr>
              <p:spPr bwMode="auto">
                <a:xfrm rot="10800000" flipH="0" flipV="0">
                  <a:off x="2926725" y="704475"/>
                  <a:ext cx="185438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6300762" name=""/>
                <p:cNvCxnSpPr/>
                <p:nvPr/>
              </p:nvCxnSpPr>
              <p:spPr bwMode="auto">
                <a:xfrm rot="10800000" flipH="0" flipV="1">
                  <a:off x="2642400" y="174582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60835786" name=""/>
          <p:cNvGrpSpPr/>
          <p:nvPr/>
        </p:nvGrpSpPr>
        <p:grpSpPr bwMode="auto">
          <a:xfrm>
            <a:off x="164230" y="3171009"/>
            <a:ext cx="11844783" cy="1666873"/>
            <a:chOff x="0" y="0"/>
            <a:chExt cx="11844783" cy="1666873"/>
          </a:xfrm>
        </p:grpSpPr>
        <p:grpSp>
          <p:nvGrpSpPr>
            <p:cNvPr id="496706600" name=""/>
            <p:cNvGrpSpPr/>
            <p:nvPr/>
          </p:nvGrpSpPr>
          <p:grpSpPr bwMode="auto">
            <a:xfrm>
              <a:off x="0" y="0"/>
              <a:ext cx="11844783" cy="1666873"/>
              <a:chOff x="0" y="0"/>
              <a:chExt cx="11844783" cy="1666873"/>
            </a:xfrm>
          </p:grpSpPr>
          <p:grpSp>
            <p:nvGrpSpPr>
              <p:cNvPr id="1003131626" name=""/>
              <p:cNvGrpSpPr/>
              <p:nvPr/>
            </p:nvGrpSpPr>
            <p:grpSpPr bwMode="auto">
              <a:xfrm>
                <a:off x="0" y="0"/>
                <a:ext cx="11844783" cy="1666873"/>
                <a:chOff x="0" y="0"/>
                <a:chExt cx="11844783" cy="1666873"/>
              </a:xfrm>
            </p:grpSpPr>
            <p:sp>
              <p:nvSpPr>
                <p:cNvPr id="1717785033" name=""/>
                <p:cNvSpPr/>
                <p:nvPr/>
              </p:nvSpPr>
              <p:spPr bwMode="auto">
                <a:xfrm rot="0" flipH="0" flipV="0">
                  <a:off x="94359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71688490" name=""/>
                <p:cNvSpPr/>
                <p:nvPr/>
              </p:nvSpPr>
              <p:spPr bwMode="auto">
                <a:xfrm rot="0" flipH="0" flipV="0">
                  <a:off x="3795538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36066538" name=""/>
                <p:cNvSpPr/>
                <p:nvPr/>
              </p:nvSpPr>
              <p:spPr bwMode="auto">
                <a:xfrm rot="0" flipH="0" flipV="0">
                  <a:off x="4594842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565945914" name=""/>
                <p:cNvSpPr/>
                <p:nvPr/>
              </p:nvSpPr>
              <p:spPr bwMode="auto">
                <a:xfrm rot="0" flipH="0" flipV="0">
                  <a:off x="7446787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60747873" name=""/>
                <p:cNvSpPr/>
                <p:nvPr/>
              </p:nvSpPr>
              <p:spPr bwMode="auto">
                <a:xfrm rot="0" flipH="0" flipV="0">
                  <a:off x="826550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2126219565" name=""/>
                <p:cNvSpPr/>
                <p:nvPr/>
              </p:nvSpPr>
              <p:spPr bwMode="auto">
                <a:xfrm rot="0" flipH="0" flipV="0">
                  <a:off x="11092296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565399584" name=""/>
                <p:cNvSpPr/>
                <p:nvPr/>
              </p:nvSpPr>
              <p:spPr bwMode="auto">
                <a:xfrm rot="0" flipH="0" flipV="0">
                  <a:off x="0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grpSp>
            <p:nvGrpSpPr>
              <p:cNvPr id="1197013131" name=""/>
              <p:cNvGrpSpPr/>
              <p:nvPr/>
            </p:nvGrpSpPr>
            <p:grpSpPr bwMode="auto">
              <a:xfrm rot="0" flipH="0" flipV="0">
                <a:off x="133960" y="136462"/>
                <a:ext cx="11615721" cy="1408950"/>
                <a:chOff x="0" y="0"/>
                <a:chExt cx="11615721" cy="1408950"/>
              </a:xfrm>
            </p:grpSpPr>
            <p:grpSp>
              <p:nvGrpSpPr>
                <p:cNvPr id="835743935" name=""/>
                <p:cNvGrpSpPr/>
                <p:nvPr/>
              </p:nvGrpSpPr>
              <p:grpSpPr bwMode="auto">
                <a:xfrm>
                  <a:off x="2248855" y="0"/>
                  <a:ext cx="3461332" cy="1408948"/>
                  <a:chOff x="0" y="0"/>
                  <a:chExt cx="3461332" cy="1408948"/>
                </a:xfrm>
              </p:grpSpPr>
              <p:grpSp>
                <p:nvGrpSpPr>
                  <p:cNvPr id="698213522" name=""/>
                  <p:cNvGrpSpPr/>
                  <p:nvPr/>
                </p:nvGrpSpPr>
                <p:grpSpPr bwMode="auto">
                  <a:xfrm rot="10800000" flipH="0" flipV="0">
                    <a:off x="883778" y="167082"/>
                    <a:ext cx="1693774" cy="1067280"/>
                    <a:chOff x="0" y="0"/>
                    <a:chExt cx="1693774" cy="1067280"/>
                  </a:xfrm>
                </p:grpSpPr>
                <p:cxnSp>
                  <p:nvCxnSpPr>
                    <p:cNvPr id="1214530299" name=""/>
                    <p:cNvCxnSpPr/>
                    <p:nvPr/>
                  </p:nvCxnSpPr>
                  <p:spPr bwMode="auto">
                    <a:xfrm rot="0" flipH="0" flipV="0">
                      <a:off x="0" y="533638"/>
                      <a:ext cx="169377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49783128" name=""/>
                    <p:cNvCxnSpPr/>
                    <p:nvPr/>
                  </p:nvCxnSpPr>
                  <p:spPr bwMode="auto">
                    <a:xfrm rot="0" flipH="0" flipV="0">
                      <a:off x="284322" y="0"/>
                      <a:ext cx="1409450" cy="537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85849075" name=""/>
                    <p:cNvCxnSpPr/>
                    <p:nvPr/>
                  </p:nvCxnSpPr>
                  <p:spPr bwMode="auto">
                    <a:xfrm rot="0" flipH="0" flipV="0">
                      <a:off x="0" y="529888"/>
                      <a:ext cx="1409450" cy="537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048759" name=""/>
                    <p:cNvCxnSpPr/>
                    <p:nvPr/>
                  </p:nvCxnSpPr>
                  <p:spPr bwMode="auto">
                    <a:xfrm rot="0" flipH="0" flipV="0">
                      <a:off x="284322" y="1063530"/>
                      <a:ext cx="112512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5186703" name=""/>
                    <p:cNvCxnSpPr/>
                    <p:nvPr/>
                  </p:nvCxnSpPr>
                  <p:spPr bwMode="auto">
                    <a:xfrm rot="0" flipH="0" flipV="0">
                      <a:off x="284322" y="3748"/>
                      <a:ext cx="112512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9320282" name=""/>
                    <p:cNvCxnSpPr/>
                    <p:nvPr/>
                  </p:nvCxnSpPr>
                  <p:spPr bwMode="auto">
                    <a:xfrm rot="0" flipH="0" flipV="1">
                      <a:off x="0" y="7498"/>
                      <a:ext cx="1409450" cy="52238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0805490" name=""/>
                    <p:cNvCxnSpPr/>
                    <p:nvPr/>
                  </p:nvCxnSpPr>
                  <p:spPr bwMode="auto">
                    <a:xfrm rot="0" flipH="0" flipV="1">
                      <a:off x="284322" y="537390"/>
                      <a:ext cx="1409450" cy="52238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63161198" name=""/>
                    <p:cNvCxnSpPr/>
                    <p:nvPr/>
                  </p:nvCxnSpPr>
                  <p:spPr bwMode="auto">
                    <a:xfrm rot="0" flipH="0" flipV="1">
                      <a:off x="284322" y="7498"/>
                      <a:ext cx="1125126" cy="105228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7434546" name=""/>
                    <p:cNvCxnSpPr/>
                    <p:nvPr/>
                  </p:nvCxnSpPr>
                  <p:spPr bwMode="auto">
                    <a:xfrm rot="10800000" flipH="0" flipV="0">
                      <a:off x="284322" y="0"/>
                      <a:ext cx="1125126" cy="106728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69959348" name=""/>
                  <p:cNvSpPr/>
                  <p:nvPr/>
                </p:nvSpPr>
                <p:spPr bwMode="auto">
                  <a:xfrm rot="10800000" flipH="0" flipV="0">
                    <a:off x="2577556" y="529889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696441097" name=""/>
                  <p:cNvSpPr/>
                  <p:nvPr/>
                </p:nvSpPr>
                <p:spPr bwMode="auto">
                  <a:xfrm rot="10800000" flipH="0" flipV="0">
                    <a:off x="2293231" y="0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39620057" name=""/>
                  <p:cNvSpPr/>
                  <p:nvPr/>
                </p:nvSpPr>
                <p:spPr bwMode="auto">
                  <a:xfrm rot="10800000" flipH="0" flipV="0">
                    <a:off x="2293229" y="1059779"/>
                    <a:ext cx="349168" cy="349168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946701430" name=""/>
                  <p:cNvCxnSpPr/>
                  <p:nvPr/>
                </p:nvCxnSpPr>
                <p:spPr bwMode="auto">
                  <a:xfrm rot="0" flipH="0" flipV="0">
                    <a:off x="349168" y="174582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9418421" name=""/>
                  <p:cNvSpPr/>
                  <p:nvPr/>
                </p:nvSpPr>
                <p:spPr bwMode="auto">
                  <a:xfrm rot="0" flipH="0" flipV="0">
                    <a:off x="534609" y="529889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044219310" name=""/>
                  <p:cNvSpPr/>
                  <p:nvPr/>
                </p:nvSpPr>
                <p:spPr bwMode="auto">
                  <a:xfrm rot="0" flipH="0" flipV="0">
                    <a:off x="818933" y="1059780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182257812" name=""/>
                  <p:cNvSpPr/>
                  <p:nvPr/>
                </p:nvSpPr>
                <p:spPr bwMode="auto">
                  <a:xfrm rot="0" flipH="0" flipV="0">
                    <a:off x="818931" y="0"/>
                    <a:ext cx="349168" cy="349168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53455618" name=""/>
                  <p:cNvSpPr/>
                  <p:nvPr/>
                </p:nvSpPr>
                <p:spPr bwMode="auto">
                  <a:xfrm rot="0" flipH="0" flipV="0">
                    <a:off x="0" y="529889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748851883" name=""/>
                  <p:cNvSpPr/>
                  <p:nvPr/>
                </p:nvSpPr>
                <p:spPr bwMode="auto">
                  <a:xfrm rot="0" flipH="0" flipV="0">
                    <a:off x="0" y="105978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1689793" name=""/>
                  <p:cNvCxnSpPr/>
                  <p:nvPr/>
                </p:nvCxnSpPr>
                <p:spPr bwMode="auto">
                  <a:xfrm rot="0" flipH="0" flipV="0">
                    <a:off x="349167" y="704473"/>
                    <a:ext cx="185438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6317418" name=""/>
                  <p:cNvCxnSpPr/>
                  <p:nvPr/>
                </p:nvCxnSpPr>
                <p:spPr bwMode="auto">
                  <a:xfrm rot="0" flipH="0" flipV="1">
                    <a:off x="349168" y="1234366"/>
                    <a:ext cx="469764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600880" name=""/>
                  <p:cNvSpPr/>
                  <p:nvPr/>
                </p:nvSpPr>
                <p:spPr bwMode="auto">
                  <a:xfrm rot="10800000" flipH="0" flipV="0">
                    <a:off x="3112164" y="52989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550855543" name=""/>
                  <p:cNvSpPr/>
                  <p:nvPr/>
                </p:nvSpPr>
                <p:spPr bwMode="auto">
                  <a:xfrm rot="0" flipH="0" flipV="0">
                    <a:off x="0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25778953" name=""/>
                  <p:cNvSpPr/>
                  <p:nvPr/>
                </p:nvSpPr>
                <p:spPr bwMode="auto">
                  <a:xfrm rot="10800000" flipH="0" flipV="0">
                    <a:off x="3112164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4645520" name=""/>
                  <p:cNvSpPr/>
                  <p:nvPr/>
                </p:nvSpPr>
                <p:spPr bwMode="auto">
                  <a:xfrm rot="10800000" flipH="0" flipV="0">
                    <a:off x="3112164" y="105978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2069656443" name=""/>
                  <p:cNvCxnSpPr/>
                  <p:nvPr/>
                </p:nvCxnSpPr>
                <p:spPr bwMode="auto">
                  <a:xfrm rot="10800000" flipH="0" flipV="0">
                    <a:off x="2642400" y="1234365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55538314" name=""/>
                  <p:cNvCxnSpPr/>
                  <p:nvPr/>
                </p:nvCxnSpPr>
                <p:spPr bwMode="auto">
                  <a:xfrm rot="10800000" flipH="0" flipV="0">
                    <a:off x="2926725" y="704475"/>
                    <a:ext cx="185438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5717394" name=""/>
                  <p:cNvCxnSpPr/>
                  <p:nvPr/>
                </p:nvCxnSpPr>
                <p:spPr bwMode="auto">
                  <a:xfrm rot="10800000" flipH="0" flipV="1">
                    <a:off x="2642400" y="174582"/>
                    <a:ext cx="469764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37411549" name=""/>
                <p:cNvGrpSpPr/>
                <p:nvPr/>
              </p:nvGrpSpPr>
              <p:grpSpPr bwMode="auto">
                <a:xfrm>
                  <a:off x="0" y="0"/>
                  <a:ext cx="2053512" cy="1408950"/>
                  <a:chOff x="0" y="0"/>
                  <a:chExt cx="2053512" cy="1408950"/>
                </a:xfrm>
              </p:grpSpPr>
              <p:cxnSp>
                <p:nvCxnSpPr>
                  <p:cNvPr id="897470396" name=""/>
                  <p:cNvCxnSpPr/>
                  <p:nvPr/>
                </p:nvCxnSpPr>
                <p:spPr bwMode="auto">
                  <a:xfrm rot="10800000" flipH="0" flipV="0">
                    <a:off x="1234578" y="1234366"/>
                    <a:ext cx="469764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81678284" name=""/>
                  <p:cNvSpPr/>
                  <p:nvPr/>
                </p:nvSpPr>
                <p:spPr bwMode="auto">
                  <a:xfrm rot="10800000" flipH="0" flipV="0">
                    <a:off x="885411" y="529889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558477510" name=""/>
                  <p:cNvSpPr/>
                  <p:nvPr/>
                </p:nvSpPr>
                <p:spPr bwMode="auto">
                  <a:xfrm rot="10800000" flipH="0" flipV="0">
                    <a:off x="885409" y="0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947173011" name=""/>
                  <p:cNvSpPr/>
                  <p:nvPr/>
                </p:nvSpPr>
                <p:spPr bwMode="auto">
                  <a:xfrm rot="10800000" flipH="0" flipV="0">
                    <a:off x="885408" y="1059779"/>
                    <a:ext cx="349168" cy="349168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62395150" name=""/>
                  <p:cNvSpPr/>
                  <p:nvPr/>
                </p:nvSpPr>
                <p:spPr bwMode="auto">
                  <a:xfrm rot="10800000" flipH="0" flipV="0">
                    <a:off x="1704343" y="52989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410647231" name=""/>
                  <p:cNvSpPr/>
                  <p:nvPr/>
                </p:nvSpPr>
                <p:spPr bwMode="auto">
                  <a:xfrm rot="10800000" flipH="0" flipV="0">
                    <a:off x="1704343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335864555" name=""/>
                  <p:cNvCxnSpPr/>
                  <p:nvPr/>
                </p:nvCxnSpPr>
                <p:spPr bwMode="auto">
                  <a:xfrm rot="10800000" flipH="0" flipV="0">
                    <a:off x="1234578" y="704475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3483830" name=""/>
                  <p:cNvCxnSpPr/>
                  <p:nvPr/>
                </p:nvCxnSpPr>
                <p:spPr bwMode="auto">
                  <a:xfrm rot="10800000" flipH="0" flipV="1">
                    <a:off x="1234578" y="174582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3335365" name=""/>
                  <p:cNvCxnSpPr/>
                  <p:nvPr/>
                </p:nvCxnSpPr>
                <p:spPr bwMode="auto">
                  <a:xfrm rot="10800000" flipH="0" flipV="0">
                    <a:off x="298032" y="827924"/>
                    <a:ext cx="587376" cy="406438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62792257" name=""/>
                  <p:cNvSpPr/>
                  <p:nvPr/>
                </p:nvSpPr>
                <p:spPr bwMode="auto">
                  <a:xfrm rot="10800000" flipH="0" flipV="0">
                    <a:off x="1704343" y="105978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222394827" name=""/>
                  <p:cNvCxnSpPr/>
                  <p:nvPr/>
                </p:nvCxnSpPr>
                <p:spPr bwMode="auto">
                  <a:xfrm rot="10800000" flipH="0" flipV="1">
                    <a:off x="349167" y="704475"/>
                    <a:ext cx="536242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6786916" name=""/>
                  <p:cNvCxnSpPr/>
                  <p:nvPr/>
                </p:nvCxnSpPr>
                <p:spPr bwMode="auto">
                  <a:xfrm rot="10800000" flipH="0" flipV="1">
                    <a:off x="298033" y="174582"/>
                    <a:ext cx="587376" cy="406441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0802620" name=""/>
                  <p:cNvSpPr/>
                  <p:nvPr/>
                </p:nvSpPr>
                <p:spPr bwMode="auto">
                  <a:xfrm rot="10800000" flipH="0" flipV="0">
                    <a:off x="0" y="529891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1616200692" name=""/>
                <p:cNvGrpSpPr/>
                <p:nvPr/>
              </p:nvGrpSpPr>
              <p:grpSpPr bwMode="auto">
                <a:xfrm rot="10800000">
                  <a:off x="9562209" y="0"/>
                  <a:ext cx="2053512" cy="1408950"/>
                  <a:chOff x="0" y="0"/>
                  <a:chExt cx="2053512" cy="1408950"/>
                </a:xfrm>
              </p:grpSpPr>
              <p:cxnSp>
                <p:nvCxnSpPr>
                  <p:cNvPr id="992189794" name=""/>
                  <p:cNvCxnSpPr/>
                  <p:nvPr/>
                </p:nvCxnSpPr>
                <p:spPr bwMode="auto">
                  <a:xfrm rot="10800000" flipH="0" flipV="0">
                    <a:off x="1234579" y="1234365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07817177" name=""/>
                  <p:cNvSpPr/>
                  <p:nvPr/>
                </p:nvSpPr>
                <p:spPr bwMode="auto">
                  <a:xfrm rot="10800000" flipH="0" flipV="0">
                    <a:off x="885411" y="529890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82251595" name=""/>
                  <p:cNvSpPr/>
                  <p:nvPr/>
                </p:nvSpPr>
                <p:spPr bwMode="auto">
                  <a:xfrm rot="10800000" flipH="0" flipV="0">
                    <a:off x="885411" y="0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704197414" name=""/>
                  <p:cNvSpPr/>
                  <p:nvPr/>
                </p:nvSpPr>
                <p:spPr bwMode="auto">
                  <a:xfrm rot="10800000" flipH="0" flipV="0">
                    <a:off x="885408" y="1059780"/>
                    <a:ext cx="349168" cy="349168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806018555" name=""/>
                  <p:cNvSpPr/>
                  <p:nvPr/>
                </p:nvSpPr>
                <p:spPr bwMode="auto">
                  <a:xfrm rot="10800000" flipH="0" flipV="0">
                    <a:off x="1704343" y="52989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020944373" name=""/>
                  <p:cNvSpPr/>
                  <p:nvPr/>
                </p:nvSpPr>
                <p:spPr bwMode="auto">
                  <a:xfrm rot="10800000" flipH="0" flipV="0">
                    <a:off x="1704343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98335500" name=""/>
                  <p:cNvCxnSpPr/>
                  <p:nvPr/>
                </p:nvCxnSpPr>
                <p:spPr bwMode="auto">
                  <a:xfrm rot="10800000" flipH="0" flipV="0">
                    <a:off x="1234579" y="704475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6595008" name=""/>
                  <p:cNvCxnSpPr/>
                  <p:nvPr/>
                </p:nvCxnSpPr>
                <p:spPr bwMode="auto">
                  <a:xfrm rot="10800000" flipH="0" flipV="1">
                    <a:off x="1234579" y="174582"/>
                    <a:ext cx="469764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072015" name=""/>
                  <p:cNvCxnSpPr/>
                  <p:nvPr/>
                </p:nvCxnSpPr>
                <p:spPr bwMode="auto">
                  <a:xfrm rot="10800000" flipH="0" flipV="0">
                    <a:off x="298032" y="827923"/>
                    <a:ext cx="587376" cy="406438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87141280" name=""/>
                  <p:cNvSpPr/>
                  <p:nvPr/>
                </p:nvSpPr>
                <p:spPr bwMode="auto">
                  <a:xfrm rot="10800000" flipH="0" flipV="0">
                    <a:off x="1704343" y="105978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598698957" name=""/>
                  <p:cNvCxnSpPr/>
                  <p:nvPr/>
                </p:nvCxnSpPr>
                <p:spPr bwMode="auto">
                  <a:xfrm rot="10800000" flipH="0" flipV="1">
                    <a:off x="349167" y="704475"/>
                    <a:ext cx="536242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4309515" name=""/>
                  <p:cNvCxnSpPr/>
                  <p:nvPr/>
                </p:nvCxnSpPr>
                <p:spPr bwMode="auto">
                  <a:xfrm rot="10800000" flipH="0" flipV="1">
                    <a:off x="298032" y="174582"/>
                    <a:ext cx="587376" cy="406441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7430377" name=""/>
                  <p:cNvSpPr/>
                  <p:nvPr/>
                </p:nvSpPr>
                <p:spPr bwMode="auto">
                  <a:xfrm rot="10800000" flipH="0" flipV="0">
                    <a:off x="0" y="529891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2115372076" name=""/>
                <p:cNvGrpSpPr/>
                <p:nvPr/>
              </p:nvGrpSpPr>
              <p:grpSpPr bwMode="auto">
                <a:xfrm rot="10800000">
                  <a:off x="5905532" y="0"/>
                  <a:ext cx="3461332" cy="1408948"/>
                  <a:chOff x="0" y="0"/>
                  <a:chExt cx="3461332" cy="1408948"/>
                </a:xfrm>
              </p:grpSpPr>
              <p:grpSp>
                <p:nvGrpSpPr>
                  <p:cNvPr id="585944102" name=""/>
                  <p:cNvGrpSpPr/>
                  <p:nvPr/>
                </p:nvGrpSpPr>
                <p:grpSpPr bwMode="auto">
                  <a:xfrm rot="10800000" flipH="0" flipV="0">
                    <a:off x="883778" y="167082"/>
                    <a:ext cx="1693774" cy="1067280"/>
                    <a:chOff x="0" y="0"/>
                    <a:chExt cx="1693774" cy="1067280"/>
                  </a:xfrm>
                </p:grpSpPr>
                <p:cxnSp>
                  <p:nvCxnSpPr>
                    <p:cNvPr id="335104951" name=""/>
                    <p:cNvCxnSpPr/>
                    <p:nvPr/>
                  </p:nvCxnSpPr>
                  <p:spPr bwMode="auto">
                    <a:xfrm rot="0" flipH="0" flipV="0">
                      <a:off x="0" y="533638"/>
                      <a:ext cx="1693774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3864231" name=""/>
                    <p:cNvCxnSpPr/>
                    <p:nvPr/>
                  </p:nvCxnSpPr>
                  <p:spPr bwMode="auto">
                    <a:xfrm rot="0" flipH="0" flipV="0">
                      <a:off x="284322" y="0"/>
                      <a:ext cx="1409450" cy="537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480732" name=""/>
                    <p:cNvCxnSpPr/>
                    <p:nvPr/>
                  </p:nvCxnSpPr>
                  <p:spPr bwMode="auto">
                    <a:xfrm rot="0" flipH="0" flipV="0">
                      <a:off x="0" y="529888"/>
                      <a:ext cx="1409450" cy="53739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1596289" name=""/>
                    <p:cNvCxnSpPr/>
                    <p:nvPr/>
                  </p:nvCxnSpPr>
                  <p:spPr bwMode="auto">
                    <a:xfrm rot="0" flipH="0" flipV="0">
                      <a:off x="284322" y="1063530"/>
                      <a:ext cx="112512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7591638" name=""/>
                    <p:cNvCxnSpPr/>
                    <p:nvPr/>
                  </p:nvCxnSpPr>
                  <p:spPr bwMode="auto">
                    <a:xfrm rot="0" flipH="0" flipV="0">
                      <a:off x="284322" y="3748"/>
                      <a:ext cx="112512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19669482" name=""/>
                    <p:cNvCxnSpPr/>
                    <p:nvPr/>
                  </p:nvCxnSpPr>
                  <p:spPr bwMode="auto">
                    <a:xfrm rot="0" flipH="0" flipV="1">
                      <a:off x="0" y="7498"/>
                      <a:ext cx="1409450" cy="52238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47545837" name=""/>
                    <p:cNvCxnSpPr/>
                    <p:nvPr/>
                  </p:nvCxnSpPr>
                  <p:spPr bwMode="auto">
                    <a:xfrm rot="0" flipH="0" flipV="1">
                      <a:off x="284322" y="537390"/>
                      <a:ext cx="1409450" cy="522389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5873358" name=""/>
                    <p:cNvCxnSpPr/>
                    <p:nvPr/>
                  </p:nvCxnSpPr>
                  <p:spPr bwMode="auto">
                    <a:xfrm rot="0" flipH="0" flipV="1">
                      <a:off x="284322" y="7498"/>
                      <a:ext cx="1125126" cy="105228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56882668" name=""/>
                    <p:cNvCxnSpPr/>
                    <p:nvPr/>
                  </p:nvCxnSpPr>
                  <p:spPr bwMode="auto">
                    <a:xfrm rot="10800000" flipH="0" flipV="0">
                      <a:off x="284322" y="0"/>
                      <a:ext cx="1125126" cy="106728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85586046" name=""/>
                  <p:cNvSpPr/>
                  <p:nvPr/>
                </p:nvSpPr>
                <p:spPr bwMode="auto">
                  <a:xfrm rot="10800000" flipH="0" flipV="0">
                    <a:off x="2577556" y="529889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450469621" name=""/>
                  <p:cNvSpPr/>
                  <p:nvPr/>
                </p:nvSpPr>
                <p:spPr bwMode="auto">
                  <a:xfrm rot="10800000" flipH="0" flipV="0">
                    <a:off x="2293231" y="0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740314790" name=""/>
                  <p:cNvSpPr/>
                  <p:nvPr/>
                </p:nvSpPr>
                <p:spPr bwMode="auto">
                  <a:xfrm rot="10800000" flipH="0" flipV="0">
                    <a:off x="2293229" y="1059779"/>
                    <a:ext cx="349168" cy="349168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11311852" name=""/>
                  <p:cNvCxnSpPr/>
                  <p:nvPr/>
                </p:nvCxnSpPr>
                <p:spPr bwMode="auto">
                  <a:xfrm rot="0" flipH="0" flipV="0">
                    <a:off x="349168" y="174582"/>
                    <a:ext cx="469764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3633027" name=""/>
                  <p:cNvSpPr/>
                  <p:nvPr/>
                </p:nvSpPr>
                <p:spPr bwMode="auto">
                  <a:xfrm rot="0" flipH="0" flipV="0">
                    <a:off x="534609" y="529889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68599902" name=""/>
                  <p:cNvSpPr/>
                  <p:nvPr/>
                </p:nvSpPr>
                <p:spPr bwMode="auto">
                  <a:xfrm rot="0" flipH="0" flipV="0">
                    <a:off x="818933" y="1059780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922180883" name=""/>
                  <p:cNvSpPr/>
                  <p:nvPr/>
                </p:nvSpPr>
                <p:spPr bwMode="auto">
                  <a:xfrm rot="0" flipH="0" flipV="0">
                    <a:off x="818931" y="0"/>
                    <a:ext cx="349168" cy="349168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68841881" name=""/>
                  <p:cNvSpPr/>
                  <p:nvPr/>
                </p:nvSpPr>
                <p:spPr bwMode="auto">
                  <a:xfrm rot="0" flipH="0" flipV="0">
                    <a:off x="0" y="529889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83773140" name=""/>
                  <p:cNvSpPr/>
                  <p:nvPr/>
                </p:nvSpPr>
                <p:spPr bwMode="auto">
                  <a:xfrm rot="0" flipH="0" flipV="0">
                    <a:off x="0" y="105978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947449922" name=""/>
                  <p:cNvCxnSpPr/>
                  <p:nvPr/>
                </p:nvCxnSpPr>
                <p:spPr bwMode="auto">
                  <a:xfrm rot="0" flipH="0" flipV="0">
                    <a:off x="349167" y="704473"/>
                    <a:ext cx="185438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3881162" name=""/>
                  <p:cNvCxnSpPr/>
                  <p:nvPr/>
                </p:nvCxnSpPr>
                <p:spPr bwMode="auto">
                  <a:xfrm rot="0" flipH="0" flipV="1">
                    <a:off x="349168" y="1234366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60979333" name=""/>
                  <p:cNvSpPr/>
                  <p:nvPr/>
                </p:nvSpPr>
                <p:spPr bwMode="auto">
                  <a:xfrm rot="10800000" flipH="0" flipV="0">
                    <a:off x="3112164" y="52989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135660695" name=""/>
                  <p:cNvSpPr/>
                  <p:nvPr/>
                </p:nvSpPr>
                <p:spPr bwMode="auto">
                  <a:xfrm rot="0" flipH="0" flipV="0">
                    <a:off x="0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465356828" name=""/>
                  <p:cNvSpPr/>
                  <p:nvPr/>
                </p:nvSpPr>
                <p:spPr bwMode="auto">
                  <a:xfrm rot="10800000" flipH="0" flipV="0">
                    <a:off x="3112164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170704896" name=""/>
                  <p:cNvSpPr/>
                  <p:nvPr/>
                </p:nvSpPr>
                <p:spPr bwMode="auto">
                  <a:xfrm rot="10800000" flipH="0" flipV="0">
                    <a:off x="3112164" y="105978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907931779" name=""/>
                  <p:cNvCxnSpPr/>
                  <p:nvPr/>
                </p:nvCxnSpPr>
                <p:spPr bwMode="auto">
                  <a:xfrm rot="10800000" flipH="0" flipV="0">
                    <a:off x="2642400" y="1234365"/>
                    <a:ext cx="469764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774474" name=""/>
                  <p:cNvCxnSpPr/>
                  <p:nvPr/>
                </p:nvCxnSpPr>
                <p:spPr bwMode="auto">
                  <a:xfrm rot="10800000" flipH="0" flipV="0">
                    <a:off x="2926725" y="704475"/>
                    <a:ext cx="185438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0287889" name=""/>
                  <p:cNvCxnSpPr/>
                  <p:nvPr/>
                </p:nvCxnSpPr>
                <p:spPr bwMode="auto">
                  <a:xfrm rot="10800000" flipH="0" flipV="1">
                    <a:off x="2642400" y="174582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182065586" name=""/>
              <p:cNvSpPr/>
              <p:nvPr/>
            </p:nvSpPr>
            <p:spPr bwMode="auto">
              <a:xfrm rot="0" flipH="0" flipV="0">
                <a:off x="5414168" y="68030"/>
                <a:ext cx="1037487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00FF73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25568172" name=""/>
              <p:cNvSpPr/>
              <p:nvPr/>
            </p:nvSpPr>
            <p:spPr bwMode="auto">
              <a:xfrm rot="0" flipH="0" flipV="0">
                <a:off x="1775310" y="1133391"/>
                <a:ext cx="1037487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00FF73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53886266" name=""/>
              <p:cNvSpPr/>
              <p:nvPr/>
            </p:nvSpPr>
            <p:spPr bwMode="auto">
              <a:xfrm rot="0" flipH="0" flipV="0">
                <a:off x="9090579" y="603753"/>
                <a:ext cx="1037487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00FF73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sp>
          <p:nvSpPr>
            <p:cNvPr id="29782296" name=""/>
            <p:cNvSpPr/>
            <p:nvPr/>
          </p:nvSpPr>
          <p:spPr bwMode="auto">
            <a:xfrm rot="0" flipH="0" flipV="0">
              <a:off x="5419920" y="601855"/>
              <a:ext cx="1037487" cy="472023"/>
            </a:xfrm>
            <a:prstGeom prst="flowChartAlternateProcess">
              <a:avLst/>
            </a:prstGeom>
            <a:noFill/>
            <a:ln w="38100" cap="flat" cmpd="sng" algn="ctr">
              <a:solidFill>
                <a:srgbClr val="FF0000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6939285" name=""/>
            <p:cNvSpPr/>
            <p:nvPr/>
          </p:nvSpPr>
          <p:spPr bwMode="auto">
            <a:xfrm rot="0" flipH="0" flipV="0">
              <a:off x="5429444" y="1136955"/>
              <a:ext cx="1037487" cy="472023"/>
            </a:xfrm>
            <a:prstGeom prst="flowChartAlternateProcess">
              <a:avLst/>
            </a:prstGeom>
            <a:noFill/>
            <a:ln w="38100" cap="flat" cmpd="sng" algn="ctr">
              <a:solidFill>
                <a:srgbClr val="FF0000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62625956" name=""/>
            <p:cNvSpPr/>
            <p:nvPr/>
          </p:nvSpPr>
          <p:spPr bwMode="auto">
            <a:xfrm rot="0" flipH="0" flipV="0">
              <a:off x="9082751" y="67534"/>
              <a:ext cx="1037487" cy="472023"/>
            </a:xfrm>
            <a:prstGeom prst="flowChartAlternateProcess">
              <a:avLst/>
            </a:prstGeom>
            <a:noFill/>
            <a:ln w="38100" cap="flat" cmpd="sng" algn="ctr">
              <a:solidFill>
                <a:srgbClr val="FF0000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36560394" name=""/>
            <p:cNvSpPr/>
            <p:nvPr/>
          </p:nvSpPr>
          <p:spPr bwMode="auto">
            <a:xfrm rot="0" flipH="0" flipV="0">
              <a:off x="9080370" y="1136714"/>
              <a:ext cx="1037487" cy="472023"/>
            </a:xfrm>
            <a:prstGeom prst="flowChartAlternateProcess">
              <a:avLst/>
            </a:prstGeom>
            <a:noFill/>
            <a:ln w="38100" cap="flat" cmpd="sng" algn="ctr">
              <a:solidFill>
                <a:srgbClr val="FF0000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24417909" name=""/>
            <p:cNvSpPr/>
            <p:nvPr/>
          </p:nvSpPr>
          <p:spPr bwMode="auto">
            <a:xfrm rot="0" flipH="0" flipV="0">
              <a:off x="1768669" y="608677"/>
              <a:ext cx="1037487" cy="472023"/>
            </a:xfrm>
            <a:prstGeom prst="flowChartAlternateProcess">
              <a:avLst/>
            </a:prstGeom>
            <a:noFill/>
            <a:ln w="38100" cap="flat" cmpd="sng" algn="ctr">
              <a:solidFill>
                <a:srgbClr val="FF0000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0577845" name=""/>
            <p:cNvSpPr/>
            <p:nvPr/>
          </p:nvSpPr>
          <p:spPr bwMode="auto">
            <a:xfrm rot="0" flipH="0" flipV="0">
              <a:off x="1778193" y="70514"/>
              <a:ext cx="1037487" cy="472023"/>
            </a:xfrm>
            <a:prstGeom prst="flowChartAlternateProcess">
              <a:avLst/>
            </a:prstGeom>
            <a:noFill/>
            <a:ln w="38100" cap="flat" cmpd="sng" algn="ctr">
              <a:solidFill>
                <a:srgbClr val="FF0000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2083974742" name=""/>
          <p:cNvGrpSpPr/>
          <p:nvPr/>
        </p:nvGrpSpPr>
        <p:grpSpPr bwMode="auto">
          <a:xfrm>
            <a:off x="164230" y="4985420"/>
            <a:ext cx="11844783" cy="1666873"/>
            <a:chOff x="0" y="0"/>
            <a:chExt cx="11844783" cy="1666873"/>
          </a:xfrm>
        </p:grpSpPr>
        <p:sp>
          <p:nvSpPr>
            <p:cNvPr id="552344691" name=""/>
            <p:cNvSpPr/>
            <p:nvPr/>
          </p:nvSpPr>
          <p:spPr bwMode="auto">
            <a:xfrm rot="0" flipH="0" flipV="0">
              <a:off x="943590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39272639" name=""/>
            <p:cNvSpPr/>
            <p:nvPr/>
          </p:nvSpPr>
          <p:spPr bwMode="auto">
            <a:xfrm rot="0" flipH="0" flipV="0">
              <a:off x="3795538" y="0"/>
              <a:ext cx="634998" cy="1666873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9272295" name=""/>
            <p:cNvSpPr/>
            <p:nvPr/>
          </p:nvSpPr>
          <p:spPr bwMode="auto">
            <a:xfrm rot="0" flipH="0" flipV="0">
              <a:off x="4594842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470814431" name=""/>
            <p:cNvSpPr/>
            <p:nvPr/>
          </p:nvSpPr>
          <p:spPr bwMode="auto">
            <a:xfrm rot="0" flipH="0" flipV="0">
              <a:off x="7446787" y="0"/>
              <a:ext cx="634998" cy="1666873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31609435" name=""/>
            <p:cNvSpPr/>
            <p:nvPr/>
          </p:nvSpPr>
          <p:spPr bwMode="auto">
            <a:xfrm rot="0" flipH="0" flipV="0">
              <a:off x="8265501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898564407" name=""/>
            <p:cNvSpPr/>
            <p:nvPr/>
          </p:nvSpPr>
          <p:spPr bwMode="auto">
            <a:xfrm rot="0" flipH="0" flipV="0">
              <a:off x="11092296" y="0"/>
              <a:ext cx="752486" cy="1666873"/>
            </a:xfrm>
            <a:prstGeom prst="flowChartAlternateProcess">
              <a:avLst/>
            </a:prstGeom>
            <a:solidFill>
              <a:srgbClr val="92D050">
                <a:alpha val="24999"/>
              </a:srgbClr>
            </a:solidFill>
            <a:ln w="28575" cap="flat" cmpd="sng" algn="ctr">
              <a:solidFill>
                <a:srgbClr val="00B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562204794" name=""/>
            <p:cNvSpPr/>
            <p:nvPr/>
          </p:nvSpPr>
          <p:spPr bwMode="auto">
            <a:xfrm rot="0" flipH="0" flipV="0">
              <a:off x="0" y="0"/>
              <a:ext cx="752486" cy="1666873"/>
            </a:xfrm>
            <a:prstGeom prst="flowChartAlternateProcess">
              <a:avLst/>
            </a:prstGeom>
            <a:solidFill>
              <a:srgbClr val="92D050">
                <a:alpha val="24999"/>
              </a:srgbClr>
            </a:solidFill>
            <a:ln w="28575" cap="flat" cmpd="sng" algn="ctr">
              <a:solidFill>
                <a:srgbClr val="00B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cxnSp>
          <p:nvCxnSpPr>
            <p:cNvPr id="117457043" name=""/>
            <p:cNvCxnSpPr/>
            <p:nvPr/>
          </p:nvCxnSpPr>
          <p:spPr bwMode="auto">
            <a:xfrm rot="10800000" flipH="0" flipV="1">
              <a:off x="3550917" y="311045"/>
              <a:ext cx="1125126" cy="105228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876984" name=""/>
            <p:cNvCxnSpPr/>
            <p:nvPr/>
          </p:nvCxnSpPr>
          <p:spPr bwMode="auto">
            <a:xfrm rot="0" flipH="1" flipV="1">
              <a:off x="4676046" y="311045"/>
              <a:ext cx="2531545" cy="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940900" name=""/>
            <p:cNvCxnSpPr/>
            <p:nvPr/>
          </p:nvCxnSpPr>
          <p:spPr bwMode="auto">
            <a:xfrm rot="0" flipH="1" flipV="0">
              <a:off x="998807" y="1370827"/>
              <a:ext cx="2552108" cy="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841268" name=""/>
            <p:cNvCxnSpPr/>
            <p:nvPr/>
          </p:nvCxnSpPr>
          <p:spPr bwMode="auto">
            <a:xfrm rot="10800000" flipH="0" flipV="0">
              <a:off x="431992" y="964386"/>
              <a:ext cx="587374" cy="406436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2612289" name=""/>
            <p:cNvSpPr/>
            <p:nvPr/>
          </p:nvSpPr>
          <p:spPr bwMode="auto">
            <a:xfrm rot="10800000" flipH="0" flipV="0">
              <a:off x="133958" y="666353"/>
              <a:ext cx="349167" cy="349167"/>
            </a:xfrm>
            <a:prstGeom prst="ellipse">
              <a:avLst/>
            </a:prstGeom>
            <a:solidFill>
              <a:srgbClr val="E173FF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57700975" name=""/>
            <p:cNvSpPr/>
            <p:nvPr/>
          </p:nvSpPr>
          <p:spPr bwMode="auto">
            <a:xfrm rot="0" flipH="0" flipV="0">
              <a:off x="11400513" y="666351"/>
              <a:ext cx="349167" cy="349167"/>
            </a:xfrm>
            <a:prstGeom prst="ellipse">
              <a:avLst/>
            </a:prstGeom>
            <a:solidFill>
              <a:srgbClr val="E173FF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704247596" name=""/>
            <p:cNvCxnSpPr/>
            <p:nvPr/>
          </p:nvCxnSpPr>
          <p:spPr bwMode="auto">
            <a:xfrm rot="0" flipH="0" flipV="0">
              <a:off x="7207594" y="311046"/>
              <a:ext cx="1409450" cy="53739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3652035" name=""/>
            <p:cNvCxnSpPr/>
            <p:nvPr/>
          </p:nvCxnSpPr>
          <p:spPr bwMode="auto">
            <a:xfrm rot="10800000" flipH="0" flipV="1">
              <a:off x="8617046" y="840935"/>
              <a:ext cx="2783466" cy="0"/>
            </a:xfrm>
            <a:prstGeom prst="line">
              <a:avLst/>
            </a:prstGeom>
            <a:ln w="44450" cap="flat" cmpd="sng" algn="ctr">
              <a:solidFill>
                <a:srgbClr val="00FF73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9457826" name=""/>
          <p:cNvSpPr txBox="1"/>
          <p:nvPr/>
        </p:nvSpPr>
        <p:spPr bwMode="auto">
          <a:xfrm rot="0" flipH="0" flipV="0">
            <a:off x="1314450" y="285750"/>
            <a:ext cx="36644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2 panel 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580639" name="Title 1"/>
          <p:cNvSpPr>
            <a:spLocks noGrp="1"/>
          </p:cNvSpPr>
          <p:nvPr>
            <p:ph type="title"/>
          </p:nvPr>
        </p:nvSpPr>
        <p:spPr bwMode="auto">
          <a:xfrm>
            <a:off x="838199" y="7937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fr-FR"/>
              <a:t>Maybe keep for fig 2 panel b ?</a:t>
            </a:r>
            <a:endParaRPr/>
          </a:p>
        </p:txBody>
      </p:sp>
      <p:grpSp>
        <p:nvGrpSpPr>
          <p:cNvPr id="198294128" name=""/>
          <p:cNvGrpSpPr/>
          <p:nvPr/>
        </p:nvGrpSpPr>
        <p:grpSpPr bwMode="auto">
          <a:xfrm>
            <a:off x="135653" y="3011641"/>
            <a:ext cx="11844783" cy="1666873"/>
            <a:chOff x="0" y="0"/>
            <a:chExt cx="11844783" cy="1666873"/>
          </a:xfrm>
        </p:grpSpPr>
        <p:sp>
          <p:nvSpPr>
            <p:cNvPr id="332074662" name=""/>
            <p:cNvSpPr/>
            <p:nvPr/>
          </p:nvSpPr>
          <p:spPr bwMode="auto">
            <a:xfrm rot="0" flipH="0" flipV="0">
              <a:off x="943591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7924958" name=""/>
            <p:cNvSpPr/>
            <p:nvPr/>
          </p:nvSpPr>
          <p:spPr bwMode="auto">
            <a:xfrm rot="0" flipH="0" flipV="0">
              <a:off x="3795538" y="0"/>
              <a:ext cx="634998" cy="1666873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28732387" name=""/>
            <p:cNvSpPr/>
            <p:nvPr/>
          </p:nvSpPr>
          <p:spPr bwMode="auto">
            <a:xfrm rot="0" flipH="0" flipV="0">
              <a:off x="4594842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245181204" name=""/>
            <p:cNvSpPr/>
            <p:nvPr/>
          </p:nvSpPr>
          <p:spPr bwMode="auto">
            <a:xfrm rot="0" flipH="0" flipV="0">
              <a:off x="7446787" y="0"/>
              <a:ext cx="634998" cy="1666873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14388406" name=""/>
            <p:cNvSpPr/>
            <p:nvPr/>
          </p:nvSpPr>
          <p:spPr bwMode="auto">
            <a:xfrm rot="0" flipH="0" flipV="0">
              <a:off x="8265501" y="0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790579770" name=""/>
            <p:cNvSpPr/>
            <p:nvPr/>
          </p:nvSpPr>
          <p:spPr bwMode="auto">
            <a:xfrm rot="0" flipH="0" flipV="0">
              <a:off x="11092296" y="0"/>
              <a:ext cx="752486" cy="1666873"/>
            </a:xfrm>
            <a:prstGeom prst="flowChartAlternateProcess">
              <a:avLst/>
            </a:prstGeom>
            <a:solidFill>
              <a:srgbClr val="92D050">
                <a:alpha val="24999"/>
              </a:srgbClr>
            </a:solidFill>
            <a:ln w="28575" cap="flat" cmpd="sng" algn="ctr">
              <a:solidFill>
                <a:srgbClr val="00B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817943312" name=""/>
            <p:cNvSpPr/>
            <p:nvPr/>
          </p:nvSpPr>
          <p:spPr bwMode="auto">
            <a:xfrm rot="0" flipH="0" flipV="0">
              <a:off x="0" y="0"/>
              <a:ext cx="752486" cy="1666873"/>
            </a:xfrm>
            <a:prstGeom prst="flowChartAlternateProcess">
              <a:avLst/>
            </a:prstGeom>
            <a:solidFill>
              <a:srgbClr val="92D050">
                <a:alpha val="24999"/>
              </a:srgbClr>
            </a:solidFill>
            <a:ln w="28575" cap="flat" cmpd="sng" algn="ctr">
              <a:solidFill>
                <a:srgbClr val="00B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2782671" name=""/>
            <p:cNvSpPr/>
            <p:nvPr/>
          </p:nvSpPr>
          <p:spPr bwMode="auto">
            <a:xfrm rot="10800000" flipH="0" flipV="0">
              <a:off x="5764079" y="136461"/>
              <a:ext cx="349167" cy="349167"/>
            </a:xfrm>
            <a:prstGeom prst="ellipse">
              <a:avLst/>
            </a:prstGeom>
            <a:solidFill>
              <a:srgbClr val="00FF73"/>
            </a:solidFill>
            <a:ln w="25400" cap="flat" cmpd="sng" algn="ctr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61481522" name=""/>
            <p:cNvSpPr/>
            <p:nvPr/>
          </p:nvSpPr>
          <p:spPr bwMode="auto">
            <a:xfrm rot="10800000" flipH="0" flipV="0">
              <a:off x="2112828" y="1213560"/>
              <a:ext cx="349168" cy="349168"/>
            </a:xfrm>
            <a:prstGeom prst="ellipse">
              <a:avLst/>
            </a:prstGeom>
            <a:solidFill>
              <a:srgbClr val="00FF73"/>
            </a:solidFill>
            <a:ln w="25400" cap="flat" cmpd="sng" algn="ctr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72815339" name=""/>
            <p:cNvSpPr/>
            <p:nvPr/>
          </p:nvSpPr>
          <p:spPr bwMode="auto">
            <a:xfrm rot="10800000" flipH="0" flipV="0">
              <a:off x="133957" y="666353"/>
              <a:ext cx="349167" cy="349167"/>
            </a:xfrm>
            <a:prstGeom prst="ellipse">
              <a:avLst/>
            </a:prstGeom>
            <a:solidFill>
              <a:srgbClr val="E173FF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47994557" name=""/>
            <p:cNvSpPr/>
            <p:nvPr/>
          </p:nvSpPr>
          <p:spPr bwMode="auto">
            <a:xfrm rot="0" flipH="0" flipV="0">
              <a:off x="9434738" y="666351"/>
              <a:ext cx="349167" cy="349167"/>
            </a:xfrm>
            <a:prstGeom prst="ellipse">
              <a:avLst/>
            </a:prstGeom>
            <a:solidFill>
              <a:srgbClr val="00FF73"/>
            </a:solidFill>
            <a:ln w="25400" cap="flat" cmpd="sng" algn="ctr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61579451" name=""/>
            <p:cNvSpPr/>
            <p:nvPr/>
          </p:nvSpPr>
          <p:spPr bwMode="auto">
            <a:xfrm rot="0" flipH="0" flipV="0">
              <a:off x="11400512" y="666351"/>
              <a:ext cx="349167" cy="349167"/>
            </a:xfrm>
            <a:prstGeom prst="ellipse">
              <a:avLst/>
            </a:prstGeom>
            <a:solidFill>
              <a:srgbClr val="E173FF"/>
            </a:solidFill>
            <a:ln w="254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138305965" name=""/>
            <p:cNvGrpSpPr/>
            <p:nvPr/>
          </p:nvGrpSpPr>
          <p:grpSpPr bwMode="auto">
            <a:xfrm rot="1140159" flipH="0" flipV="0">
              <a:off x="479414" y="1023134"/>
              <a:ext cx="1641186" cy="148114"/>
              <a:chOff x="0" y="0"/>
              <a:chExt cx="1641186" cy="148114"/>
            </a:xfrm>
          </p:grpSpPr>
          <p:grpSp>
            <p:nvGrpSpPr>
              <p:cNvPr id="1797210763" name=""/>
              <p:cNvGrpSpPr/>
              <p:nvPr/>
            </p:nvGrpSpPr>
            <p:grpSpPr bwMode="auto">
              <a:xfrm flipH="0" flipV="0">
                <a:off x="0" y="0"/>
                <a:ext cx="550910" cy="148114"/>
                <a:chOff x="0" y="0"/>
                <a:chExt cx="550910" cy="148114"/>
              </a:xfrm>
            </p:grpSpPr>
            <p:grpSp>
              <p:nvGrpSpPr>
                <p:cNvPr id="1298119127" name=""/>
                <p:cNvGrpSpPr/>
                <p:nvPr/>
              </p:nvGrpSpPr>
              <p:grpSpPr bwMode="auto">
                <a:xfrm flipH="0" flipV="0">
                  <a:off x="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996999292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59594099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93514309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95025692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967577628" name=""/>
                <p:cNvGrpSpPr/>
                <p:nvPr/>
              </p:nvGrpSpPr>
              <p:grpSpPr bwMode="auto">
                <a:xfrm flipH="0" flipV="0">
                  <a:off x="27420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135229663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17214469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00122331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29982187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982803230" name=""/>
              <p:cNvGrpSpPr/>
              <p:nvPr/>
            </p:nvGrpSpPr>
            <p:grpSpPr bwMode="auto">
              <a:xfrm flipH="0" flipV="0">
                <a:off x="545135" y="0"/>
                <a:ext cx="550910" cy="148114"/>
                <a:chOff x="0" y="0"/>
                <a:chExt cx="550910" cy="148114"/>
              </a:xfrm>
            </p:grpSpPr>
            <p:grpSp>
              <p:nvGrpSpPr>
                <p:cNvPr id="2140403840" name=""/>
                <p:cNvGrpSpPr/>
                <p:nvPr/>
              </p:nvGrpSpPr>
              <p:grpSpPr bwMode="auto">
                <a:xfrm flipH="0" flipV="0">
                  <a:off x="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622779190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57332466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63409458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96339460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178700061" name=""/>
                <p:cNvGrpSpPr/>
                <p:nvPr/>
              </p:nvGrpSpPr>
              <p:grpSpPr bwMode="auto">
                <a:xfrm flipH="0" flipV="0">
                  <a:off x="27420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947847278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20003670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32435964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02385061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26784246" name=""/>
              <p:cNvGrpSpPr/>
              <p:nvPr/>
            </p:nvGrpSpPr>
            <p:grpSpPr bwMode="auto">
              <a:xfrm flipH="0" flipV="0">
                <a:off x="1090271" y="0"/>
                <a:ext cx="550910" cy="148114"/>
                <a:chOff x="0" y="0"/>
                <a:chExt cx="550910" cy="148114"/>
              </a:xfrm>
            </p:grpSpPr>
            <p:grpSp>
              <p:nvGrpSpPr>
                <p:cNvPr id="600869947" name=""/>
                <p:cNvGrpSpPr/>
                <p:nvPr/>
              </p:nvGrpSpPr>
              <p:grpSpPr bwMode="auto">
                <a:xfrm flipH="0" flipV="0">
                  <a:off x="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1387240376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49285089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94985057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09153437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129917649" name=""/>
                <p:cNvGrpSpPr/>
                <p:nvPr/>
              </p:nvGrpSpPr>
              <p:grpSpPr bwMode="auto">
                <a:xfrm flipH="0" flipV="0">
                  <a:off x="274200" y="0"/>
                  <a:ext cx="276708" cy="148114"/>
                  <a:chOff x="0" y="0"/>
                  <a:chExt cx="276708" cy="148114"/>
                </a:xfrm>
              </p:grpSpPr>
              <p:sp>
                <p:nvSpPr>
                  <p:cNvPr id="1104657250" name=""/>
                  <p:cNvSpPr/>
                  <p:nvPr/>
                </p:nvSpPr>
                <p:spPr bwMode="auto">
                  <a:xfrm rot="0" flipH="0" flipV="0">
                    <a:off x="0" y="23697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05616422" name=""/>
                  <p:cNvSpPr/>
                  <p:nvPr/>
                </p:nvSpPr>
                <p:spPr bwMode="auto">
                  <a:xfrm rot="16199998" flipH="0" flipV="0">
                    <a:off x="8013" y="15682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140102290" name=""/>
                  <p:cNvSpPr/>
                  <p:nvPr/>
                </p:nvSpPr>
                <p:spPr bwMode="auto">
                  <a:xfrm rot="10800000" flipH="0" flipV="0">
                    <a:off x="136263" y="0"/>
                    <a:ext cx="14044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10923609" name=""/>
                  <p:cNvSpPr/>
                  <p:nvPr/>
                </p:nvSpPr>
                <p:spPr bwMode="auto">
                  <a:xfrm rot="5400000" flipH="0" flipV="0">
                    <a:off x="144277" y="-8013"/>
                    <a:ext cx="124416" cy="14044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1663661083" name=""/>
            <p:cNvGrpSpPr/>
            <p:nvPr/>
          </p:nvGrpSpPr>
          <p:grpSpPr bwMode="auto">
            <a:xfrm rot="20450642" flipH="0" flipV="0">
              <a:off x="2413080" y="759992"/>
              <a:ext cx="3405907" cy="170654"/>
              <a:chOff x="0" y="0"/>
              <a:chExt cx="3405907" cy="170654"/>
            </a:xfrm>
          </p:grpSpPr>
          <p:grpSp>
            <p:nvGrpSpPr>
              <p:cNvPr id="399910104" name=""/>
              <p:cNvGrpSpPr/>
              <p:nvPr/>
            </p:nvGrpSpPr>
            <p:grpSpPr bwMode="auto">
              <a:xfrm flipH="0" flipV="0">
                <a:off x="0" y="0"/>
                <a:ext cx="1143290" cy="170654"/>
                <a:chOff x="0" y="0"/>
                <a:chExt cx="1143290" cy="170654"/>
              </a:xfrm>
            </p:grpSpPr>
            <p:grpSp>
              <p:nvGrpSpPr>
                <p:cNvPr id="2081633581" name=""/>
                <p:cNvGrpSpPr/>
                <p:nvPr/>
              </p:nvGrpSpPr>
              <p:grpSpPr bwMode="auto">
                <a:xfrm flipH="0" flipV="0">
                  <a:off x="0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1096615941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9780541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714925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61918333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742530770" name=""/>
                <p:cNvGrpSpPr/>
                <p:nvPr/>
              </p:nvGrpSpPr>
              <p:grpSpPr bwMode="auto">
                <a:xfrm flipH="0" flipV="0">
                  <a:off x="569043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324749142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04311491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33313026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81850556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844299343" name=""/>
              <p:cNvGrpSpPr/>
              <p:nvPr/>
            </p:nvGrpSpPr>
            <p:grpSpPr bwMode="auto">
              <a:xfrm flipH="0" flipV="0">
                <a:off x="1131304" y="0"/>
                <a:ext cx="1143290" cy="170654"/>
                <a:chOff x="0" y="0"/>
                <a:chExt cx="1143290" cy="170654"/>
              </a:xfrm>
            </p:grpSpPr>
            <p:grpSp>
              <p:nvGrpSpPr>
                <p:cNvPr id="1543190300" name=""/>
                <p:cNvGrpSpPr/>
                <p:nvPr/>
              </p:nvGrpSpPr>
              <p:grpSpPr bwMode="auto">
                <a:xfrm flipH="0" flipV="0">
                  <a:off x="0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553861256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64473048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54324636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54011108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890792759" name=""/>
                <p:cNvGrpSpPr/>
                <p:nvPr/>
              </p:nvGrpSpPr>
              <p:grpSpPr bwMode="auto">
                <a:xfrm flipH="0" flipV="0">
                  <a:off x="569043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347639771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48573712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48623304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31712343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846444746" name=""/>
              <p:cNvGrpSpPr/>
              <p:nvPr/>
            </p:nvGrpSpPr>
            <p:grpSpPr bwMode="auto">
              <a:xfrm flipH="0" flipV="0">
                <a:off x="2262610" y="0"/>
                <a:ext cx="1143290" cy="170654"/>
                <a:chOff x="0" y="0"/>
                <a:chExt cx="1143290" cy="170654"/>
              </a:xfrm>
            </p:grpSpPr>
            <p:grpSp>
              <p:nvGrpSpPr>
                <p:cNvPr id="748175574" name=""/>
                <p:cNvGrpSpPr/>
                <p:nvPr/>
              </p:nvGrpSpPr>
              <p:grpSpPr bwMode="auto">
                <a:xfrm flipH="0" flipV="0">
                  <a:off x="0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310620520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13222628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90269052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147125993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562195159" name=""/>
                <p:cNvGrpSpPr/>
                <p:nvPr/>
              </p:nvGrpSpPr>
              <p:grpSpPr bwMode="auto">
                <a:xfrm flipH="0" flipV="0">
                  <a:off x="569043" y="0"/>
                  <a:ext cx="574247" cy="170654"/>
                  <a:chOff x="0" y="0"/>
                  <a:chExt cx="574247" cy="170654"/>
                </a:xfrm>
              </p:grpSpPr>
              <p:sp>
                <p:nvSpPr>
                  <p:cNvPr id="481964542" name=""/>
                  <p:cNvSpPr/>
                  <p:nvPr/>
                </p:nvSpPr>
                <p:spPr bwMode="auto">
                  <a:xfrm rot="0" flipH="0" flipV="0">
                    <a:off x="0" y="27303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06946626" name=""/>
                  <p:cNvSpPr/>
                  <p:nvPr/>
                </p:nvSpPr>
                <p:spPr bwMode="auto">
                  <a:xfrm rot="16199998" flipH="0" flipV="0">
                    <a:off x="74055" y="-46750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97568946" name=""/>
                  <p:cNvSpPr/>
                  <p:nvPr/>
                </p:nvSpPr>
                <p:spPr bwMode="auto">
                  <a:xfrm rot="10800000" flipH="0" flipV="0">
                    <a:off x="282784" y="0"/>
                    <a:ext cx="291458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81108119" name=""/>
                  <p:cNvSpPr/>
                  <p:nvPr/>
                </p:nvSpPr>
                <p:spPr bwMode="auto">
                  <a:xfrm rot="5400000" flipH="0" flipV="0">
                    <a:off x="356841" y="-74054"/>
                    <a:ext cx="143349" cy="2914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659423939" name=""/>
            <p:cNvGrpSpPr/>
            <p:nvPr/>
          </p:nvGrpSpPr>
          <p:grpSpPr bwMode="auto">
            <a:xfrm rot="0" flipH="0" flipV="0">
              <a:off x="9813127" y="784320"/>
              <a:ext cx="1587373" cy="148114"/>
              <a:chOff x="0" y="0"/>
              <a:chExt cx="1587373" cy="148114"/>
            </a:xfrm>
          </p:grpSpPr>
          <p:grpSp>
            <p:nvGrpSpPr>
              <p:cNvPr id="1830651526" name=""/>
              <p:cNvGrpSpPr/>
              <p:nvPr/>
            </p:nvGrpSpPr>
            <p:grpSpPr bwMode="auto">
              <a:xfrm flipH="0" flipV="0">
                <a:off x="0" y="0"/>
                <a:ext cx="532847" cy="148114"/>
                <a:chOff x="0" y="0"/>
                <a:chExt cx="532847" cy="148114"/>
              </a:xfrm>
            </p:grpSpPr>
            <p:grpSp>
              <p:nvGrpSpPr>
                <p:cNvPr id="1097897735" name=""/>
                <p:cNvGrpSpPr/>
                <p:nvPr/>
              </p:nvGrpSpPr>
              <p:grpSpPr bwMode="auto">
                <a:xfrm flipH="0" flipV="0">
                  <a:off x="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857402845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28526290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31498251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76527615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782549440" name=""/>
                <p:cNvGrpSpPr/>
                <p:nvPr/>
              </p:nvGrpSpPr>
              <p:grpSpPr bwMode="auto">
                <a:xfrm flipH="0" flipV="0">
                  <a:off x="26521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877747877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96153728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08231261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62782833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948731875" name=""/>
              <p:cNvGrpSpPr/>
              <p:nvPr/>
            </p:nvGrpSpPr>
            <p:grpSpPr bwMode="auto">
              <a:xfrm flipH="0" flipV="0">
                <a:off x="527260" y="0"/>
                <a:ext cx="532847" cy="148114"/>
                <a:chOff x="0" y="0"/>
                <a:chExt cx="532847" cy="148114"/>
              </a:xfrm>
            </p:grpSpPr>
            <p:grpSp>
              <p:nvGrpSpPr>
                <p:cNvPr id="1237597835" name=""/>
                <p:cNvGrpSpPr/>
                <p:nvPr/>
              </p:nvGrpSpPr>
              <p:grpSpPr bwMode="auto">
                <a:xfrm flipH="0" flipV="0">
                  <a:off x="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1705648693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20165771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76457162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14504048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609304673" name=""/>
                <p:cNvGrpSpPr/>
                <p:nvPr/>
              </p:nvGrpSpPr>
              <p:grpSpPr bwMode="auto">
                <a:xfrm flipH="0" flipV="0">
                  <a:off x="26521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1833952981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29754064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42224999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83197385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549396305" name=""/>
              <p:cNvGrpSpPr/>
              <p:nvPr/>
            </p:nvGrpSpPr>
            <p:grpSpPr bwMode="auto">
              <a:xfrm flipH="0" flipV="0">
                <a:off x="1054522" y="0"/>
                <a:ext cx="532847" cy="148114"/>
                <a:chOff x="0" y="0"/>
                <a:chExt cx="532847" cy="148114"/>
              </a:xfrm>
            </p:grpSpPr>
            <p:grpSp>
              <p:nvGrpSpPr>
                <p:cNvPr id="513415625" name=""/>
                <p:cNvGrpSpPr/>
                <p:nvPr/>
              </p:nvGrpSpPr>
              <p:grpSpPr bwMode="auto">
                <a:xfrm flipH="0" flipV="0">
                  <a:off x="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338652811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18683324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19779843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123652502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686360435" name=""/>
                <p:cNvGrpSpPr/>
                <p:nvPr/>
              </p:nvGrpSpPr>
              <p:grpSpPr bwMode="auto">
                <a:xfrm flipH="0" flipV="0">
                  <a:off x="265210" y="0"/>
                  <a:ext cx="267636" cy="148114"/>
                  <a:chOff x="0" y="0"/>
                  <a:chExt cx="267636" cy="148114"/>
                </a:xfrm>
              </p:grpSpPr>
              <p:sp>
                <p:nvSpPr>
                  <p:cNvPr id="1113244265" name=""/>
                  <p:cNvSpPr/>
                  <p:nvPr/>
                </p:nvSpPr>
                <p:spPr bwMode="auto">
                  <a:xfrm rot="0" flipH="0" flipV="0">
                    <a:off x="0" y="23697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118493161" name=""/>
                  <p:cNvSpPr/>
                  <p:nvPr/>
                </p:nvSpPr>
                <p:spPr bwMode="auto">
                  <a:xfrm rot="16199998" flipH="0" flipV="0">
                    <a:off x="5710" y="17984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99964761" name=""/>
                  <p:cNvSpPr/>
                  <p:nvPr/>
                </p:nvSpPr>
                <p:spPr bwMode="auto">
                  <a:xfrm rot="10800000" flipH="0" flipV="0">
                    <a:off x="131796" y="0"/>
                    <a:ext cx="13583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00881218" name=""/>
                  <p:cNvSpPr/>
                  <p:nvPr/>
                </p:nvSpPr>
                <p:spPr bwMode="auto">
                  <a:xfrm rot="5400000" flipH="0" flipV="0">
                    <a:off x="137507" y="-5711"/>
                    <a:ext cx="124416" cy="13583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1100468184" name=""/>
            <p:cNvGrpSpPr/>
            <p:nvPr/>
          </p:nvGrpSpPr>
          <p:grpSpPr bwMode="auto">
            <a:xfrm rot="489418" flipH="0" flipV="0">
              <a:off x="6114163" y="479603"/>
              <a:ext cx="3343214" cy="170654"/>
              <a:chOff x="0" y="0"/>
              <a:chExt cx="3343214" cy="170654"/>
            </a:xfrm>
          </p:grpSpPr>
          <p:grpSp>
            <p:nvGrpSpPr>
              <p:cNvPr id="138143904" name=""/>
              <p:cNvGrpSpPr/>
              <p:nvPr/>
            </p:nvGrpSpPr>
            <p:grpSpPr bwMode="auto">
              <a:xfrm flipH="0" flipV="0">
                <a:off x="0" y="0"/>
                <a:ext cx="1122246" cy="170654"/>
                <a:chOff x="0" y="0"/>
                <a:chExt cx="1122246" cy="170654"/>
              </a:xfrm>
            </p:grpSpPr>
            <p:grpSp>
              <p:nvGrpSpPr>
                <p:cNvPr id="669349577" name=""/>
                <p:cNvGrpSpPr/>
                <p:nvPr/>
              </p:nvGrpSpPr>
              <p:grpSpPr bwMode="auto">
                <a:xfrm flipH="0" flipV="0">
                  <a:off x="0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256188278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81341515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26356232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34036245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473987024" name=""/>
                <p:cNvGrpSpPr/>
                <p:nvPr/>
              </p:nvGrpSpPr>
              <p:grpSpPr bwMode="auto">
                <a:xfrm flipH="0" flipV="0">
                  <a:off x="558567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1259764138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83861342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71380295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40253609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820687623" name=""/>
              <p:cNvGrpSpPr/>
              <p:nvPr/>
            </p:nvGrpSpPr>
            <p:grpSpPr bwMode="auto">
              <a:xfrm flipH="0" flipV="0">
                <a:off x="1110479" y="0"/>
                <a:ext cx="1122246" cy="170654"/>
                <a:chOff x="0" y="0"/>
                <a:chExt cx="1122246" cy="170654"/>
              </a:xfrm>
            </p:grpSpPr>
            <p:grpSp>
              <p:nvGrpSpPr>
                <p:cNvPr id="105247474" name=""/>
                <p:cNvGrpSpPr/>
                <p:nvPr/>
              </p:nvGrpSpPr>
              <p:grpSpPr bwMode="auto">
                <a:xfrm flipH="0" flipV="0">
                  <a:off x="0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2106219892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97067083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78104230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1403408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20883541" name=""/>
                <p:cNvGrpSpPr/>
                <p:nvPr/>
              </p:nvGrpSpPr>
              <p:grpSpPr bwMode="auto">
                <a:xfrm flipH="0" flipV="0">
                  <a:off x="558567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417927676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61661878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85256164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50384514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210822541" name=""/>
              <p:cNvGrpSpPr/>
              <p:nvPr/>
            </p:nvGrpSpPr>
            <p:grpSpPr bwMode="auto">
              <a:xfrm flipH="0" flipV="0">
                <a:off x="2220961" y="0"/>
                <a:ext cx="1122246" cy="170654"/>
                <a:chOff x="0" y="0"/>
                <a:chExt cx="1122246" cy="170654"/>
              </a:xfrm>
            </p:grpSpPr>
            <p:grpSp>
              <p:nvGrpSpPr>
                <p:cNvPr id="2064509865" name=""/>
                <p:cNvGrpSpPr/>
                <p:nvPr/>
              </p:nvGrpSpPr>
              <p:grpSpPr bwMode="auto">
                <a:xfrm flipH="0" flipV="0">
                  <a:off x="0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373298904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897870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935400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56014805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858842610" name=""/>
                <p:cNvGrpSpPr/>
                <p:nvPr/>
              </p:nvGrpSpPr>
              <p:grpSpPr bwMode="auto">
                <a:xfrm flipH="0" flipV="0">
                  <a:off x="558567" y="0"/>
                  <a:ext cx="563676" cy="170654"/>
                  <a:chOff x="0" y="0"/>
                  <a:chExt cx="563676" cy="170654"/>
                </a:xfrm>
              </p:grpSpPr>
              <p:sp>
                <p:nvSpPr>
                  <p:cNvPr id="1974181528" name=""/>
                  <p:cNvSpPr/>
                  <p:nvPr/>
                </p:nvSpPr>
                <p:spPr bwMode="auto">
                  <a:xfrm rot="0" flipH="0" flipV="0">
                    <a:off x="0" y="27303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4771524" name=""/>
                  <p:cNvSpPr/>
                  <p:nvPr/>
                </p:nvSpPr>
                <p:spPr bwMode="auto">
                  <a:xfrm rot="16199998" flipH="0" flipV="0">
                    <a:off x="71372" y="-44067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14688521" name=""/>
                  <p:cNvSpPr/>
                  <p:nvPr/>
                </p:nvSpPr>
                <p:spPr bwMode="auto">
                  <a:xfrm rot="10800000" flipH="0" flipV="0">
                    <a:off x="277578" y="0"/>
                    <a:ext cx="286093" cy="143349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19890540" name=""/>
                  <p:cNvSpPr/>
                  <p:nvPr/>
                </p:nvSpPr>
                <p:spPr bwMode="auto">
                  <a:xfrm rot="5400000" flipH="0" flipV="0">
                    <a:off x="348952" y="-71371"/>
                    <a:ext cx="143349" cy="286093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</p:grpSp>
      <p:grpSp>
        <p:nvGrpSpPr>
          <p:cNvPr id="432585507" name=""/>
          <p:cNvGrpSpPr/>
          <p:nvPr/>
        </p:nvGrpSpPr>
        <p:grpSpPr bwMode="auto">
          <a:xfrm>
            <a:off x="135654" y="4842029"/>
            <a:ext cx="11844783" cy="1666873"/>
            <a:chOff x="0" y="0"/>
            <a:chExt cx="11844783" cy="1666873"/>
          </a:xfrm>
        </p:grpSpPr>
        <p:grpSp>
          <p:nvGrpSpPr>
            <p:cNvPr id="645099237" name=""/>
            <p:cNvGrpSpPr/>
            <p:nvPr/>
          </p:nvGrpSpPr>
          <p:grpSpPr bwMode="auto">
            <a:xfrm rot="0" flipH="0" flipV="0">
              <a:off x="0" y="0"/>
              <a:ext cx="11844783" cy="1666873"/>
              <a:chOff x="0" y="0"/>
              <a:chExt cx="11844783" cy="1666873"/>
            </a:xfrm>
          </p:grpSpPr>
          <p:grpSp>
            <p:nvGrpSpPr>
              <p:cNvPr id="2077221660" name=""/>
              <p:cNvGrpSpPr/>
              <p:nvPr/>
            </p:nvGrpSpPr>
            <p:grpSpPr bwMode="auto">
              <a:xfrm>
                <a:off x="0" y="0"/>
                <a:ext cx="11844783" cy="1666873"/>
                <a:chOff x="0" y="0"/>
                <a:chExt cx="11844783" cy="1666873"/>
              </a:xfrm>
            </p:grpSpPr>
            <p:sp>
              <p:nvSpPr>
                <p:cNvPr id="662505603" name=""/>
                <p:cNvSpPr/>
                <p:nvPr/>
              </p:nvSpPr>
              <p:spPr bwMode="auto">
                <a:xfrm rot="0" flipH="0" flipV="0">
                  <a:off x="94359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40768279" name=""/>
                <p:cNvSpPr/>
                <p:nvPr/>
              </p:nvSpPr>
              <p:spPr bwMode="auto">
                <a:xfrm rot="0" flipH="0" flipV="0">
                  <a:off x="3795538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88475911" name=""/>
                <p:cNvSpPr/>
                <p:nvPr/>
              </p:nvSpPr>
              <p:spPr bwMode="auto">
                <a:xfrm rot="0" flipH="0" flipV="0">
                  <a:off x="4594842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521818167" name=""/>
                <p:cNvSpPr/>
                <p:nvPr/>
              </p:nvSpPr>
              <p:spPr bwMode="auto">
                <a:xfrm rot="0" flipH="0" flipV="0">
                  <a:off x="7446787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22946840" name=""/>
                <p:cNvSpPr/>
                <p:nvPr/>
              </p:nvSpPr>
              <p:spPr bwMode="auto">
                <a:xfrm rot="0" flipH="0" flipV="0">
                  <a:off x="826550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489152722" name=""/>
                <p:cNvSpPr/>
                <p:nvPr/>
              </p:nvSpPr>
              <p:spPr bwMode="auto">
                <a:xfrm rot="0" flipH="0" flipV="0">
                  <a:off x="11092296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608472971" name=""/>
                <p:cNvSpPr/>
                <p:nvPr/>
              </p:nvSpPr>
              <p:spPr bwMode="auto">
                <a:xfrm rot="0" flipH="0" flipV="0">
                  <a:off x="0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grpSp>
            <p:nvGrpSpPr>
              <p:cNvPr id="1751245379" name=""/>
              <p:cNvGrpSpPr/>
              <p:nvPr/>
            </p:nvGrpSpPr>
            <p:grpSpPr bwMode="auto">
              <a:xfrm rot="0" flipH="0" flipV="0">
                <a:off x="133957" y="666352"/>
                <a:ext cx="11615721" cy="349167"/>
                <a:chOff x="0" y="0"/>
                <a:chExt cx="11615721" cy="349167"/>
              </a:xfrm>
            </p:grpSpPr>
            <p:sp>
              <p:nvSpPr>
                <p:cNvPr id="489572068" name=""/>
                <p:cNvSpPr/>
                <p:nvPr/>
              </p:nvSpPr>
              <p:spPr bwMode="auto">
                <a:xfrm rot="10800000" flipH="0" flipV="0">
                  <a:off x="0" y="0"/>
                  <a:ext cx="349167" cy="349167"/>
                </a:xfrm>
                <a:prstGeom prst="ellipse">
                  <a:avLst/>
                </a:prstGeom>
                <a:solidFill>
                  <a:srgbClr val="E173FF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32488658" name=""/>
                <p:cNvSpPr/>
                <p:nvPr/>
              </p:nvSpPr>
              <p:spPr bwMode="auto">
                <a:xfrm rot="0" flipH="0" flipV="0">
                  <a:off x="11266553" y="0"/>
                  <a:ext cx="349167" cy="349167"/>
                </a:xfrm>
                <a:prstGeom prst="ellipse">
                  <a:avLst/>
                </a:prstGeom>
                <a:solidFill>
                  <a:srgbClr val="E173FF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grpSp>
          <p:nvGrpSpPr>
            <p:cNvPr id="1077776329" name=""/>
            <p:cNvGrpSpPr/>
            <p:nvPr/>
          </p:nvGrpSpPr>
          <p:grpSpPr bwMode="auto">
            <a:xfrm flipH="0" flipV="0">
              <a:off x="497847" y="755428"/>
              <a:ext cx="10902663" cy="148114"/>
              <a:chOff x="0" y="0"/>
              <a:chExt cx="10902663" cy="148114"/>
            </a:xfrm>
          </p:grpSpPr>
          <p:grpSp>
            <p:nvGrpSpPr>
              <p:cNvPr id="1344535291" name=""/>
              <p:cNvGrpSpPr/>
              <p:nvPr/>
            </p:nvGrpSpPr>
            <p:grpSpPr bwMode="auto">
              <a:xfrm rot="0" flipH="0" flipV="0">
                <a:off x="0" y="0"/>
                <a:ext cx="3635721" cy="148115"/>
                <a:chOff x="0" y="0"/>
                <a:chExt cx="3635721" cy="148115"/>
              </a:xfrm>
            </p:grpSpPr>
            <p:grpSp>
              <p:nvGrpSpPr>
                <p:cNvPr id="290055678" name=""/>
                <p:cNvGrpSpPr/>
                <p:nvPr/>
              </p:nvGrpSpPr>
              <p:grpSpPr bwMode="auto">
                <a:xfrm flipH="0" flipV="0">
                  <a:off x="0" y="0"/>
                  <a:ext cx="1220432" cy="148115"/>
                  <a:chOff x="0" y="0"/>
                  <a:chExt cx="1220432" cy="148115"/>
                </a:xfrm>
              </p:grpSpPr>
              <p:grpSp>
                <p:nvGrpSpPr>
                  <p:cNvPr id="1699552471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04169645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51838903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01302090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26073012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381784564" name=""/>
                  <p:cNvGrpSpPr/>
                  <p:nvPr/>
                </p:nvGrpSpPr>
                <p:grpSpPr bwMode="auto">
                  <a:xfrm flipH="0" flipV="0">
                    <a:off x="607439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99926404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476363147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63292042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064861082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1146175146" name=""/>
                <p:cNvGrpSpPr/>
                <p:nvPr/>
              </p:nvGrpSpPr>
              <p:grpSpPr bwMode="auto">
                <a:xfrm flipH="0" flipV="0">
                  <a:off x="1207641" y="0"/>
                  <a:ext cx="1220432" cy="148115"/>
                  <a:chOff x="0" y="0"/>
                  <a:chExt cx="1220432" cy="148115"/>
                </a:xfrm>
              </p:grpSpPr>
              <p:grpSp>
                <p:nvGrpSpPr>
                  <p:cNvPr id="1930721866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562547035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775995621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645341427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559545454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735773494" name=""/>
                  <p:cNvGrpSpPr/>
                  <p:nvPr/>
                </p:nvGrpSpPr>
                <p:grpSpPr bwMode="auto">
                  <a:xfrm flipH="0" flipV="0">
                    <a:off x="607439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23158604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263272413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90440506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1324879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636277893" name=""/>
                <p:cNvGrpSpPr/>
                <p:nvPr/>
              </p:nvGrpSpPr>
              <p:grpSpPr bwMode="auto">
                <a:xfrm flipH="0" flipV="0">
                  <a:off x="2415287" y="0"/>
                  <a:ext cx="1220432" cy="148115"/>
                  <a:chOff x="0" y="0"/>
                  <a:chExt cx="1220432" cy="148115"/>
                </a:xfrm>
              </p:grpSpPr>
              <p:grpSp>
                <p:nvGrpSpPr>
                  <p:cNvPr id="1696305003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328483172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15605274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1184204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535185775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747089039" name=""/>
                  <p:cNvGrpSpPr/>
                  <p:nvPr/>
                </p:nvGrpSpPr>
                <p:grpSpPr bwMode="auto">
                  <a:xfrm flipH="0" flipV="0">
                    <a:off x="607439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321143087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2551410" name=""/>
                    <p:cNvSpPr/>
                    <p:nvPr/>
                  </p:nvSpPr>
                  <p:spPr bwMode="auto">
                    <a:xfrm rot="16199998" flipH="0" flipV="0">
                      <a:off x="93355" y="-69656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739493216" name=""/>
                    <p:cNvSpPr/>
                    <p:nvPr/>
                  </p:nvSpPr>
                  <p:spPr bwMode="auto">
                    <a:xfrm rot="10800000" flipH="0" flipV="0">
                      <a:off x="301864" y="0"/>
                      <a:ext cx="311124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776894702" name=""/>
                    <p:cNvSpPr/>
                    <p:nvPr/>
                  </p:nvSpPr>
                  <p:spPr bwMode="auto">
                    <a:xfrm rot="5400000" flipH="0" flipV="0">
                      <a:off x="395220" y="-93353"/>
                      <a:ext cx="124416" cy="311124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</p:grpSp>
          <p:grpSp>
            <p:nvGrpSpPr>
              <p:cNvPr id="1603349847" name=""/>
              <p:cNvGrpSpPr/>
              <p:nvPr/>
            </p:nvGrpSpPr>
            <p:grpSpPr bwMode="auto">
              <a:xfrm rot="0" flipH="0" flipV="0">
                <a:off x="3633471" y="0"/>
                <a:ext cx="3635721" cy="148115"/>
                <a:chOff x="0" y="0"/>
                <a:chExt cx="3635721" cy="148115"/>
              </a:xfrm>
            </p:grpSpPr>
            <p:grpSp>
              <p:nvGrpSpPr>
                <p:cNvPr id="1478617598" name=""/>
                <p:cNvGrpSpPr/>
                <p:nvPr/>
              </p:nvGrpSpPr>
              <p:grpSpPr bwMode="auto">
                <a:xfrm flipH="0" flipV="0">
                  <a:off x="0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1324015631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2098062524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689220279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56903499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9192743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378173734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346659894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62848104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44005977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033018990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549282993" name=""/>
                <p:cNvGrpSpPr/>
                <p:nvPr/>
              </p:nvGrpSpPr>
              <p:grpSpPr bwMode="auto">
                <a:xfrm flipH="0" flipV="0">
                  <a:off x="1207641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458548144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30796867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45534949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93878397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406764509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301384663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559230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2032598004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2038107848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739174506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2008648969" name=""/>
                <p:cNvGrpSpPr/>
                <p:nvPr/>
              </p:nvGrpSpPr>
              <p:grpSpPr bwMode="auto">
                <a:xfrm flipH="0" flipV="0">
                  <a:off x="2415286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49001900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771153655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8856938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668918472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27212740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847175820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15857771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65883031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827778033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65699901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</p:grpSp>
          <p:grpSp>
            <p:nvGrpSpPr>
              <p:cNvPr id="606397736" name=""/>
              <p:cNvGrpSpPr/>
              <p:nvPr/>
            </p:nvGrpSpPr>
            <p:grpSpPr bwMode="auto">
              <a:xfrm rot="0" flipH="0" flipV="0">
                <a:off x="7266942" y="0"/>
                <a:ext cx="3635721" cy="148115"/>
                <a:chOff x="0" y="0"/>
                <a:chExt cx="3635721" cy="148115"/>
              </a:xfrm>
            </p:grpSpPr>
            <p:grpSp>
              <p:nvGrpSpPr>
                <p:cNvPr id="1462091789" name=""/>
                <p:cNvGrpSpPr/>
                <p:nvPr/>
              </p:nvGrpSpPr>
              <p:grpSpPr bwMode="auto">
                <a:xfrm flipH="0" flipV="0">
                  <a:off x="0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1123100230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09879293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1664339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73647071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24622417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501915267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4456735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84113390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1688239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39455717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2015493056" name=""/>
                <p:cNvGrpSpPr/>
                <p:nvPr/>
              </p:nvGrpSpPr>
              <p:grpSpPr bwMode="auto">
                <a:xfrm flipH="0" flipV="0">
                  <a:off x="1207641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536950592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426276893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924150691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415935965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987474383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1924084422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1435102908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70741670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571575275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31053483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  <p:grpSp>
              <p:nvGrpSpPr>
                <p:cNvPr id="150345883" name=""/>
                <p:cNvGrpSpPr/>
                <p:nvPr/>
              </p:nvGrpSpPr>
              <p:grpSpPr bwMode="auto">
                <a:xfrm flipH="0" flipV="0">
                  <a:off x="2415286" y="0"/>
                  <a:ext cx="1220431" cy="148115"/>
                  <a:chOff x="0" y="0"/>
                  <a:chExt cx="1220431" cy="148115"/>
                </a:xfrm>
              </p:grpSpPr>
              <p:grpSp>
                <p:nvGrpSpPr>
                  <p:cNvPr id="77242630" name=""/>
                  <p:cNvGrpSpPr/>
                  <p:nvPr/>
                </p:nvGrpSpPr>
                <p:grpSpPr bwMode="auto">
                  <a:xfrm flipH="0" flipV="0">
                    <a:off x="0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99789275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705769479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598883337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815401790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  <p:grpSp>
                <p:nvGrpSpPr>
                  <p:cNvPr id="94469613" name=""/>
                  <p:cNvGrpSpPr/>
                  <p:nvPr/>
                </p:nvGrpSpPr>
                <p:grpSpPr bwMode="auto">
                  <a:xfrm flipH="0" flipV="0">
                    <a:off x="607438" y="0"/>
                    <a:ext cx="612992" cy="148115"/>
                    <a:chOff x="0" y="0"/>
                    <a:chExt cx="612992" cy="148115"/>
                  </a:xfrm>
                </p:grpSpPr>
                <p:sp>
                  <p:nvSpPr>
                    <p:cNvPr id="597420306" name=""/>
                    <p:cNvSpPr/>
                    <p:nvPr/>
                  </p:nvSpPr>
                  <p:spPr bwMode="auto">
                    <a:xfrm rot="0" flipH="0" flipV="0">
                      <a:off x="0" y="23697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1134063587" name=""/>
                    <p:cNvSpPr/>
                    <p:nvPr/>
                  </p:nvSpPr>
                  <p:spPr bwMode="auto">
                    <a:xfrm rot="16199998" flipH="0" flipV="0">
                      <a:off x="93354" y="-69655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97107088" name=""/>
                    <p:cNvSpPr/>
                    <p:nvPr/>
                  </p:nvSpPr>
                  <p:spPr bwMode="auto">
                    <a:xfrm rot="10800000" flipH="0" flipV="0">
                      <a:off x="301863" y="0"/>
                      <a:ext cx="311123" cy="124416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  <p:sp>
                  <p:nvSpPr>
                    <p:cNvPr id="385211661" name=""/>
                    <p:cNvSpPr/>
                    <p:nvPr/>
                  </p:nvSpPr>
                  <p:spPr bwMode="auto">
                    <a:xfrm rot="5400000" flipH="0" flipV="0">
                      <a:off x="395220" y="-93352"/>
                      <a:ext cx="124416" cy="311123"/>
                    </a:xfrm>
                    <a:prstGeom prst="arc">
                      <a:avLst>
                        <a:gd name="adj1" fmla="val 16200000"/>
                        <a:gd name="adj2" fmla="val 0"/>
                      </a:avLst>
                    </a:prstGeom>
                    <a:ln w="57150" cap="flat" cmpd="sng" algn="ctr">
                      <a:solidFill>
                        <a:srgbClr val="00FF73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sp>
              </p:grpSp>
            </p:grpSp>
          </p:grpSp>
        </p:grpSp>
      </p:grpSp>
      <p:grpSp>
        <p:nvGrpSpPr>
          <p:cNvPr id="1354494869" name=""/>
          <p:cNvGrpSpPr/>
          <p:nvPr/>
        </p:nvGrpSpPr>
        <p:grpSpPr bwMode="auto">
          <a:xfrm>
            <a:off x="135653" y="1181254"/>
            <a:ext cx="11844783" cy="1666872"/>
            <a:chOff x="0" y="0"/>
            <a:chExt cx="11844783" cy="1666872"/>
          </a:xfrm>
        </p:grpSpPr>
        <p:grpSp>
          <p:nvGrpSpPr>
            <p:cNvPr id="1343662721" name=""/>
            <p:cNvGrpSpPr/>
            <p:nvPr/>
          </p:nvGrpSpPr>
          <p:grpSpPr bwMode="auto">
            <a:xfrm>
              <a:off x="0" y="0"/>
              <a:ext cx="11844783" cy="1666873"/>
              <a:chOff x="0" y="0"/>
              <a:chExt cx="11844783" cy="1666873"/>
            </a:xfrm>
          </p:grpSpPr>
          <p:grpSp>
            <p:nvGrpSpPr>
              <p:cNvPr id="2001403540" name=""/>
              <p:cNvGrpSpPr/>
              <p:nvPr/>
            </p:nvGrpSpPr>
            <p:grpSpPr bwMode="auto">
              <a:xfrm>
                <a:off x="0" y="0"/>
                <a:ext cx="11844783" cy="1666873"/>
                <a:chOff x="0" y="0"/>
                <a:chExt cx="11844783" cy="1666873"/>
              </a:xfrm>
            </p:grpSpPr>
            <p:sp>
              <p:nvSpPr>
                <p:cNvPr id="789781366" name=""/>
                <p:cNvSpPr/>
                <p:nvPr/>
              </p:nvSpPr>
              <p:spPr bwMode="auto">
                <a:xfrm rot="0" flipH="0" flipV="0">
                  <a:off x="94359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62931782" name=""/>
                <p:cNvSpPr/>
                <p:nvPr/>
              </p:nvSpPr>
              <p:spPr bwMode="auto">
                <a:xfrm rot="0" flipH="0" flipV="0">
                  <a:off x="3795538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88205450" name=""/>
                <p:cNvSpPr/>
                <p:nvPr/>
              </p:nvSpPr>
              <p:spPr bwMode="auto">
                <a:xfrm rot="0" flipH="0" flipV="0">
                  <a:off x="4594842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541930724" name=""/>
                <p:cNvSpPr/>
                <p:nvPr/>
              </p:nvSpPr>
              <p:spPr bwMode="auto">
                <a:xfrm rot="0" flipH="0" flipV="0">
                  <a:off x="7446787" y="0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38940872" name=""/>
                <p:cNvSpPr/>
                <p:nvPr/>
              </p:nvSpPr>
              <p:spPr bwMode="auto">
                <a:xfrm rot="0" flipH="0" flipV="0">
                  <a:off x="8265501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535196479" name=""/>
                <p:cNvSpPr/>
                <p:nvPr/>
              </p:nvSpPr>
              <p:spPr bwMode="auto">
                <a:xfrm rot="0" flipH="0" flipV="0">
                  <a:off x="11092296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908114431" name=""/>
                <p:cNvSpPr/>
                <p:nvPr/>
              </p:nvSpPr>
              <p:spPr bwMode="auto">
                <a:xfrm rot="0" flipH="0" flipV="0">
                  <a:off x="0" y="0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grpSp>
            <p:nvGrpSpPr>
              <p:cNvPr id="737289036" name=""/>
              <p:cNvGrpSpPr/>
              <p:nvPr/>
            </p:nvGrpSpPr>
            <p:grpSpPr bwMode="auto">
              <a:xfrm rot="0" flipH="0" flipV="0">
                <a:off x="133958" y="136461"/>
                <a:ext cx="11615721" cy="1408948"/>
                <a:chOff x="0" y="0"/>
                <a:chExt cx="11615721" cy="1408948"/>
              </a:xfrm>
            </p:grpSpPr>
            <p:grpSp>
              <p:nvGrpSpPr>
                <p:cNvPr id="596493714" name=""/>
                <p:cNvGrpSpPr/>
                <p:nvPr/>
              </p:nvGrpSpPr>
              <p:grpSpPr bwMode="auto">
                <a:xfrm>
                  <a:off x="3067788" y="0"/>
                  <a:ext cx="1823464" cy="1408948"/>
                  <a:chOff x="0" y="0"/>
                  <a:chExt cx="1823464" cy="1408948"/>
                </a:xfrm>
              </p:grpSpPr>
              <p:cxnSp>
                <p:nvCxnSpPr>
                  <p:cNvPr id="53151102" name=""/>
                  <p:cNvCxnSpPr/>
                  <p:nvPr/>
                </p:nvCxnSpPr>
                <p:spPr bwMode="auto">
                  <a:xfrm rot="10800000" flipH="0" flipV="1">
                    <a:off x="349167" y="174582"/>
                    <a:ext cx="1125126" cy="105228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98720639" name=""/>
                  <p:cNvSpPr/>
                  <p:nvPr/>
                </p:nvSpPr>
                <p:spPr bwMode="auto">
                  <a:xfrm rot="10800000" flipH="0" flipV="0">
                    <a:off x="1474297" y="0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454526527" name=""/>
                  <p:cNvSpPr/>
                  <p:nvPr/>
                </p:nvSpPr>
                <p:spPr bwMode="auto">
                  <a:xfrm rot="0" flipH="0" flipV="0">
                    <a:off x="0" y="1059780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766188032" name=""/>
                <p:cNvGrpSpPr/>
                <p:nvPr/>
              </p:nvGrpSpPr>
              <p:grpSpPr bwMode="auto">
                <a:xfrm>
                  <a:off x="0" y="529891"/>
                  <a:ext cx="1234577" cy="879057"/>
                  <a:chOff x="0" y="0"/>
                  <a:chExt cx="1234577" cy="879057"/>
                </a:xfrm>
              </p:grpSpPr>
              <p:sp>
                <p:nvSpPr>
                  <p:cNvPr id="855084600" name=""/>
                  <p:cNvSpPr/>
                  <p:nvPr/>
                </p:nvSpPr>
                <p:spPr bwMode="auto">
                  <a:xfrm rot="10800000" flipH="0" flipV="0">
                    <a:off x="885408" y="529887"/>
                    <a:ext cx="349168" cy="349168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944483445" name=""/>
                  <p:cNvCxnSpPr/>
                  <p:nvPr/>
                </p:nvCxnSpPr>
                <p:spPr bwMode="auto">
                  <a:xfrm rot="10800000" flipH="0" flipV="0">
                    <a:off x="298032" y="298031"/>
                    <a:ext cx="587376" cy="406438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3796038" name=""/>
                  <p:cNvSpPr/>
                  <p:nvPr/>
                </p:nvSpPr>
                <p:spPr bwMode="auto">
                  <a:xfrm rot="10800000" flipH="0" flipV="0">
                    <a:off x="0" y="0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645250338" name=""/>
                <p:cNvGrpSpPr/>
                <p:nvPr/>
              </p:nvGrpSpPr>
              <p:grpSpPr bwMode="auto">
                <a:xfrm rot="10800000">
                  <a:off x="10381142" y="529889"/>
                  <a:ext cx="1234578" cy="349168"/>
                  <a:chOff x="0" y="0"/>
                  <a:chExt cx="1234578" cy="349168"/>
                </a:xfrm>
              </p:grpSpPr>
              <p:sp>
                <p:nvSpPr>
                  <p:cNvPr id="1846856090" name=""/>
                  <p:cNvSpPr/>
                  <p:nvPr/>
                </p:nvSpPr>
                <p:spPr bwMode="auto">
                  <a:xfrm rot="10800000" flipH="0" flipV="0">
                    <a:off x="885411" y="0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86657638" name=""/>
                  <p:cNvCxnSpPr/>
                  <p:nvPr/>
                </p:nvCxnSpPr>
                <p:spPr bwMode="auto">
                  <a:xfrm rot="10800000" flipH="0" flipV="1">
                    <a:off x="349167" y="174583"/>
                    <a:ext cx="536242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98451606" name=""/>
                  <p:cNvSpPr/>
                  <p:nvPr/>
                </p:nvSpPr>
                <p:spPr bwMode="auto">
                  <a:xfrm rot="10800000" flipH="0" flipV="0">
                    <a:off x="0" y="0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grpSp>
              <p:nvGrpSpPr>
                <p:cNvPr id="1871019606" name=""/>
                <p:cNvGrpSpPr/>
                <p:nvPr/>
              </p:nvGrpSpPr>
              <p:grpSpPr bwMode="auto">
                <a:xfrm rot="10800000">
                  <a:off x="6724465" y="0"/>
                  <a:ext cx="2107789" cy="879058"/>
                  <a:chOff x="0" y="0"/>
                  <a:chExt cx="2107789" cy="879058"/>
                </a:xfrm>
              </p:grpSpPr>
              <p:cxnSp>
                <p:nvCxnSpPr>
                  <p:cNvPr id="1105523966" name=""/>
                  <p:cNvCxnSpPr/>
                  <p:nvPr/>
                </p:nvCxnSpPr>
                <p:spPr bwMode="auto">
                  <a:xfrm rot="10800000" flipH="0" flipV="0">
                    <a:off x="349169" y="167082"/>
                    <a:ext cx="1409450" cy="53739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54328479" name=""/>
                  <p:cNvSpPr/>
                  <p:nvPr/>
                </p:nvSpPr>
                <p:spPr bwMode="auto">
                  <a:xfrm rot="10800000" flipH="0" flipV="0">
                    <a:off x="1758620" y="529889"/>
                    <a:ext cx="349168" cy="349168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456689659" name=""/>
                  <p:cNvSpPr/>
                  <p:nvPr/>
                </p:nvSpPr>
                <p:spPr bwMode="auto">
                  <a:xfrm rot="0" flipH="0" flipV="0">
                    <a:off x="0" y="0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</p:grpSp>
        </p:grpSp>
        <p:grpSp>
          <p:nvGrpSpPr>
            <p:cNvPr id="510456521" name=""/>
            <p:cNvGrpSpPr/>
            <p:nvPr/>
          </p:nvGrpSpPr>
          <p:grpSpPr bwMode="auto">
            <a:xfrm flipH="0" flipV="0">
              <a:off x="1404216" y="1292294"/>
              <a:ext cx="1797529" cy="148114"/>
              <a:chOff x="0" y="0"/>
              <a:chExt cx="1797529" cy="148114"/>
            </a:xfrm>
          </p:grpSpPr>
          <p:grpSp>
            <p:nvGrpSpPr>
              <p:cNvPr id="35191217" name=""/>
              <p:cNvGrpSpPr/>
              <p:nvPr/>
            </p:nvGrpSpPr>
            <p:grpSpPr bwMode="auto">
              <a:xfrm flipH="0" flipV="0">
                <a:off x="0" y="0"/>
                <a:ext cx="603392" cy="148114"/>
                <a:chOff x="0" y="0"/>
                <a:chExt cx="603392" cy="148114"/>
              </a:xfrm>
            </p:grpSpPr>
            <p:grpSp>
              <p:nvGrpSpPr>
                <p:cNvPr id="753402029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516573193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15243868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71591708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20686153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649488630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698647813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23712702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5866808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3389835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681203356" name=""/>
              <p:cNvGrpSpPr/>
              <p:nvPr/>
            </p:nvGrpSpPr>
            <p:grpSpPr bwMode="auto">
              <a:xfrm flipH="0" flipV="0">
                <a:off x="597066" y="0"/>
                <a:ext cx="603392" cy="148114"/>
                <a:chOff x="0" y="0"/>
                <a:chExt cx="603392" cy="148114"/>
              </a:xfrm>
            </p:grpSpPr>
            <p:grpSp>
              <p:nvGrpSpPr>
                <p:cNvPr id="983025544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793332493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54083140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93026025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6795243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470289388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806982107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6334554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43192074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82897612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116142465" name=""/>
              <p:cNvGrpSpPr/>
              <p:nvPr/>
            </p:nvGrpSpPr>
            <p:grpSpPr bwMode="auto">
              <a:xfrm flipH="0" flipV="0">
                <a:off x="1194133" y="0"/>
                <a:ext cx="603392" cy="148114"/>
                <a:chOff x="0" y="0"/>
                <a:chExt cx="603392" cy="148114"/>
              </a:xfrm>
            </p:grpSpPr>
            <p:grpSp>
              <p:nvGrpSpPr>
                <p:cNvPr id="1115630225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379795419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51733379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09556267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81452789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784601832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2044088552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81172962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94560495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467096735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737353718" name=""/>
            <p:cNvGrpSpPr/>
            <p:nvPr/>
          </p:nvGrpSpPr>
          <p:grpSpPr bwMode="auto">
            <a:xfrm flipH="0" flipV="0">
              <a:off x="5046230" y="223762"/>
              <a:ext cx="1797529" cy="148114"/>
              <a:chOff x="0" y="0"/>
              <a:chExt cx="1797529" cy="148114"/>
            </a:xfrm>
          </p:grpSpPr>
          <p:grpSp>
            <p:nvGrpSpPr>
              <p:cNvPr id="775085777" name=""/>
              <p:cNvGrpSpPr/>
              <p:nvPr/>
            </p:nvGrpSpPr>
            <p:grpSpPr bwMode="auto">
              <a:xfrm flipH="0" flipV="0">
                <a:off x="0" y="0"/>
                <a:ext cx="603392" cy="148114"/>
                <a:chOff x="0" y="0"/>
                <a:chExt cx="603392" cy="148114"/>
              </a:xfrm>
            </p:grpSpPr>
            <p:grpSp>
              <p:nvGrpSpPr>
                <p:cNvPr id="1134339484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1942012681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13290383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17554409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87906600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840260895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1290427500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04423132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59694129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35582720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902241979" name=""/>
              <p:cNvGrpSpPr/>
              <p:nvPr/>
            </p:nvGrpSpPr>
            <p:grpSpPr bwMode="auto">
              <a:xfrm flipH="0" flipV="0">
                <a:off x="597066" y="0"/>
                <a:ext cx="603392" cy="148114"/>
                <a:chOff x="0" y="0"/>
                <a:chExt cx="603392" cy="148114"/>
              </a:xfrm>
            </p:grpSpPr>
            <p:grpSp>
              <p:nvGrpSpPr>
                <p:cNvPr id="1414834948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1237306191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706220187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82147422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98831445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871292393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268233770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13370183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08140227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77784987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521719403" name=""/>
              <p:cNvGrpSpPr/>
              <p:nvPr/>
            </p:nvGrpSpPr>
            <p:grpSpPr bwMode="auto">
              <a:xfrm flipH="0" flipV="0">
                <a:off x="1194133" y="0"/>
                <a:ext cx="603392" cy="148114"/>
                <a:chOff x="0" y="0"/>
                <a:chExt cx="603392" cy="148114"/>
              </a:xfrm>
            </p:grpSpPr>
            <p:grpSp>
              <p:nvGrpSpPr>
                <p:cNvPr id="1832911025" name=""/>
                <p:cNvGrpSpPr/>
                <p:nvPr/>
              </p:nvGrpSpPr>
              <p:grpSpPr bwMode="auto">
                <a:xfrm flipH="0" flipV="0">
                  <a:off x="0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1281734539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0900408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78909396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257734552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261831208" name=""/>
                <p:cNvGrpSpPr/>
                <p:nvPr/>
              </p:nvGrpSpPr>
              <p:grpSpPr bwMode="auto">
                <a:xfrm flipH="0" flipV="0">
                  <a:off x="300322" y="0"/>
                  <a:ext cx="303069" cy="148114"/>
                  <a:chOff x="0" y="0"/>
                  <a:chExt cx="303069" cy="148114"/>
                </a:xfrm>
              </p:grpSpPr>
              <p:sp>
                <p:nvSpPr>
                  <p:cNvPr id="424194961" name=""/>
                  <p:cNvSpPr/>
                  <p:nvPr/>
                </p:nvSpPr>
                <p:spPr bwMode="auto">
                  <a:xfrm rot="0" flipH="0" flipV="0">
                    <a:off x="0" y="23697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3868949" name=""/>
                  <p:cNvSpPr/>
                  <p:nvPr/>
                </p:nvSpPr>
                <p:spPr bwMode="auto">
                  <a:xfrm rot="16199998" flipH="0" flipV="0">
                    <a:off x="14703" y="899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57916705" name=""/>
                  <p:cNvSpPr/>
                  <p:nvPr/>
                </p:nvSpPr>
                <p:spPr bwMode="auto">
                  <a:xfrm rot="10800000" flipH="0" flipV="0">
                    <a:off x="149244" y="0"/>
                    <a:ext cx="153822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96737074" name=""/>
                  <p:cNvSpPr/>
                  <p:nvPr/>
                </p:nvSpPr>
                <p:spPr bwMode="auto">
                  <a:xfrm rot="5400000" flipH="0" flipV="0">
                    <a:off x="163948" y="-14703"/>
                    <a:ext cx="124416" cy="153822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  <p:grpSp>
          <p:nvGrpSpPr>
            <p:cNvPr id="1680459073" name=""/>
            <p:cNvGrpSpPr/>
            <p:nvPr/>
          </p:nvGrpSpPr>
          <p:grpSpPr bwMode="auto">
            <a:xfrm flipH="0" flipV="0">
              <a:off x="8994096" y="774479"/>
              <a:ext cx="1521004" cy="148114"/>
              <a:chOff x="0" y="0"/>
              <a:chExt cx="1521004" cy="148114"/>
            </a:xfrm>
          </p:grpSpPr>
          <p:grpSp>
            <p:nvGrpSpPr>
              <p:cNvPr id="434688499" name=""/>
              <p:cNvGrpSpPr/>
              <p:nvPr/>
            </p:nvGrpSpPr>
            <p:grpSpPr bwMode="auto">
              <a:xfrm flipH="0" flipV="0">
                <a:off x="0" y="0"/>
                <a:ext cx="510568" cy="148114"/>
                <a:chOff x="0" y="0"/>
                <a:chExt cx="510568" cy="148114"/>
              </a:xfrm>
            </p:grpSpPr>
            <p:grpSp>
              <p:nvGrpSpPr>
                <p:cNvPr id="549793104" name=""/>
                <p:cNvGrpSpPr/>
                <p:nvPr/>
              </p:nvGrpSpPr>
              <p:grpSpPr bwMode="auto">
                <a:xfrm flipH="0" flipV="0">
                  <a:off x="0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2028570663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409808123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03000045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09350345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798247781" name=""/>
                <p:cNvGrpSpPr/>
                <p:nvPr/>
              </p:nvGrpSpPr>
              <p:grpSpPr bwMode="auto">
                <a:xfrm flipH="0" flipV="0">
                  <a:off x="254121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1108524661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395319338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733643491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967601190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997374290" name=""/>
              <p:cNvGrpSpPr/>
              <p:nvPr/>
            </p:nvGrpSpPr>
            <p:grpSpPr bwMode="auto">
              <a:xfrm flipH="0" flipV="0">
                <a:off x="505215" y="0"/>
                <a:ext cx="510568" cy="148114"/>
                <a:chOff x="0" y="0"/>
                <a:chExt cx="510568" cy="148114"/>
              </a:xfrm>
            </p:grpSpPr>
            <p:grpSp>
              <p:nvGrpSpPr>
                <p:cNvPr id="280266476" name=""/>
                <p:cNvGrpSpPr/>
                <p:nvPr/>
              </p:nvGrpSpPr>
              <p:grpSpPr bwMode="auto">
                <a:xfrm flipH="0" flipV="0">
                  <a:off x="0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835649315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35684476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2021897407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040848485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915404528" name=""/>
                <p:cNvGrpSpPr/>
                <p:nvPr/>
              </p:nvGrpSpPr>
              <p:grpSpPr bwMode="auto">
                <a:xfrm flipH="0" flipV="0">
                  <a:off x="254121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1012682690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547445570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85696056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510648263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  <p:grpSp>
            <p:nvGrpSpPr>
              <p:cNvPr id="116229259" name=""/>
              <p:cNvGrpSpPr/>
              <p:nvPr/>
            </p:nvGrpSpPr>
            <p:grpSpPr bwMode="auto">
              <a:xfrm flipH="0" flipV="0">
                <a:off x="1010432" y="0"/>
                <a:ext cx="510568" cy="148114"/>
                <a:chOff x="0" y="0"/>
                <a:chExt cx="510568" cy="148114"/>
              </a:xfrm>
            </p:grpSpPr>
            <p:grpSp>
              <p:nvGrpSpPr>
                <p:cNvPr id="244838229" name=""/>
                <p:cNvGrpSpPr/>
                <p:nvPr/>
              </p:nvGrpSpPr>
              <p:grpSpPr bwMode="auto">
                <a:xfrm flipH="0" flipV="0">
                  <a:off x="0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2020212476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616290827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855359766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155985630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  <p:grpSp>
              <p:nvGrpSpPr>
                <p:cNvPr id="1549455387" name=""/>
                <p:cNvGrpSpPr/>
                <p:nvPr/>
              </p:nvGrpSpPr>
              <p:grpSpPr bwMode="auto">
                <a:xfrm flipH="0" flipV="0">
                  <a:off x="254121" y="0"/>
                  <a:ext cx="256446" cy="148114"/>
                  <a:chOff x="0" y="0"/>
                  <a:chExt cx="256446" cy="148114"/>
                </a:xfrm>
              </p:grpSpPr>
              <p:sp>
                <p:nvSpPr>
                  <p:cNvPr id="1185458330" name=""/>
                  <p:cNvSpPr/>
                  <p:nvPr/>
                </p:nvSpPr>
                <p:spPr bwMode="auto">
                  <a:xfrm rot="0" flipH="0" flipV="0">
                    <a:off x="0" y="23697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943828017" name=""/>
                  <p:cNvSpPr/>
                  <p:nvPr/>
                </p:nvSpPr>
                <p:spPr bwMode="auto">
                  <a:xfrm rot="16199998" flipH="0" flipV="0">
                    <a:off x="2871" y="20824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627807649" name=""/>
                  <p:cNvSpPr/>
                  <p:nvPr/>
                </p:nvSpPr>
                <p:spPr bwMode="auto">
                  <a:xfrm rot="10800000" flipH="0" flipV="0">
                    <a:off x="126284" y="0"/>
                    <a:ext cx="130158" cy="124416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  <p:sp>
                <p:nvSpPr>
                  <p:cNvPr id="1374133488" name=""/>
                  <p:cNvSpPr/>
                  <p:nvPr/>
                </p:nvSpPr>
                <p:spPr bwMode="auto">
                  <a:xfrm rot="5400000" flipH="0" flipV="0">
                    <a:off x="129156" y="-2871"/>
                    <a:ext cx="124416" cy="130158"/>
                  </a:xfrm>
                  <a:prstGeom prst="arc">
                    <a:avLst>
                      <a:gd name="adj1" fmla="val 16200000"/>
                      <a:gd name="adj2" fmla="val 0"/>
                    </a:avLst>
                  </a:prstGeom>
                  <a:ln w="57150" cap="flat" cmpd="sng" algn="ctr">
                    <a:solidFill>
                      <a:srgbClr val="00FF73"/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sp>
            </p:grp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2345041" name=""/>
          <p:cNvGrpSpPr/>
          <p:nvPr/>
        </p:nvGrpSpPr>
        <p:grpSpPr bwMode="auto">
          <a:xfrm>
            <a:off x="3388165" y="972681"/>
            <a:ext cx="5020232" cy="5420832"/>
            <a:chOff x="0" y="0"/>
            <a:chExt cx="5020232" cy="5420832"/>
          </a:xfrm>
        </p:grpSpPr>
        <p:grpSp>
          <p:nvGrpSpPr>
            <p:cNvPr id="1017621890" name=""/>
            <p:cNvGrpSpPr/>
            <p:nvPr/>
          </p:nvGrpSpPr>
          <p:grpSpPr bwMode="auto">
            <a:xfrm rot="10800000">
              <a:off x="680620" y="837020"/>
              <a:ext cx="3974222" cy="3337515"/>
              <a:chOff x="0" y="0"/>
              <a:chExt cx="3974222" cy="3337515"/>
            </a:xfrm>
          </p:grpSpPr>
          <p:cxnSp>
            <p:nvCxnSpPr>
              <p:cNvPr id="1063751197" name=""/>
              <p:cNvCxnSpPr/>
              <p:nvPr/>
            </p:nvCxnSpPr>
            <p:spPr bwMode="auto">
              <a:xfrm rot="10800000" flipH="0" flipV="0">
                <a:off x="2436302" y="1668757"/>
                <a:ext cx="805230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7840371" name=""/>
              <p:cNvCxnSpPr/>
              <p:nvPr/>
            </p:nvCxnSpPr>
            <p:spPr bwMode="auto">
              <a:xfrm rot="16199998" flipH="0" flipV="1">
                <a:off x="2370883" y="431762"/>
                <a:ext cx="1043367" cy="91253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1957999" name=""/>
              <p:cNvCxnSpPr/>
              <p:nvPr/>
            </p:nvCxnSpPr>
            <p:spPr bwMode="auto">
              <a:xfrm rot="5399997" flipH="0" flipV="0">
                <a:off x="2370885" y="1993221"/>
                <a:ext cx="1043365" cy="91253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5767294" name=""/>
              <p:cNvSpPr/>
              <p:nvPr/>
            </p:nvSpPr>
            <p:spPr bwMode="auto">
              <a:xfrm rot="0" flipH="0" flipV="0">
                <a:off x="3241532" y="1302411"/>
                <a:ext cx="732690" cy="732690"/>
              </a:xfrm>
              <a:prstGeom prst="ellipse">
                <a:avLst/>
              </a:prstGeom>
              <a:solidFill>
                <a:srgbClr val="E173FF"/>
              </a:solidFill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695121882" name=""/>
              <p:cNvCxnSpPr/>
              <p:nvPr/>
            </p:nvCxnSpPr>
            <p:spPr bwMode="auto">
              <a:xfrm rot="10800000" flipH="0" flipV="0">
                <a:off x="732690" y="2971170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990950" name=""/>
              <p:cNvCxnSpPr/>
              <p:nvPr/>
            </p:nvCxnSpPr>
            <p:spPr bwMode="auto">
              <a:xfrm rot="10800000" flipH="0" flipV="1">
                <a:off x="732690" y="1668756"/>
                <a:ext cx="970921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675704" name=""/>
              <p:cNvCxnSpPr/>
              <p:nvPr/>
            </p:nvCxnSpPr>
            <p:spPr bwMode="auto">
              <a:xfrm rot="10800000" flipH="0" flipV="0">
                <a:off x="732690" y="366345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32796590" name=""/>
              <p:cNvGrpSpPr/>
              <p:nvPr/>
            </p:nvGrpSpPr>
            <p:grpSpPr bwMode="auto">
              <a:xfrm>
                <a:off x="0" y="0"/>
                <a:ext cx="732690" cy="3337515"/>
                <a:chOff x="0" y="0"/>
                <a:chExt cx="732690" cy="3337515"/>
              </a:xfrm>
            </p:grpSpPr>
            <p:sp>
              <p:nvSpPr>
                <p:cNvPr id="1574800068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29715383" name=""/>
                <p:cNvSpPr/>
                <p:nvPr/>
              </p:nvSpPr>
              <p:spPr bwMode="auto">
                <a:xfrm rot="0" flipH="0" flipV="0">
                  <a:off x="0" y="1302411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61805984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551237808" name=""/>
              <p:cNvGrpSpPr/>
              <p:nvPr/>
            </p:nvGrpSpPr>
            <p:grpSpPr bwMode="auto">
              <a:xfrm>
                <a:off x="1703611" y="0"/>
                <a:ext cx="732690" cy="3337515"/>
                <a:chOff x="0" y="0"/>
                <a:chExt cx="732690" cy="3337515"/>
              </a:xfrm>
            </p:grpSpPr>
            <p:sp>
              <p:nvSpPr>
                <p:cNvPr id="906432303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9754989" name=""/>
                <p:cNvSpPr/>
                <p:nvPr/>
              </p:nvSpPr>
              <p:spPr bwMode="auto">
                <a:xfrm rot="0" flipH="0" flipV="0">
                  <a:off x="0" y="1302411"/>
                  <a:ext cx="732690" cy="73269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97887070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grpSp>
          <p:nvGrpSpPr>
            <p:cNvPr id="1330893085" name=""/>
            <p:cNvGrpSpPr/>
            <p:nvPr/>
          </p:nvGrpSpPr>
          <p:grpSpPr bwMode="auto">
            <a:xfrm>
              <a:off x="875832" y="4333519"/>
              <a:ext cx="3924297" cy="1087312"/>
              <a:chOff x="0" y="0"/>
              <a:chExt cx="3924297" cy="1087312"/>
            </a:xfrm>
          </p:grpSpPr>
          <p:sp>
            <p:nvSpPr>
              <p:cNvPr id="1333423444" name=""/>
              <p:cNvSpPr/>
              <p:nvPr/>
            </p:nvSpPr>
            <p:spPr bwMode="auto">
              <a:xfrm rot="16199998" flipH="0" flipV="0">
                <a:off x="1851862" y="-1851862"/>
                <a:ext cx="220572" cy="3924298"/>
              </a:xfrm>
              <a:prstGeom prst="leftBrace">
                <a:avLst>
                  <a:gd name="adj1" fmla="val 101801"/>
                  <a:gd name="adj2" fmla="val 50000"/>
                </a:avLst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451463884" name=""/>
              <p:cNvSpPr txBox="1"/>
              <p:nvPr/>
            </p:nvSpPr>
            <p:spPr bwMode="auto">
              <a:xfrm rot="0" flipH="0" flipV="0">
                <a:off x="1268190" y="324414"/>
                <a:ext cx="1400876" cy="76289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0">
                    <a:latin typeface="CMU Serif"/>
                    <a:ea typeface="CMU Serif"/>
                    <a:cs typeface="CMU Serif"/>
                  </a:rPr>
                  <a:t>Half-RGS</a:t>
                </a:r>
                <a:br>
                  <a:rPr sz="2200" b="0">
                    <a:latin typeface="CMU Serif"/>
                    <a:cs typeface="CMU Serif"/>
                  </a:rPr>
                </a:br>
                <a:r>
                  <a:rPr lang="fr-FR" sz="2200" b="0">
                    <a:latin typeface="CMU Serif"/>
                    <a:cs typeface="CMU Serif"/>
                  </a:rPr>
                  <a:t>(</a:t>
                </a:r>
                <a:r>
                  <a:rPr lang="fr-FR" sz="2200" b="0" i="1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m </a:t>
                </a:r>
                <a:r>
                  <a:rPr lang="fr-FR" sz="2200" b="0" i="0" u="none" strike="noStrike" cap="none" spc="0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arms)</a:t>
                </a:r>
                <a:endParaRPr sz="2200" b="0">
                  <a:latin typeface="CMU Serif"/>
                  <a:cs typeface="CMU Serif"/>
                </a:endParaRPr>
              </a:p>
            </p:txBody>
          </p:sp>
        </p:grpSp>
        <p:sp>
          <p:nvSpPr>
            <p:cNvPr id="1567320251" name=""/>
            <p:cNvSpPr txBox="1"/>
            <p:nvPr/>
          </p:nvSpPr>
          <p:spPr bwMode="auto">
            <a:xfrm rot="0" flipH="0" flipV="0">
              <a:off x="1866899" y="0"/>
              <a:ext cx="1454283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FFD34F"/>
                  </a:solidFill>
                  <a:latin typeface="CMU Serif"/>
                  <a:ea typeface="CMU Serif"/>
                  <a:cs typeface="CMU Serif"/>
                </a:rPr>
                <a:t>I</a:t>
              </a:r>
              <a:r>
                <a:rPr lang="fr-FR" sz="2200" b="1">
                  <a:solidFill>
                    <a:srgbClr val="FFD34F"/>
                  </a:solidFill>
                  <a:latin typeface="CMU Serif"/>
                  <a:ea typeface="CMU Serif"/>
                  <a:cs typeface="CMU Serif"/>
                </a:rPr>
                <a:t>nner qubits</a:t>
              </a:r>
              <a:endParaRPr sz="2200" b="1">
                <a:solidFill>
                  <a:srgbClr val="FFD34F"/>
                </a:solidFill>
                <a:latin typeface="CMU Serif"/>
                <a:cs typeface="CMU Serif"/>
              </a:endParaRPr>
            </a:p>
          </p:txBody>
        </p:sp>
        <p:sp>
          <p:nvSpPr>
            <p:cNvPr id="203964407" name=""/>
            <p:cNvSpPr txBox="1"/>
            <p:nvPr/>
          </p:nvSpPr>
          <p:spPr bwMode="auto">
            <a:xfrm rot="5400000" flipH="0" flipV="0">
              <a:off x="3354450" y="2944652"/>
              <a:ext cx="666527" cy="64044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3600" b="1"/>
                <a:t>...</a:t>
              </a:r>
              <a:endParaRPr sz="3600" b="1"/>
            </a:p>
          </p:txBody>
        </p:sp>
        <p:sp>
          <p:nvSpPr>
            <p:cNvPr id="631647007" name=""/>
            <p:cNvSpPr txBox="1"/>
            <p:nvPr/>
          </p:nvSpPr>
          <p:spPr bwMode="auto">
            <a:xfrm rot="0" flipH="0" flipV="0">
              <a:off x="3562349" y="0"/>
              <a:ext cx="1457882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FF4C4C"/>
                  </a:solidFill>
                  <a:latin typeface="CMU Serif"/>
                  <a:ea typeface="CMU Serif"/>
                  <a:cs typeface="CMU Serif"/>
                </a:rPr>
                <a:t>Outer </a:t>
              </a:r>
              <a:r>
                <a:rPr lang="fr-FR" sz="2200" b="1">
                  <a:solidFill>
                    <a:srgbClr val="FF4C4C"/>
                  </a:solidFill>
                  <a:latin typeface="CMU Serif"/>
                  <a:ea typeface="CMU Serif"/>
                  <a:cs typeface="CMU Serif"/>
                </a:rPr>
                <a:t>qubits</a:t>
              </a:r>
              <a:endParaRPr sz="2200" b="1">
                <a:solidFill>
                  <a:srgbClr val="FFD34F"/>
                </a:solidFill>
                <a:latin typeface="CMU Serif"/>
                <a:cs typeface="CMU Serif"/>
              </a:endParaRPr>
            </a:p>
          </p:txBody>
        </p:sp>
        <p:sp>
          <p:nvSpPr>
            <p:cNvPr id="17055502" name=""/>
            <p:cNvSpPr txBox="1"/>
            <p:nvPr/>
          </p:nvSpPr>
          <p:spPr bwMode="auto">
            <a:xfrm rot="0" flipH="0" flipV="0">
              <a:off x="0" y="1333499"/>
              <a:ext cx="1511793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DB4CFF"/>
                  </a:solidFill>
                  <a:latin typeface="CMU Serif"/>
                  <a:ea typeface="CMU Serif"/>
                  <a:cs typeface="CMU Serif"/>
                </a:rPr>
                <a:t>Anchor qubit</a:t>
              </a:r>
              <a:endParaRPr sz="2200" b="1" i="0">
                <a:solidFill>
                  <a:srgbClr val="DB4CFF"/>
                </a:solidFill>
                <a:latin typeface="CMU Serif"/>
                <a:cs typeface="CMU Serif"/>
              </a:endParaRPr>
            </a:p>
          </p:txBody>
        </p:sp>
      </p:grpSp>
      <p:sp>
        <p:nvSpPr>
          <p:cNvPr id="1013038558" name=""/>
          <p:cNvSpPr txBox="1"/>
          <p:nvPr/>
        </p:nvSpPr>
        <p:spPr bwMode="auto">
          <a:xfrm rot="0" flipH="0" flipV="0">
            <a:off x="1352549" y="400050"/>
            <a:ext cx="680157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3 </a:t>
            </a:r>
            <a:r>
              <a:rPr lang="fr-FR"/>
              <a:t>-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solo</a:t>
            </a:r>
            <a:r>
              <a:rPr lang="fr-FR"/>
              <a:t> HRGS 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7540299" name=""/>
          <p:cNvGrpSpPr/>
          <p:nvPr/>
        </p:nvGrpSpPr>
        <p:grpSpPr bwMode="auto">
          <a:xfrm>
            <a:off x="947416" y="782181"/>
            <a:ext cx="9778924" cy="5087068"/>
            <a:chOff x="0" y="0"/>
            <a:chExt cx="9778924" cy="5087068"/>
          </a:xfrm>
        </p:grpSpPr>
        <p:cxnSp>
          <p:nvCxnSpPr>
            <p:cNvPr id="452288250" name=""/>
            <p:cNvCxnSpPr>
              <a:stCxn id="1690367939" idx="6"/>
              <a:endCxn id="628318772" idx="6"/>
            </p:cNvCxnSpPr>
            <p:nvPr/>
          </p:nvCxnSpPr>
          <p:spPr bwMode="auto">
            <a:xfrm rot="0" flipH="0" flipV="1">
              <a:off x="4368969" y="2507832"/>
              <a:ext cx="1290443" cy="0"/>
            </a:xfrm>
            <a:prstGeom prst="line">
              <a:avLst/>
            </a:prstGeom>
            <a:ln w="50800" cap="flat" cmpd="sng" algn="ctr">
              <a:solidFill>
                <a:srgbClr val="FF9900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773661" name=""/>
            <p:cNvSpPr txBox="1"/>
            <p:nvPr/>
          </p:nvSpPr>
          <p:spPr bwMode="auto">
            <a:xfrm rot="0" flipH="0" flipV="0">
              <a:off x="1469198" y="0"/>
              <a:ext cx="1074807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2200" b="1">
                  <a:solidFill>
                    <a:srgbClr val="FFD34F"/>
                  </a:solidFill>
                  <a:latin typeface="CMU Serif"/>
                  <a:ea typeface="CMU Serif"/>
                  <a:cs typeface="CMU Serif"/>
                </a:rPr>
                <a:t>Inner qubits</a:t>
              </a:r>
              <a:endParaRPr sz="2200" b="1">
                <a:solidFill>
                  <a:srgbClr val="FFD34F"/>
                </a:solidFill>
                <a:latin typeface="CMU Serif"/>
                <a:cs typeface="CMU Serif"/>
              </a:endParaRPr>
            </a:p>
          </p:txBody>
        </p:sp>
        <p:sp>
          <p:nvSpPr>
            <p:cNvPr id="2141693964" name=""/>
            <p:cNvSpPr txBox="1"/>
            <p:nvPr/>
          </p:nvSpPr>
          <p:spPr bwMode="auto">
            <a:xfrm rot="0" flipH="0" flipV="0">
              <a:off x="0" y="4324349"/>
              <a:ext cx="1127434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2200" b="1">
                  <a:solidFill>
                    <a:srgbClr val="FF4C4C"/>
                  </a:solidFill>
                  <a:latin typeface="CMU Serif"/>
                  <a:ea typeface="CMU Serif"/>
                  <a:cs typeface="CMU Serif"/>
                </a:rPr>
                <a:t>Outer qubits</a:t>
              </a:r>
              <a:endParaRPr sz="2200" b="1">
                <a:solidFill>
                  <a:srgbClr val="FF4C4C"/>
                </a:solidFill>
                <a:latin typeface="CMU Serif"/>
                <a:cs typeface="CMU Serif"/>
              </a:endParaRPr>
            </a:p>
          </p:txBody>
        </p:sp>
        <p:grpSp>
          <p:nvGrpSpPr>
            <p:cNvPr id="1388802417" name=""/>
            <p:cNvGrpSpPr/>
            <p:nvPr/>
          </p:nvGrpSpPr>
          <p:grpSpPr bwMode="auto">
            <a:xfrm>
              <a:off x="394743" y="839074"/>
              <a:ext cx="3974223" cy="3337515"/>
              <a:chOff x="0" y="0"/>
              <a:chExt cx="3974223" cy="3337515"/>
            </a:xfrm>
          </p:grpSpPr>
          <p:cxnSp>
            <p:nvCxnSpPr>
              <p:cNvPr id="238677943" name=""/>
              <p:cNvCxnSpPr/>
              <p:nvPr/>
            </p:nvCxnSpPr>
            <p:spPr bwMode="auto">
              <a:xfrm rot="10800000" flipH="0" flipV="0">
                <a:off x="2436303" y="1668757"/>
                <a:ext cx="805230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450698" name=""/>
              <p:cNvCxnSpPr/>
              <p:nvPr/>
            </p:nvCxnSpPr>
            <p:spPr bwMode="auto">
              <a:xfrm rot="16199998" flipH="0" flipV="1">
                <a:off x="2370884" y="431763"/>
                <a:ext cx="1043367" cy="91253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5539551" name=""/>
              <p:cNvCxnSpPr/>
              <p:nvPr/>
            </p:nvCxnSpPr>
            <p:spPr bwMode="auto">
              <a:xfrm rot="5399997" flipH="0" flipV="0">
                <a:off x="2370885" y="1993221"/>
                <a:ext cx="1043365" cy="91253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0367939" name=""/>
              <p:cNvSpPr/>
              <p:nvPr/>
            </p:nvSpPr>
            <p:spPr bwMode="auto">
              <a:xfrm rot="0" flipH="0" flipV="0">
                <a:off x="3241533" y="1302412"/>
                <a:ext cx="732690" cy="732690"/>
              </a:xfrm>
              <a:prstGeom prst="ellipse">
                <a:avLst/>
              </a:prstGeom>
              <a:solidFill>
                <a:srgbClr val="E173FF"/>
              </a:solidFill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983538632" name=""/>
              <p:cNvCxnSpPr>
                <a:stCxn id="254667520" idx="2"/>
                <a:endCxn id="1253465757" idx="6"/>
              </p:cNvCxnSpPr>
              <p:nvPr/>
            </p:nvCxnSpPr>
            <p:spPr bwMode="auto">
              <a:xfrm rot="10800000" flipH="0" flipV="0">
                <a:off x="732690" y="2971170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0879" name=""/>
              <p:cNvCxnSpPr>
                <a:stCxn id="1408712568" idx="2"/>
                <a:endCxn id="1312772892" idx="6"/>
              </p:cNvCxnSpPr>
              <p:nvPr/>
            </p:nvCxnSpPr>
            <p:spPr bwMode="auto">
              <a:xfrm rot="10800000" flipH="0" flipV="1">
                <a:off x="732690" y="1668757"/>
                <a:ext cx="970921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1625967" name=""/>
              <p:cNvCxnSpPr>
                <a:stCxn id="885037124" idx="2"/>
                <a:endCxn id="1728386857" idx="6"/>
              </p:cNvCxnSpPr>
              <p:nvPr/>
            </p:nvCxnSpPr>
            <p:spPr bwMode="auto">
              <a:xfrm rot="10800000" flipH="0" flipV="0">
                <a:off x="732690" y="366345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51667172" name=""/>
              <p:cNvGrpSpPr/>
              <p:nvPr/>
            </p:nvGrpSpPr>
            <p:grpSpPr bwMode="auto">
              <a:xfrm>
                <a:off x="0" y="0"/>
                <a:ext cx="732690" cy="3337515"/>
                <a:chOff x="0" y="0"/>
                <a:chExt cx="732690" cy="3337515"/>
              </a:xfrm>
            </p:grpSpPr>
            <p:sp>
              <p:nvSpPr>
                <p:cNvPr id="1253465757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12772892" name=""/>
                <p:cNvSpPr/>
                <p:nvPr/>
              </p:nvSpPr>
              <p:spPr bwMode="auto">
                <a:xfrm rot="0" flipH="0" flipV="0">
                  <a:off x="0" y="1302411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28386857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1643355375" name=""/>
              <p:cNvGrpSpPr/>
              <p:nvPr/>
            </p:nvGrpSpPr>
            <p:grpSpPr bwMode="auto">
              <a:xfrm>
                <a:off x="1703611" y="0"/>
                <a:ext cx="732690" cy="3337515"/>
                <a:chOff x="0" y="0"/>
                <a:chExt cx="732690" cy="3337515"/>
              </a:xfrm>
            </p:grpSpPr>
            <p:sp>
              <p:nvSpPr>
                <p:cNvPr id="254667520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08712568" name=""/>
                <p:cNvSpPr/>
                <p:nvPr/>
              </p:nvSpPr>
              <p:spPr bwMode="auto">
                <a:xfrm rot="0" flipH="0" flipV="0">
                  <a:off x="0" y="1302411"/>
                  <a:ext cx="732690" cy="73269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85037124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grpSp>
          <p:nvGrpSpPr>
            <p:cNvPr id="1779618887" name=""/>
            <p:cNvGrpSpPr/>
            <p:nvPr/>
          </p:nvGrpSpPr>
          <p:grpSpPr bwMode="auto">
            <a:xfrm rot="10800000">
              <a:off x="5659414" y="839074"/>
              <a:ext cx="3974222" cy="3337515"/>
              <a:chOff x="0" y="0"/>
              <a:chExt cx="3974222" cy="3337515"/>
            </a:xfrm>
          </p:grpSpPr>
          <p:cxnSp>
            <p:nvCxnSpPr>
              <p:cNvPr id="853645407" name=""/>
              <p:cNvCxnSpPr/>
              <p:nvPr/>
            </p:nvCxnSpPr>
            <p:spPr bwMode="auto">
              <a:xfrm rot="10800000" flipH="0" flipV="0">
                <a:off x="2436302" y="1668757"/>
                <a:ext cx="805230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7244845" name=""/>
              <p:cNvCxnSpPr/>
              <p:nvPr/>
            </p:nvCxnSpPr>
            <p:spPr bwMode="auto">
              <a:xfrm rot="16199998" flipH="0" flipV="1">
                <a:off x="2370883" y="431762"/>
                <a:ext cx="1043367" cy="91253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6850686" name=""/>
              <p:cNvCxnSpPr/>
              <p:nvPr/>
            </p:nvCxnSpPr>
            <p:spPr bwMode="auto">
              <a:xfrm rot="5399997" flipH="0" flipV="0">
                <a:off x="2370885" y="1993221"/>
                <a:ext cx="1043365" cy="91253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8318772" name=""/>
              <p:cNvSpPr/>
              <p:nvPr/>
            </p:nvSpPr>
            <p:spPr bwMode="auto">
              <a:xfrm rot="0" flipH="0" flipV="0">
                <a:off x="3241532" y="1302411"/>
                <a:ext cx="732690" cy="732690"/>
              </a:xfrm>
              <a:prstGeom prst="ellipse">
                <a:avLst/>
              </a:prstGeom>
              <a:solidFill>
                <a:srgbClr val="E173FF"/>
              </a:solidFill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575910645" name=""/>
              <p:cNvCxnSpPr/>
              <p:nvPr/>
            </p:nvCxnSpPr>
            <p:spPr bwMode="auto">
              <a:xfrm rot="10800000" flipH="0" flipV="0">
                <a:off x="732690" y="2971170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3827335" name=""/>
              <p:cNvCxnSpPr/>
              <p:nvPr/>
            </p:nvCxnSpPr>
            <p:spPr bwMode="auto">
              <a:xfrm rot="10800000" flipH="0" flipV="1">
                <a:off x="732690" y="1668756"/>
                <a:ext cx="970921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0137356" name=""/>
              <p:cNvCxnSpPr/>
              <p:nvPr/>
            </p:nvCxnSpPr>
            <p:spPr bwMode="auto">
              <a:xfrm rot="10800000" flipH="0" flipV="0">
                <a:off x="732690" y="366345"/>
                <a:ext cx="97092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7868700" name=""/>
              <p:cNvGrpSpPr/>
              <p:nvPr/>
            </p:nvGrpSpPr>
            <p:grpSpPr bwMode="auto">
              <a:xfrm>
                <a:off x="0" y="0"/>
                <a:ext cx="732690" cy="3337515"/>
                <a:chOff x="0" y="0"/>
                <a:chExt cx="732690" cy="3337515"/>
              </a:xfrm>
            </p:grpSpPr>
            <p:sp>
              <p:nvSpPr>
                <p:cNvPr id="1317136761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27868752" name=""/>
                <p:cNvSpPr/>
                <p:nvPr/>
              </p:nvSpPr>
              <p:spPr bwMode="auto">
                <a:xfrm rot="0" flipH="0" flipV="0">
                  <a:off x="0" y="1302411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95880697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4C4C"/>
                </a:solidFill>
                <a:ln w="381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479028163" name=""/>
              <p:cNvGrpSpPr/>
              <p:nvPr/>
            </p:nvGrpSpPr>
            <p:grpSpPr bwMode="auto">
              <a:xfrm>
                <a:off x="1703611" y="0"/>
                <a:ext cx="732690" cy="3337515"/>
                <a:chOff x="0" y="0"/>
                <a:chExt cx="732690" cy="3337515"/>
              </a:xfrm>
            </p:grpSpPr>
            <p:sp>
              <p:nvSpPr>
                <p:cNvPr id="106346199" name=""/>
                <p:cNvSpPr/>
                <p:nvPr/>
              </p:nvSpPr>
              <p:spPr bwMode="auto">
                <a:xfrm rot="0" flipH="0" flipV="0">
                  <a:off x="0" y="2604825"/>
                  <a:ext cx="732690" cy="73269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03677290" name=""/>
                <p:cNvSpPr/>
                <p:nvPr/>
              </p:nvSpPr>
              <p:spPr bwMode="auto">
                <a:xfrm rot="0" flipH="0" flipV="0">
                  <a:off x="0" y="1302411"/>
                  <a:ext cx="732690" cy="73269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13829607" name=""/>
                <p:cNvSpPr/>
                <p:nvPr/>
              </p:nvSpPr>
              <p:spPr bwMode="auto">
                <a:xfrm rot="0" flipH="0" flipV="0">
                  <a:off x="0" y="0"/>
                  <a:ext cx="732690" cy="73269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grpSp>
          <p:nvGrpSpPr>
            <p:cNvPr id="266524055" name=""/>
            <p:cNvGrpSpPr/>
            <p:nvPr/>
          </p:nvGrpSpPr>
          <p:grpSpPr bwMode="auto">
            <a:xfrm>
              <a:off x="5854626" y="4335573"/>
              <a:ext cx="3924297" cy="751494"/>
              <a:chOff x="0" y="0"/>
              <a:chExt cx="3924297" cy="751494"/>
            </a:xfrm>
          </p:grpSpPr>
          <p:sp>
            <p:nvSpPr>
              <p:cNvPr id="742574945" name=""/>
              <p:cNvSpPr/>
              <p:nvPr/>
            </p:nvSpPr>
            <p:spPr bwMode="auto">
              <a:xfrm rot="16199998" flipH="0" flipV="0">
                <a:off x="1851862" y="-1851862"/>
                <a:ext cx="220572" cy="3924298"/>
              </a:xfrm>
              <a:prstGeom prst="leftBrace">
                <a:avLst>
                  <a:gd name="adj1" fmla="val 101801"/>
                  <a:gd name="adj2" fmla="val 50000"/>
                </a:avLst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sp>
          <p:sp>
            <p:nvSpPr>
              <p:cNvPr id="439742750" name=""/>
              <p:cNvSpPr txBox="1"/>
              <p:nvPr/>
            </p:nvSpPr>
            <p:spPr bwMode="auto">
              <a:xfrm rot="0" flipH="0" flipV="0">
                <a:off x="1268190" y="324415"/>
                <a:ext cx="1388278" cy="4270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2200" b="0">
                    <a:latin typeface="CMU Serif"/>
                    <a:ea typeface="CMU Serif"/>
                    <a:cs typeface="CMU Serif"/>
                  </a:rPr>
                  <a:t>Half-RGS</a:t>
                </a:r>
                <a:endParaRPr sz="2200" b="0">
                  <a:latin typeface="CMU Serif"/>
                  <a:cs typeface="CMU Serif"/>
                </a:endParaRPr>
              </a:p>
            </p:txBody>
          </p:sp>
        </p:grpSp>
        <p:sp>
          <p:nvSpPr>
            <p:cNvPr id="1850970034" name=""/>
            <p:cNvSpPr txBox="1"/>
            <p:nvPr/>
          </p:nvSpPr>
          <p:spPr bwMode="auto">
            <a:xfrm rot="0" flipH="0" flipV="0">
              <a:off x="4629007" y="1877017"/>
              <a:ext cx="790384" cy="5185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2800" b="1" i="1">
                  <a:solidFill>
                    <a:srgbClr val="FF9900"/>
                  </a:solidFill>
                  <a:latin typeface="CMU Serif"/>
                  <a:ea typeface="CMU Serif"/>
                  <a:cs typeface="CMU Serif"/>
                </a:rPr>
                <a:t>CZ</a:t>
              </a:r>
              <a:endParaRPr sz="2800" b="1" i="1">
                <a:solidFill>
                  <a:srgbClr val="FF9900"/>
                </a:solidFill>
                <a:latin typeface="CMU Serif"/>
                <a:cs typeface="CMU Serif"/>
              </a:endParaRPr>
            </a:p>
          </p:txBody>
        </p:sp>
        <p:sp>
          <p:nvSpPr>
            <p:cNvPr id="1490923440" name=""/>
            <p:cNvSpPr txBox="1"/>
            <p:nvPr/>
          </p:nvSpPr>
          <p:spPr bwMode="auto">
            <a:xfrm rot="0" flipH="0" flipV="0">
              <a:off x="4258114" y="2780167"/>
              <a:ext cx="1512513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DB4CFF"/>
                  </a:solidFill>
                  <a:latin typeface="CMU Serif"/>
                  <a:ea typeface="CMU Serif"/>
                  <a:cs typeface="CMU Serif"/>
                </a:rPr>
                <a:t>Anchor qubit</a:t>
              </a:r>
              <a:r>
                <a:rPr lang="fr-FR" sz="2200" b="1" i="0">
                  <a:solidFill>
                    <a:srgbClr val="DB4CFF"/>
                  </a:solidFill>
                  <a:latin typeface="CMU Serif"/>
                  <a:cs typeface="CMU Serif"/>
                </a:rPr>
                <a:t>s</a:t>
              </a:r>
              <a:endParaRPr sz="2200" b="1" i="0">
                <a:solidFill>
                  <a:srgbClr val="DB4CFF"/>
                </a:solidFill>
                <a:latin typeface="CMU Serif"/>
                <a:cs typeface="CMU Serif"/>
              </a:endParaRPr>
            </a:p>
          </p:txBody>
        </p:sp>
      </p:grpSp>
      <p:sp>
        <p:nvSpPr>
          <p:cNvPr id="660620055" name=""/>
          <p:cNvSpPr txBox="1"/>
          <p:nvPr/>
        </p:nvSpPr>
        <p:spPr bwMode="auto">
          <a:xfrm rot="0" flipH="0" flipV="0">
            <a:off x="1352549" y="400050"/>
            <a:ext cx="939560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3 - HRGS joining procedure into RGS</a:t>
            </a:r>
            <a:endParaRPr lang="fr-FR"/>
          </a:p>
        </p:txBody>
      </p:sp>
      <p:sp>
        <p:nvSpPr>
          <p:cNvPr id="1399797818" name=""/>
          <p:cNvSpPr txBox="1"/>
          <p:nvPr/>
        </p:nvSpPr>
        <p:spPr bwMode="auto">
          <a:xfrm rot="0" flipH="0" flipV="0">
            <a:off x="5581507" y="1739496"/>
            <a:ext cx="79506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800" b="1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lang="en-U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2800" b="1" i="1">
              <a:solidFill>
                <a:schemeClr val="tx1"/>
              </a:solidFill>
              <a:latin typeface="C059"/>
              <a:cs typeface="C059"/>
            </a:endParaRPr>
          </a:p>
        </p:txBody>
      </p:sp>
      <p:cxnSp>
        <p:nvCxnSpPr>
          <p:cNvPr id="1370362050" name=""/>
          <p:cNvCxnSpPr/>
          <p:nvPr/>
        </p:nvCxnSpPr>
        <p:spPr bwMode="auto">
          <a:xfrm rot="10800000" flipH="0" flipV="1">
            <a:off x="5200649" y="2266949"/>
            <a:ext cx="514349" cy="590549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2378505" name=""/>
          <p:cNvCxnSpPr/>
          <p:nvPr/>
        </p:nvCxnSpPr>
        <p:spPr bwMode="auto">
          <a:xfrm rot="10800000" flipH="1" flipV="1">
            <a:off x="6210298" y="2228848"/>
            <a:ext cx="514348" cy="590549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3785949" name=""/>
          <p:cNvSpPr txBox="1"/>
          <p:nvPr/>
        </p:nvSpPr>
        <p:spPr bwMode="auto">
          <a:xfrm rot="5400000" flipH="0" flipV="0">
            <a:off x="2332984" y="3675794"/>
            <a:ext cx="66616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1"/>
              <a:t>...</a:t>
            </a:r>
            <a:endParaRPr sz="3600" b="1"/>
          </a:p>
        </p:txBody>
      </p:sp>
      <p:sp>
        <p:nvSpPr>
          <p:cNvPr id="378248426" name=""/>
          <p:cNvSpPr txBox="1"/>
          <p:nvPr/>
        </p:nvSpPr>
        <p:spPr bwMode="auto">
          <a:xfrm rot="5400000" flipH="0" flipV="0">
            <a:off x="9249955" y="3675974"/>
            <a:ext cx="66652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1"/>
              <a:t>...</a:t>
            </a:r>
            <a:endParaRPr sz="3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500848" name=""/>
          <p:cNvSpPr txBox="1"/>
          <p:nvPr/>
        </p:nvSpPr>
        <p:spPr bwMode="auto">
          <a:xfrm rot="0" flipH="0" flipV="0">
            <a:off x="1352548" y="400050"/>
            <a:ext cx="940892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3 bis - tree encoded inner qubit helper</a:t>
            </a:r>
            <a:endParaRPr lang="fr-FR"/>
          </a:p>
        </p:txBody>
      </p:sp>
      <p:grpSp>
        <p:nvGrpSpPr>
          <p:cNvPr id="785996468" name=""/>
          <p:cNvGrpSpPr/>
          <p:nvPr/>
        </p:nvGrpSpPr>
        <p:grpSpPr bwMode="auto">
          <a:xfrm>
            <a:off x="4010218" y="1832305"/>
            <a:ext cx="7438080" cy="4029049"/>
            <a:chOff x="0" y="0"/>
            <a:chExt cx="7438080" cy="4029049"/>
          </a:xfrm>
        </p:grpSpPr>
        <p:sp>
          <p:nvSpPr>
            <p:cNvPr id="1446163310" name=""/>
            <p:cNvSpPr/>
            <p:nvPr/>
          </p:nvSpPr>
          <p:spPr bwMode="auto">
            <a:xfrm rot="10800000" flipH="0" flipV="0">
              <a:off x="1175726" y="1296059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0805513" name=""/>
            <p:cNvSpPr/>
            <p:nvPr/>
          </p:nvSpPr>
          <p:spPr bwMode="auto">
            <a:xfrm rot="10800000" flipH="0" flipV="0">
              <a:off x="1692938" y="2254537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60000027" name=""/>
            <p:cNvSpPr/>
            <p:nvPr/>
          </p:nvSpPr>
          <p:spPr bwMode="auto">
            <a:xfrm rot="10800000" flipH="0" flipV="0">
              <a:off x="687255" y="2254537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662698144" name=""/>
            <p:cNvCxnSpPr/>
            <p:nvPr/>
          </p:nvCxnSpPr>
          <p:spPr bwMode="auto">
            <a:xfrm rot="16199998" flipH="0" flipV="1">
              <a:off x="1736091" y="1943834"/>
              <a:ext cx="354408" cy="266997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421755" name=""/>
            <p:cNvCxnSpPr/>
            <p:nvPr/>
          </p:nvCxnSpPr>
          <p:spPr bwMode="auto">
            <a:xfrm rot="16199998" flipH="0" flipV="0">
              <a:off x="983035" y="1958203"/>
              <a:ext cx="354407" cy="238258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4302022" name=""/>
            <p:cNvSpPr/>
            <p:nvPr/>
          </p:nvSpPr>
          <p:spPr bwMode="auto">
            <a:xfrm rot="10800000" flipH="0" flipV="0">
              <a:off x="3075317" y="1296059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089055257" name=""/>
            <p:cNvSpPr/>
            <p:nvPr/>
          </p:nvSpPr>
          <p:spPr bwMode="auto">
            <a:xfrm rot="10800000" flipH="0" flipV="0">
              <a:off x="3589119" y="2254537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01041805" name=""/>
            <p:cNvSpPr/>
            <p:nvPr/>
          </p:nvSpPr>
          <p:spPr bwMode="auto">
            <a:xfrm rot="10800000" flipH="0" flipV="0">
              <a:off x="2583436" y="2254537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412123166" name=""/>
            <p:cNvCxnSpPr/>
            <p:nvPr/>
          </p:nvCxnSpPr>
          <p:spPr bwMode="auto">
            <a:xfrm rot="16199998" flipH="0" flipV="1">
              <a:off x="3632272" y="1943835"/>
              <a:ext cx="354409" cy="266996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745416" name=""/>
            <p:cNvCxnSpPr/>
            <p:nvPr/>
          </p:nvCxnSpPr>
          <p:spPr bwMode="auto">
            <a:xfrm rot="16199998" flipH="0" flipV="0">
              <a:off x="2879217" y="1958203"/>
              <a:ext cx="354408" cy="238258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725984" name=""/>
            <p:cNvSpPr/>
            <p:nvPr/>
          </p:nvSpPr>
          <p:spPr bwMode="auto">
            <a:xfrm rot="10800000" flipH="0" flipV="0">
              <a:off x="4968091" y="1315108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99681572" name=""/>
            <p:cNvSpPr/>
            <p:nvPr/>
          </p:nvSpPr>
          <p:spPr bwMode="auto">
            <a:xfrm rot="10800000" flipH="0" flipV="0">
              <a:off x="5485301" y="2273586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8677027" name=""/>
            <p:cNvSpPr/>
            <p:nvPr/>
          </p:nvSpPr>
          <p:spPr bwMode="auto">
            <a:xfrm rot="10800000" flipH="0" flipV="0">
              <a:off x="4479618" y="2273586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445977489" name=""/>
            <p:cNvCxnSpPr/>
            <p:nvPr/>
          </p:nvCxnSpPr>
          <p:spPr bwMode="auto">
            <a:xfrm rot="16199998" flipH="0" flipV="1">
              <a:off x="5528454" y="1962883"/>
              <a:ext cx="354409" cy="266996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9907524" name=""/>
            <p:cNvCxnSpPr/>
            <p:nvPr/>
          </p:nvCxnSpPr>
          <p:spPr bwMode="auto">
            <a:xfrm rot="16199998" flipH="0" flipV="0">
              <a:off x="4775399" y="1977252"/>
              <a:ext cx="354408" cy="238258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7219599" name=""/>
            <p:cNvSpPr/>
            <p:nvPr/>
          </p:nvSpPr>
          <p:spPr bwMode="auto">
            <a:xfrm rot="10800000" flipH="0" flipV="0">
              <a:off x="1692938" y="3302287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08453778" name=""/>
            <p:cNvSpPr/>
            <p:nvPr/>
          </p:nvSpPr>
          <p:spPr bwMode="auto">
            <a:xfrm rot="10800000" flipH="0" flipV="0">
              <a:off x="687255" y="3302286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48933455" name=""/>
            <p:cNvSpPr/>
            <p:nvPr/>
          </p:nvSpPr>
          <p:spPr bwMode="auto">
            <a:xfrm rot="10800000" flipH="0" flipV="0">
              <a:off x="3589118" y="3302287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32609869" name=""/>
            <p:cNvSpPr/>
            <p:nvPr/>
          </p:nvSpPr>
          <p:spPr bwMode="auto">
            <a:xfrm rot="10800000" flipH="0" flipV="0">
              <a:off x="2583435" y="3302286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8425660" name=""/>
            <p:cNvSpPr/>
            <p:nvPr/>
          </p:nvSpPr>
          <p:spPr bwMode="auto">
            <a:xfrm rot="10800000" flipH="0" flipV="0">
              <a:off x="5485300" y="3321338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69743258" name=""/>
            <p:cNvSpPr/>
            <p:nvPr/>
          </p:nvSpPr>
          <p:spPr bwMode="auto">
            <a:xfrm rot="10800000" flipH="0" flipV="0">
              <a:off x="4479617" y="3321336"/>
              <a:ext cx="707711" cy="707711"/>
            </a:xfrm>
            <a:prstGeom prst="ellipse">
              <a:avLst/>
            </a:prstGeom>
            <a:solidFill>
              <a:srgbClr val="45B5FF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167815183" name=""/>
            <p:cNvCxnSpPr>
              <a:stCxn id="1208453778" idx="4"/>
              <a:endCxn id="960000027" idx="0"/>
            </p:cNvCxnSpPr>
            <p:nvPr/>
          </p:nvCxnSpPr>
          <p:spPr bwMode="auto">
            <a:xfrm rot="16199998" flipH="0" flipV="1">
              <a:off x="871091" y="3132267"/>
              <a:ext cx="340037" cy="0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1413538" name=""/>
            <p:cNvCxnSpPr>
              <a:stCxn id="1767219599" idx="4"/>
              <a:endCxn id="770805513" idx="0"/>
            </p:cNvCxnSpPr>
            <p:nvPr/>
          </p:nvCxnSpPr>
          <p:spPr bwMode="auto">
            <a:xfrm rot="16199998" flipH="0" flipV="0">
              <a:off x="1876776" y="3132268"/>
              <a:ext cx="340037" cy="0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672006" name=""/>
            <p:cNvCxnSpPr>
              <a:stCxn id="1132609869" idx="4"/>
              <a:endCxn id="501041805" idx="0"/>
            </p:cNvCxnSpPr>
            <p:nvPr/>
          </p:nvCxnSpPr>
          <p:spPr bwMode="auto">
            <a:xfrm rot="16199998" flipH="0" flipV="0">
              <a:off x="2767273" y="3132267"/>
              <a:ext cx="340037" cy="0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987790" name=""/>
            <p:cNvCxnSpPr>
              <a:stCxn id="848933455" idx="4"/>
              <a:endCxn id="1089055257" idx="0"/>
            </p:cNvCxnSpPr>
            <p:nvPr/>
          </p:nvCxnSpPr>
          <p:spPr bwMode="auto">
            <a:xfrm rot="16199998" flipH="0" flipV="0">
              <a:off x="3772956" y="3132268"/>
              <a:ext cx="340037" cy="0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772716" name=""/>
            <p:cNvCxnSpPr>
              <a:stCxn id="1869743258" idx="4"/>
              <a:endCxn id="208677027" idx="0"/>
            </p:cNvCxnSpPr>
            <p:nvPr/>
          </p:nvCxnSpPr>
          <p:spPr bwMode="auto">
            <a:xfrm rot="16199998" flipH="0" flipV="0">
              <a:off x="4663455" y="3151317"/>
              <a:ext cx="340037" cy="0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288228" name=""/>
            <p:cNvCxnSpPr>
              <a:stCxn id="978425660" idx="4"/>
              <a:endCxn id="499681572" idx="0"/>
            </p:cNvCxnSpPr>
            <p:nvPr/>
          </p:nvCxnSpPr>
          <p:spPr bwMode="auto">
            <a:xfrm rot="16199998" flipH="0" flipV="0">
              <a:off x="5669138" y="3151317"/>
              <a:ext cx="340037" cy="0"/>
            </a:xfrm>
            <a:prstGeom prst="line">
              <a:avLst/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4081993" name=""/>
            <p:cNvCxnSpPr>
              <a:stCxn id="34725984" idx="4"/>
            </p:cNvCxnSpPr>
            <p:nvPr/>
          </p:nvCxnSpPr>
          <p:spPr bwMode="auto">
            <a:xfrm rot="16199999" flipH="0" flipV="1">
              <a:off x="3983893" y="-22944"/>
              <a:ext cx="1033546" cy="1642560"/>
            </a:xfrm>
            <a:prstGeom prst="line">
              <a:avLst/>
            </a:prstGeom>
            <a:ln w="38100" cap="flat" cmpd="sng" algn="ctr">
              <a:solidFill>
                <a:srgbClr val="000000"/>
              </a:solidFill>
              <a:prstDash val="dash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499768" name=""/>
            <p:cNvCxnSpPr/>
            <p:nvPr/>
          </p:nvCxnSpPr>
          <p:spPr bwMode="auto">
            <a:xfrm rot="16199999" flipH="0" flipV="0">
              <a:off x="2973745" y="859680"/>
              <a:ext cx="910855" cy="0"/>
            </a:xfrm>
            <a:prstGeom prst="line">
              <a:avLst/>
            </a:prstGeom>
            <a:ln w="38100" cap="flat" cmpd="sng" algn="ctr">
              <a:solidFill>
                <a:srgbClr val="000000"/>
              </a:solidFill>
              <a:prstDash val="dash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2136477" name=""/>
            <p:cNvCxnSpPr>
              <a:stCxn id="1446163310" idx="4"/>
            </p:cNvCxnSpPr>
            <p:nvPr/>
          </p:nvCxnSpPr>
          <p:spPr bwMode="auto">
            <a:xfrm rot="16199999" flipH="0" flipV="0">
              <a:off x="1847022" y="-35877"/>
              <a:ext cx="1014497" cy="1649377"/>
            </a:xfrm>
            <a:prstGeom prst="line">
              <a:avLst/>
            </a:prstGeom>
            <a:ln w="38100" cap="flat" cmpd="sng" algn="ctr">
              <a:solidFill>
                <a:srgbClr val="000000"/>
              </a:solidFill>
              <a:prstDash val="dash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9176216" name=""/>
            <p:cNvSpPr txBox="1"/>
            <p:nvPr/>
          </p:nvSpPr>
          <p:spPr bwMode="auto">
            <a:xfrm rot="0" flipH="0" flipV="0">
              <a:off x="0" y="0"/>
              <a:ext cx="2400649" cy="808505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45B5FF"/>
                  </a:solidFill>
                  <a:latin typeface="CMU Serif"/>
                  <a:ea typeface="CMU Serif"/>
                  <a:cs typeface="CMU Serif"/>
                </a:rPr>
                <a:t>Tree-Encoding with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box>
                          <m:boxPr>
                            <m:aln m:val="off"/>
                            <m:diff m:val="off"/>
                            <m:noBreak m:val="off"/>
                            <m:opEmu m:val="on"/>
                            <m:ctrlPr>
                              <a:rPr lang="fr-FR" sz="2200" b="1" i="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oxPr>
                          <m:e>
                            <m:acc>
                              <m:accPr>
                                <m:chr m:val="⃗"/>
                                <m:ctrlPr>
                                  <a:rPr lang="fr-FR" sz="2200" b="1" i="1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bi"/>
                                  </m:rPr>
                                  <a:rPr lang="fr-FR" sz="2200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acc>
                            <m:r>
                              <m:rPr>
                                <m:sty m:val="b"/>
                              </m:rPr>
                              <a:rPr lang="fr-FR" sz="220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=(3,2,1)</m:t>
                            </m:r>
                          </m:e>
                        </m:box>
                      </m:oMath>
                    </m:oMathPara>
                  </a14:m>
                </mc:Choice>
                <mc:Fallback/>
              </mc:AlternateContent>
              <a:endParaRPr sz="2200" b="1">
                <a:solidFill>
                  <a:srgbClr val="45B5FF"/>
                </a:solidFill>
                <a:latin typeface="CMU Serif"/>
                <a:cs typeface="CMU Serif"/>
              </a:endParaRPr>
            </a:p>
          </p:txBody>
        </p:sp>
        <p:cxnSp>
          <p:nvCxnSpPr>
            <p:cNvPr id="591759770" name=""/>
            <p:cNvCxnSpPr/>
            <p:nvPr/>
          </p:nvCxnSpPr>
          <p:spPr bwMode="auto">
            <a:xfrm rot="0" flipH="0" flipV="0">
              <a:off x="677146" y="2111043"/>
              <a:ext cx="5581649" cy="0"/>
            </a:xfrm>
            <a:prstGeom prst="line">
              <a:avLst/>
            </a:prstGeom>
            <a:ln w="28575" cap="flat" cmpd="sng" algn="ctr">
              <a:solidFill>
                <a:srgbClr val="595959"/>
              </a:solidFill>
              <a:prstDash val="sysDot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741353" name=""/>
            <p:cNvCxnSpPr/>
            <p:nvPr/>
          </p:nvCxnSpPr>
          <p:spPr bwMode="auto">
            <a:xfrm rot="0" flipH="0" flipV="0">
              <a:off x="677146" y="3114649"/>
              <a:ext cx="5581649" cy="0"/>
            </a:xfrm>
            <a:prstGeom prst="line">
              <a:avLst/>
            </a:prstGeom>
            <a:ln w="28575" cap="flat" cmpd="sng" algn="ctr">
              <a:solidFill>
                <a:srgbClr val="595959"/>
              </a:solidFill>
              <a:prstDash val="sysDot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4993116" name=""/>
            <p:cNvCxnSpPr/>
            <p:nvPr/>
          </p:nvCxnSpPr>
          <p:spPr bwMode="auto">
            <a:xfrm rot="0" flipH="0" flipV="0">
              <a:off x="1068949" y="1038198"/>
              <a:ext cx="4798044" cy="0"/>
            </a:xfrm>
            <a:prstGeom prst="line">
              <a:avLst/>
            </a:prstGeom>
            <a:ln w="28575" cap="flat" cmpd="sng" algn="ctr">
              <a:solidFill>
                <a:srgbClr val="595959"/>
              </a:solidFill>
              <a:prstDash val="sysDot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7957834" name=""/>
            <p:cNvSpPr txBox="1"/>
            <p:nvPr/>
          </p:nvSpPr>
          <p:spPr bwMode="auto">
            <a:xfrm rot="0" flipH="0" flipV="0">
              <a:off x="6033263" y="1378572"/>
              <a:ext cx="1100924" cy="4270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sSub>
                          <m:sSubPr>
                            <m:ctrlPr>
                              <a:rPr lang="fr-FR" sz="2200" b="1" i="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b"/>
                              </m:rPr>
                              <a:rPr lang="fr-FR" sz="220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b"/>
                              </m:rPr>
                              <a:rPr lang="fr-FR" sz="220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b"/>
                          </m:rPr>
                          <a:rPr lang="fr-FR" sz="2200" u="none" strike="noStrike" cap="none" spc="0">
                            <a:solidFill>
                              <a:srgbClr val="45B5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=3</m:t>
                        </m:r>
                      </m:oMath>
                    </m:oMathPara>
                  </a14:m>
                </mc:Choice>
                <mc:Fallback/>
              </mc:AlternateContent>
              <a:endParaRPr sz="2200" b="1">
                <a:solidFill>
                  <a:srgbClr val="45B5FF"/>
                </a:solidFill>
                <a:latin typeface="CMU Serif"/>
                <a:cs typeface="CMU Serif"/>
              </a:endParaRPr>
            </a:p>
          </p:txBody>
        </p:sp>
        <p:sp>
          <p:nvSpPr>
            <p:cNvPr id="1166610753" name=""/>
            <p:cNvSpPr txBox="1"/>
            <p:nvPr/>
          </p:nvSpPr>
          <p:spPr bwMode="auto">
            <a:xfrm rot="0" flipH="0" flipV="0">
              <a:off x="6334996" y="2415431"/>
              <a:ext cx="1102723" cy="4270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sSub>
                          <m:sSubPr>
                            <m:ctrlPr>
                              <a:rPr lang="fr-FR" sz="2200" b="1" i="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b"/>
                              </m:rPr>
                              <a:rPr lang="fr-FR" sz="220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b"/>
                              </m:rPr>
                              <a:rPr lang="fr-FR" sz="220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b"/>
                          </m:rPr>
                          <a:rPr lang="fr-FR" sz="2200" u="none" strike="noStrike" cap="none" spc="0">
                            <a:solidFill>
                              <a:srgbClr val="45B5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=2</m:t>
                        </m:r>
                      </m:oMath>
                    </m:oMathPara>
                  </a14:m>
                </mc:Choice>
                <mc:Fallback/>
              </mc:AlternateContent>
              <a:endParaRPr sz="2200" b="1">
                <a:solidFill>
                  <a:srgbClr val="45B5FF"/>
                </a:solidFill>
                <a:latin typeface="CMU Serif"/>
                <a:cs typeface="CMU Serif"/>
              </a:endParaRPr>
            </a:p>
          </p:txBody>
        </p:sp>
        <p:sp>
          <p:nvSpPr>
            <p:cNvPr id="743866029" name=""/>
            <p:cNvSpPr txBox="1"/>
            <p:nvPr/>
          </p:nvSpPr>
          <p:spPr bwMode="auto">
            <a:xfrm rot="0" flipH="0" flipV="0">
              <a:off x="6334996" y="3461652"/>
              <a:ext cx="1103083" cy="4270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sSub>
                          <m:sSubPr>
                            <m:ctrlPr>
                              <a:rPr lang="fr-FR" sz="2200" b="1" i="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b"/>
                              </m:rPr>
                              <a:rPr lang="fr-FR" sz="220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b"/>
                              </m:rPr>
                              <a:rPr lang="fr-FR" sz="220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b"/>
                          </m:rPr>
                          <a:rPr lang="fr-FR" sz="2200" u="none" strike="noStrike" cap="none" spc="0">
                            <a:solidFill>
                              <a:srgbClr val="45B5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=1</m:t>
                        </m:r>
                      </m:oMath>
                    </m:oMathPara>
                  </a14:m>
                </mc:Choice>
                <mc:Fallback/>
              </mc:AlternateContent>
              <a:endParaRPr sz="2200" b="1">
                <a:solidFill>
                  <a:srgbClr val="45B5FF"/>
                </a:solidFill>
                <a:latin typeface="CMU Serif"/>
                <a:cs typeface="CMU Serif"/>
              </a:endParaRPr>
            </a:p>
          </p:txBody>
        </p:sp>
      </p:grpSp>
      <p:grpSp>
        <p:nvGrpSpPr>
          <p:cNvPr id="2118360028" name=""/>
          <p:cNvGrpSpPr/>
          <p:nvPr/>
        </p:nvGrpSpPr>
        <p:grpSpPr bwMode="auto">
          <a:xfrm>
            <a:off x="1562533" y="2879301"/>
            <a:ext cx="2611366" cy="1883197"/>
            <a:chOff x="0" y="0"/>
            <a:chExt cx="2611366" cy="1883197"/>
          </a:xfrm>
        </p:grpSpPr>
        <p:grpSp>
          <p:nvGrpSpPr>
            <p:cNvPr id="150784941" name=""/>
            <p:cNvGrpSpPr/>
            <p:nvPr/>
          </p:nvGrpSpPr>
          <p:grpSpPr bwMode="auto">
            <a:xfrm>
              <a:off x="0" y="0"/>
              <a:ext cx="2611366" cy="1585679"/>
              <a:chOff x="0" y="0"/>
              <a:chExt cx="2611366" cy="1585679"/>
            </a:xfrm>
          </p:grpSpPr>
          <p:sp>
            <p:nvSpPr>
              <p:cNvPr id="1125391816" name=""/>
              <p:cNvSpPr txBox="1"/>
              <p:nvPr/>
            </p:nvSpPr>
            <p:spPr bwMode="auto">
              <a:xfrm rot="0" flipH="0" flipV="0">
                <a:off x="0" y="0"/>
                <a:ext cx="2229421" cy="7623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fr-FR" sz="2200" b="1" i="0">
                    <a:solidFill>
                      <a:srgbClr val="FFD34F"/>
                    </a:solidFill>
                    <a:latin typeface="CMU Serif"/>
                    <a:ea typeface="CMU Serif"/>
                    <a:cs typeface="CMU Serif"/>
                  </a:rPr>
                  <a:t>Tree-Encoded I</a:t>
                </a:r>
                <a:r>
                  <a:rPr lang="fr-FR" sz="2200" b="1">
                    <a:solidFill>
                      <a:srgbClr val="FFD34F"/>
                    </a:solidFill>
                    <a:latin typeface="CMU Serif"/>
                    <a:ea typeface="CMU Serif"/>
                    <a:cs typeface="CMU Serif"/>
                  </a:rPr>
                  <a:t>nner qubit</a:t>
                </a:r>
                <a:endParaRPr lang="fr-FR" sz="2200" b="1">
                  <a:solidFill>
                    <a:srgbClr val="FFD34F"/>
                  </a:solidFill>
                  <a:latin typeface="CMU Serif"/>
                  <a:ea typeface="CMU Serif"/>
                  <a:cs typeface="CMU Serif"/>
                </a:endParaRPr>
              </a:p>
            </p:txBody>
          </p:sp>
          <p:grpSp>
            <p:nvGrpSpPr>
              <p:cNvPr id="2081531008" name=""/>
              <p:cNvGrpSpPr/>
              <p:nvPr/>
            </p:nvGrpSpPr>
            <p:grpSpPr bwMode="auto">
              <a:xfrm>
                <a:off x="768033" y="667109"/>
                <a:ext cx="1843332" cy="918569"/>
                <a:chOff x="0" y="0"/>
                <a:chExt cx="1843332" cy="918569"/>
              </a:xfrm>
            </p:grpSpPr>
            <p:sp>
              <p:nvSpPr>
                <p:cNvPr id="956073024" name=""/>
                <p:cNvSpPr/>
                <p:nvPr/>
              </p:nvSpPr>
              <p:spPr bwMode="auto">
                <a:xfrm rot="10800000" flipH="0" flipV="0">
                  <a:off x="0" y="210858"/>
                  <a:ext cx="707710" cy="707710"/>
                </a:xfrm>
                <a:prstGeom prst="ellipse">
                  <a:avLst/>
                </a:prstGeom>
                <a:solidFill>
                  <a:srgbClr val="FFD34F"/>
                </a:solidFill>
                <a:ln w="38100" cap="flat" cmpd="sng" algn="ctr">
                  <a:solidFill>
                    <a:srgbClr val="000000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508557913" name=""/>
                <p:cNvSpPr txBox="1"/>
                <p:nvPr/>
              </p:nvSpPr>
              <p:spPr bwMode="auto">
                <a:xfrm rot="0" flipH="0" flipV="0">
                  <a:off x="869982" y="0"/>
                  <a:ext cx="973350" cy="823320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4800" b="1">
                      <a:latin typeface="CMU Serif"/>
                      <a:ea typeface="CMU Serif"/>
                      <a:cs typeface="CMU Serif"/>
                    </a:rPr>
                    <a:t>=</a:t>
                  </a:r>
                  <a:endParaRPr/>
                </a:p>
              </p:txBody>
            </p:sp>
          </p:grpSp>
        </p:grpSp>
        <p:cxnSp>
          <p:nvCxnSpPr>
            <p:cNvPr id="1842681935" name=""/>
            <p:cNvCxnSpPr/>
            <p:nvPr/>
          </p:nvCxnSpPr>
          <p:spPr bwMode="auto">
            <a:xfrm rot="16199998" flipH="0" flipV="1">
              <a:off x="1517662" y="1335199"/>
              <a:ext cx="423287" cy="672708"/>
            </a:xfrm>
            <a:prstGeom prst="line">
              <a:avLst/>
            </a:prstGeom>
            <a:ln w="38100" cap="flat" cmpd="sng" algn="ctr">
              <a:solidFill>
                <a:srgbClr val="000000"/>
              </a:solidFill>
              <a:prstDash val="dash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955449" name=""/>
            <p:cNvCxnSpPr/>
            <p:nvPr/>
          </p:nvCxnSpPr>
          <p:spPr bwMode="auto">
            <a:xfrm rot="16199998" flipH="0" flipV="0">
              <a:off x="992380" y="1732839"/>
              <a:ext cx="300597" cy="118"/>
            </a:xfrm>
            <a:prstGeom prst="line">
              <a:avLst/>
            </a:prstGeom>
            <a:ln w="38100" cap="flat" cmpd="sng" algn="ctr">
              <a:solidFill>
                <a:srgbClr val="000000"/>
              </a:solidFill>
              <a:prstDash val="dash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081601" name=""/>
            <p:cNvCxnSpPr/>
            <p:nvPr/>
          </p:nvCxnSpPr>
          <p:spPr bwMode="auto">
            <a:xfrm rot="16199998" flipH="0" flipV="0">
              <a:off x="336788" y="1327461"/>
              <a:ext cx="423287" cy="688184"/>
            </a:xfrm>
            <a:prstGeom prst="line">
              <a:avLst/>
            </a:prstGeom>
            <a:ln w="38100" cap="flat" cmpd="sng" algn="ctr">
              <a:solidFill>
                <a:srgbClr val="000000"/>
              </a:solidFill>
              <a:prstDash val="dash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251885" name=""/>
          <p:cNvSpPr txBox="1"/>
          <p:nvPr/>
        </p:nvSpPr>
        <p:spPr bwMode="auto">
          <a:xfrm rot="0" flipH="0" flipV="0">
            <a:off x="1314450" y="285749"/>
            <a:ext cx="869267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Figure 4 vizualization of multiple hops ; maybe to merge with step by step ?</a:t>
            </a:r>
            <a:endParaRPr/>
          </a:p>
        </p:txBody>
      </p:sp>
      <p:grpSp>
        <p:nvGrpSpPr>
          <p:cNvPr id="1145425434" name=""/>
          <p:cNvGrpSpPr/>
          <p:nvPr/>
        </p:nvGrpSpPr>
        <p:grpSpPr bwMode="auto">
          <a:xfrm>
            <a:off x="549259" y="1025402"/>
            <a:ext cx="10693533" cy="2455663"/>
            <a:chOff x="0" y="0"/>
            <a:chExt cx="10693533" cy="2455663"/>
          </a:xfrm>
        </p:grpSpPr>
        <p:grpSp>
          <p:nvGrpSpPr>
            <p:cNvPr id="1191140446" name=""/>
            <p:cNvGrpSpPr/>
            <p:nvPr/>
          </p:nvGrpSpPr>
          <p:grpSpPr bwMode="auto">
            <a:xfrm>
              <a:off x="5536707" y="0"/>
              <a:ext cx="5156825" cy="2455663"/>
              <a:chOff x="0" y="0"/>
              <a:chExt cx="5156825" cy="2455663"/>
            </a:xfrm>
          </p:grpSpPr>
          <p:grpSp>
            <p:nvGrpSpPr>
              <p:cNvPr id="1261118862" name=""/>
              <p:cNvGrpSpPr/>
              <p:nvPr/>
            </p:nvGrpSpPr>
            <p:grpSpPr bwMode="auto">
              <a:xfrm rot="0" flipH="0" flipV="0">
                <a:off x="3912092" y="0"/>
                <a:ext cx="863013" cy="2150503"/>
                <a:chOff x="0" y="0"/>
                <a:chExt cx="863013" cy="2150503"/>
              </a:xfrm>
            </p:grpSpPr>
            <p:sp>
              <p:nvSpPr>
                <p:cNvPr id="432814983" name=""/>
                <p:cNvSpPr/>
                <p:nvPr/>
              </p:nvSpPr>
              <p:spPr bwMode="auto">
                <a:xfrm rot="0" flipH="0" flipV="0">
                  <a:off x="22719" y="483629"/>
                  <a:ext cx="752486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469897363" name=""/>
                <p:cNvSpPr txBox="1"/>
                <p:nvPr/>
              </p:nvSpPr>
              <p:spPr bwMode="auto">
                <a:xfrm rot="0" flipH="0" flipV="0">
                  <a:off x="0" y="0"/>
                  <a:ext cx="863013" cy="427078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00B050"/>
                      </a:solidFill>
                      <a:latin typeface="CMU Serif"/>
                      <a:ea typeface="CMU Serif"/>
                      <a:cs typeface="CMU Serif"/>
                    </a:rPr>
                    <a:t>Bob</a:t>
                  </a:r>
                  <a:endParaRPr sz="2200" b="1">
                    <a:solidFill>
                      <a:srgbClr val="00B050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1013035469" name=""/>
              <p:cNvGrpSpPr/>
              <p:nvPr/>
            </p:nvGrpSpPr>
            <p:grpSpPr bwMode="auto">
              <a:xfrm rot="0" flipH="0" flipV="0">
                <a:off x="89031" y="0"/>
                <a:ext cx="1074003" cy="2150503"/>
                <a:chOff x="0" y="0"/>
                <a:chExt cx="1074003" cy="2150503"/>
              </a:xfrm>
            </p:grpSpPr>
            <p:sp>
              <p:nvSpPr>
                <p:cNvPr id="1158245808" name=""/>
                <p:cNvSpPr/>
                <p:nvPr/>
              </p:nvSpPr>
              <p:spPr bwMode="auto">
                <a:xfrm rot="0" flipH="0" flipV="0">
                  <a:off x="200270" y="483629"/>
                  <a:ext cx="63499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78269896" name=""/>
                <p:cNvSpPr txBox="1"/>
                <p:nvPr/>
              </p:nvSpPr>
              <p:spPr bwMode="auto">
                <a:xfrm rot="0" flipH="0" flipV="0">
                  <a:off x="0" y="0"/>
                  <a:ext cx="1074003" cy="427078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DB4CFF"/>
                      </a:solidFill>
                      <a:latin typeface="CMU Serif"/>
                      <a:ea typeface="CMU Serif"/>
                      <a:cs typeface="CMU Serif"/>
                    </a:rPr>
                    <a:t>RGSS</a:t>
                  </a:r>
                  <a:endParaRPr sz="2200" b="1">
                    <a:solidFill>
                      <a:srgbClr val="DB4CFF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1917840635" name=""/>
              <p:cNvGrpSpPr/>
              <p:nvPr/>
            </p:nvGrpSpPr>
            <p:grpSpPr bwMode="auto">
              <a:xfrm rot="0" flipH="0" flipV="0">
                <a:off x="1108017" y="0"/>
                <a:ext cx="2687643" cy="2150503"/>
                <a:chOff x="0" y="0"/>
                <a:chExt cx="2687643" cy="2150503"/>
              </a:xfrm>
            </p:grpSpPr>
            <p:sp>
              <p:nvSpPr>
                <p:cNvPr id="652376593" name=""/>
                <p:cNvSpPr/>
                <p:nvPr/>
              </p:nvSpPr>
              <p:spPr bwMode="auto">
                <a:xfrm rot="0" flipH="0" flipV="0">
                  <a:off x="0" y="483629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27804827" name=""/>
                <p:cNvSpPr txBox="1"/>
                <p:nvPr/>
              </p:nvSpPr>
              <p:spPr bwMode="auto">
                <a:xfrm rot="0" flipH="0" flipV="0">
                  <a:off x="803856" y="0"/>
                  <a:ext cx="1080646" cy="427078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45B5FF"/>
                      </a:solidFill>
                      <a:latin typeface="CMU Serif"/>
                      <a:ea typeface="CMU Serif"/>
                      <a:cs typeface="CMU Serif"/>
                    </a:rPr>
                    <a:t>ABSA</a:t>
                  </a:r>
                  <a:endParaRPr sz="22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710316569" name=""/>
              <p:cNvGrpSpPr/>
              <p:nvPr/>
            </p:nvGrpSpPr>
            <p:grpSpPr bwMode="auto">
              <a:xfrm rot="10800000" flipH="0" flipV="0">
                <a:off x="2538686" y="612306"/>
                <a:ext cx="2053512" cy="1408950"/>
                <a:chOff x="0" y="0"/>
                <a:chExt cx="2053512" cy="1408950"/>
              </a:xfrm>
            </p:grpSpPr>
            <p:cxnSp>
              <p:nvCxnSpPr>
                <p:cNvPr id="1723504284" name=""/>
                <p:cNvCxnSpPr/>
                <p:nvPr/>
              </p:nvCxnSpPr>
              <p:spPr bwMode="auto">
                <a:xfrm rot="10800000" flipH="0" flipV="0">
                  <a:off x="1234579" y="1234365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32307309" name=""/>
                <p:cNvSpPr/>
                <p:nvPr/>
              </p:nvSpPr>
              <p:spPr bwMode="auto">
                <a:xfrm rot="10800000" flipH="0" flipV="0">
                  <a:off x="885411" y="529890"/>
                  <a:ext cx="349167" cy="349167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10581870" name=""/>
                <p:cNvSpPr/>
                <p:nvPr/>
              </p:nvSpPr>
              <p:spPr bwMode="auto">
                <a:xfrm rot="10800000" flipH="0" flipV="0">
                  <a:off x="885411" y="0"/>
                  <a:ext cx="349167" cy="349167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4722948" name=""/>
                <p:cNvSpPr/>
                <p:nvPr/>
              </p:nvSpPr>
              <p:spPr bwMode="auto">
                <a:xfrm rot="10800000" flipH="0" flipV="0">
                  <a:off x="885408" y="1059780"/>
                  <a:ext cx="349168" cy="349168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80767564" name=""/>
                <p:cNvSpPr/>
                <p:nvPr/>
              </p:nvSpPr>
              <p:spPr bwMode="auto">
                <a:xfrm rot="10800000" flipH="0" flipV="0">
                  <a:off x="1704343" y="529891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27428144" name=""/>
                <p:cNvSpPr/>
                <p:nvPr/>
              </p:nvSpPr>
              <p:spPr bwMode="auto">
                <a:xfrm rot="10800000" flipH="0" flipV="0">
                  <a:off x="1704343" y="0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378304158" name=""/>
                <p:cNvCxnSpPr/>
                <p:nvPr/>
              </p:nvCxnSpPr>
              <p:spPr bwMode="auto">
                <a:xfrm rot="10800000" flipH="0" flipV="0">
                  <a:off x="1234579" y="704475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1802539" name=""/>
                <p:cNvCxnSpPr/>
                <p:nvPr/>
              </p:nvCxnSpPr>
              <p:spPr bwMode="auto">
                <a:xfrm rot="10800000" flipH="0" flipV="1">
                  <a:off x="1234579" y="174582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18993" name=""/>
                <p:cNvCxnSpPr/>
                <p:nvPr/>
              </p:nvCxnSpPr>
              <p:spPr bwMode="auto">
                <a:xfrm rot="10800000" flipH="0" flipV="0">
                  <a:off x="298032" y="827923"/>
                  <a:ext cx="587376" cy="406438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22779015" name=""/>
                <p:cNvSpPr/>
                <p:nvPr/>
              </p:nvSpPr>
              <p:spPr bwMode="auto">
                <a:xfrm rot="10800000" flipH="0" flipV="0">
                  <a:off x="1704343" y="1059781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978601456" name=""/>
                <p:cNvCxnSpPr/>
                <p:nvPr/>
              </p:nvCxnSpPr>
              <p:spPr bwMode="auto">
                <a:xfrm rot="10800000" flipH="0" flipV="1">
                  <a:off x="349167" y="704475"/>
                  <a:ext cx="536242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937500" name=""/>
                <p:cNvCxnSpPr/>
                <p:nvPr/>
              </p:nvCxnSpPr>
              <p:spPr bwMode="auto">
                <a:xfrm rot="10800000" flipH="0" flipV="1">
                  <a:off x="298032" y="174582"/>
                  <a:ext cx="587376" cy="406441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48196424" name=""/>
                <p:cNvSpPr/>
                <p:nvPr/>
              </p:nvSpPr>
              <p:spPr bwMode="auto">
                <a:xfrm rot="10800000" flipH="0" flipV="0">
                  <a:off x="0" y="529891"/>
                  <a:ext cx="349167" cy="349167"/>
                </a:xfrm>
                <a:prstGeom prst="ellipse">
                  <a:avLst/>
                </a:prstGeom>
                <a:solidFill>
                  <a:srgbClr val="E173FF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cxnSp>
            <p:nvCxnSpPr>
              <p:cNvPr id="314255371" name=""/>
              <p:cNvCxnSpPr/>
              <p:nvPr/>
            </p:nvCxnSpPr>
            <p:spPr bwMode="auto">
              <a:xfrm rot="10800000" flipH="0" flipV="0">
                <a:off x="1524409" y="1846673"/>
                <a:ext cx="469764" cy="0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3039378" name=""/>
              <p:cNvSpPr/>
              <p:nvPr/>
            </p:nvSpPr>
            <p:spPr bwMode="auto">
              <a:xfrm rot="10800000" flipH="0" flipV="0">
                <a:off x="1459564" y="1142198"/>
                <a:ext cx="349167" cy="349167"/>
              </a:xfrm>
              <a:prstGeom prst="ellipse">
                <a:avLst/>
              </a:prstGeom>
              <a:solidFill>
                <a:srgbClr val="FFD34F"/>
              </a:solidFill>
              <a:ln w="25400" cap="flat" cmpd="sng" algn="ctr">
                <a:solidFill>
                  <a:schemeClr val="tx1"/>
                </a:solidFill>
                <a:prstDash val="sys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37631509" name=""/>
              <p:cNvSpPr/>
              <p:nvPr/>
            </p:nvSpPr>
            <p:spPr bwMode="auto">
              <a:xfrm rot="10800000" flipH="0" flipV="0">
                <a:off x="1175240" y="612307"/>
                <a:ext cx="349167" cy="349167"/>
              </a:xfrm>
              <a:prstGeom prst="ellipse">
                <a:avLst/>
              </a:prstGeom>
              <a:solidFill>
                <a:srgbClr val="FFD34F"/>
              </a:solidFill>
              <a:ln w="25400" cap="flat" cmpd="sng" algn="ctr">
                <a:solidFill>
                  <a:schemeClr val="tx1"/>
                </a:solidFill>
                <a:prstDash val="sys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41000174" name=""/>
              <p:cNvSpPr/>
              <p:nvPr/>
            </p:nvSpPr>
            <p:spPr bwMode="auto">
              <a:xfrm rot="10800000" flipH="0" flipV="0">
                <a:off x="1175241" y="1672087"/>
                <a:ext cx="349168" cy="349168"/>
              </a:xfrm>
              <a:prstGeom prst="ellipse">
                <a:avLst/>
              </a:prstGeom>
              <a:solidFill>
                <a:srgbClr val="FFD34F"/>
              </a:solidFill>
              <a:ln w="25400" cap="flat" cmpd="sng" algn="ctr">
                <a:solidFill>
                  <a:schemeClr val="tx1"/>
                </a:solidFill>
                <a:prstDash val="sys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53239" name=""/>
              <p:cNvSpPr/>
              <p:nvPr/>
            </p:nvSpPr>
            <p:spPr bwMode="auto">
              <a:xfrm rot="10800000" flipH="0" flipV="0">
                <a:off x="1994174" y="1142198"/>
                <a:ext cx="349167" cy="349167"/>
              </a:xfrm>
              <a:prstGeom prst="ellipse">
                <a:avLst/>
              </a:prstGeom>
              <a:solidFill>
                <a:srgbClr val="FF4C4C"/>
              </a:solidFill>
              <a:ln w="254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93895195" name=""/>
              <p:cNvSpPr/>
              <p:nvPr/>
            </p:nvSpPr>
            <p:spPr bwMode="auto">
              <a:xfrm rot="10800000" flipH="0" flipV="0">
                <a:off x="1994174" y="612307"/>
                <a:ext cx="349167" cy="349167"/>
              </a:xfrm>
              <a:prstGeom prst="ellipse">
                <a:avLst/>
              </a:prstGeom>
              <a:solidFill>
                <a:srgbClr val="FF4C4C"/>
              </a:solidFill>
              <a:ln w="254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813612121" name=""/>
              <p:cNvCxnSpPr/>
              <p:nvPr/>
            </p:nvCxnSpPr>
            <p:spPr bwMode="auto">
              <a:xfrm rot="10800000" flipH="0" flipV="0">
                <a:off x="1808735" y="1316782"/>
                <a:ext cx="185438" cy="0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6606449" name=""/>
              <p:cNvCxnSpPr/>
              <p:nvPr/>
            </p:nvCxnSpPr>
            <p:spPr bwMode="auto">
              <a:xfrm rot="10800000" flipH="0" flipV="1">
                <a:off x="1524409" y="786889"/>
                <a:ext cx="469764" cy="0"/>
              </a:xfrm>
              <a:prstGeom prst="line">
                <a:avLst/>
              </a:prstGeom>
              <a:ln w="28575" cap="flat" cmpd="sng" algn="ctr">
                <a:solidFill>
                  <a:schemeClr val="bg2">
                    <a:lumMod val="74901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5037514" name=""/>
              <p:cNvSpPr/>
              <p:nvPr/>
            </p:nvSpPr>
            <p:spPr bwMode="auto">
              <a:xfrm rot="10800000" flipH="0" flipV="0">
                <a:off x="1994174" y="1672088"/>
                <a:ext cx="349167" cy="349167"/>
              </a:xfrm>
              <a:prstGeom prst="ellipse">
                <a:avLst/>
              </a:prstGeom>
              <a:solidFill>
                <a:srgbClr val="FF4C4C"/>
              </a:solidFill>
              <a:ln w="254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88328951" name=""/>
              <p:cNvSpPr txBox="1"/>
              <p:nvPr/>
            </p:nvSpPr>
            <p:spPr bwMode="auto">
              <a:xfrm rot="0" flipH="0" flipV="0">
                <a:off x="0" y="2150249"/>
                <a:ext cx="1252068" cy="3051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Station 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N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-1</a:t>
                </a:r>
                <a:endParaRPr sz="1400" b="1" i="1">
                  <a:solidFill>
                    <a:schemeClr val="tx1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2075782907" name=""/>
              <p:cNvSpPr txBox="1"/>
              <p:nvPr/>
            </p:nvSpPr>
            <p:spPr bwMode="auto">
              <a:xfrm rot="0" flipH="0" flipV="0">
                <a:off x="3786018" y="2149994"/>
                <a:ext cx="1370807" cy="3051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Station 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N</a:t>
                </a:r>
                <a:endParaRPr sz="1400" b="1" i="1">
                  <a:solidFill>
                    <a:schemeClr val="tx1"/>
                  </a:solidFill>
                  <a:latin typeface="CMU Serif"/>
                  <a:cs typeface="CMU Serif"/>
                </a:endParaRPr>
              </a:p>
            </p:txBody>
          </p:sp>
          <p:grpSp>
            <p:nvGrpSpPr>
              <p:cNvPr id="1864961581" name=""/>
              <p:cNvGrpSpPr/>
              <p:nvPr/>
            </p:nvGrpSpPr>
            <p:grpSpPr bwMode="auto">
              <a:xfrm flipH="1">
                <a:off x="441400" y="783913"/>
                <a:ext cx="1002219" cy="1064199"/>
                <a:chOff x="0" y="0"/>
                <a:chExt cx="1002219" cy="1064199"/>
              </a:xfrm>
            </p:grpSpPr>
            <p:cxnSp>
              <p:nvCxnSpPr>
                <p:cNvPr id="832352457" name=""/>
                <p:cNvCxnSpPr/>
                <p:nvPr/>
              </p:nvCxnSpPr>
              <p:spPr bwMode="auto">
                <a:xfrm rot="10800000" flipH="0" flipV="0">
                  <a:off x="0" y="533640"/>
                  <a:ext cx="846441" cy="178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6925729" name=""/>
                <p:cNvCxnSpPr/>
                <p:nvPr/>
              </p:nvCxnSpPr>
              <p:spPr bwMode="auto">
                <a:xfrm rot="10800000" flipH="0" flipV="0">
                  <a:off x="0" y="529889"/>
                  <a:ext cx="836816" cy="319057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6362213" name=""/>
                <p:cNvCxnSpPr/>
                <p:nvPr/>
              </p:nvCxnSpPr>
              <p:spPr bwMode="auto">
                <a:xfrm rot="10800000" flipH="0" flipV="0">
                  <a:off x="284323" y="0"/>
                  <a:ext cx="552673" cy="21072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4791961" name=""/>
                <p:cNvCxnSpPr/>
                <p:nvPr/>
              </p:nvCxnSpPr>
              <p:spPr bwMode="auto">
                <a:xfrm rot="10800000" flipH="0" flipV="0">
                  <a:off x="284324" y="3748"/>
                  <a:ext cx="562116" cy="178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4105739" name=""/>
                <p:cNvCxnSpPr/>
                <p:nvPr/>
              </p:nvCxnSpPr>
              <p:spPr bwMode="auto">
                <a:xfrm rot="10800000" flipH="0" flipV="0">
                  <a:off x="284325" y="1063531"/>
                  <a:ext cx="552492" cy="175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2305541" name=""/>
                <p:cNvCxnSpPr/>
                <p:nvPr/>
              </p:nvCxnSpPr>
              <p:spPr bwMode="auto">
                <a:xfrm rot="10800000" flipH="0" flipV="1">
                  <a:off x="284323" y="855009"/>
                  <a:ext cx="552493" cy="204771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7308156" name=""/>
                <p:cNvCxnSpPr/>
                <p:nvPr/>
              </p:nvCxnSpPr>
              <p:spPr bwMode="auto">
                <a:xfrm rot="10800000" flipH="0" flipV="1">
                  <a:off x="0" y="210722"/>
                  <a:ext cx="861139" cy="319167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6162780" name=""/>
                <p:cNvCxnSpPr/>
                <p:nvPr/>
              </p:nvCxnSpPr>
              <p:spPr bwMode="auto">
                <a:xfrm rot="10800000" flipH="0" flipV="1">
                  <a:off x="284324" y="537336"/>
                  <a:ext cx="558610" cy="522443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0893513" name=""/>
                <p:cNvCxnSpPr/>
                <p:nvPr/>
              </p:nvCxnSpPr>
              <p:spPr bwMode="auto">
                <a:xfrm rot="0" flipH="0" flipV="0">
                  <a:off x="284325" y="0"/>
                  <a:ext cx="558609" cy="529889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8309399" name=""/>
                <p:cNvCxnSpPr/>
                <p:nvPr/>
              </p:nvCxnSpPr>
              <p:spPr bwMode="auto">
                <a:xfrm rot="0" flipH="0" flipV="0">
                  <a:off x="722475" y="416982"/>
                  <a:ext cx="258071" cy="244802"/>
                </a:xfrm>
                <a:prstGeom prst="line">
                  <a:avLst/>
                </a:prstGeom>
                <a:ln w="28575" cap="flat" cmpd="sng" algn="ctr">
                  <a:solidFill>
                    <a:srgbClr val="AEABAB"/>
                  </a:solidFill>
                  <a:prstDash val="sysDash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7343456" name=""/>
                <p:cNvCxnSpPr/>
                <p:nvPr/>
              </p:nvCxnSpPr>
              <p:spPr bwMode="auto">
                <a:xfrm rot="10800000" flipH="0" flipV="1">
                  <a:off x="457890" y="405862"/>
                  <a:ext cx="522655" cy="488817"/>
                </a:xfrm>
                <a:prstGeom prst="line">
                  <a:avLst/>
                </a:prstGeom>
                <a:ln w="28575" cap="flat" cmpd="sng" algn="ctr">
                  <a:solidFill>
                    <a:srgbClr val="AEABAB"/>
                  </a:solidFill>
                  <a:prstDash val="sysDash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661409" name=""/>
                <p:cNvCxnSpPr/>
                <p:nvPr/>
              </p:nvCxnSpPr>
              <p:spPr bwMode="auto">
                <a:xfrm rot="10800000" flipH="0" flipV="0">
                  <a:off x="875422" y="859531"/>
                  <a:ext cx="105123" cy="40080"/>
                </a:xfrm>
                <a:prstGeom prst="line">
                  <a:avLst/>
                </a:prstGeom>
                <a:ln w="28575" cap="flat" cmpd="sng" algn="ctr">
                  <a:solidFill>
                    <a:srgbClr val="AEABAB"/>
                  </a:solidFill>
                  <a:prstDash val="sysDash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1674413" name=""/>
                <p:cNvCxnSpPr/>
                <p:nvPr/>
              </p:nvCxnSpPr>
              <p:spPr bwMode="auto">
                <a:xfrm rot="10800000" flipH="0" flipV="1">
                  <a:off x="820942" y="793971"/>
                  <a:ext cx="170721" cy="65558"/>
                </a:xfrm>
                <a:prstGeom prst="line">
                  <a:avLst/>
                </a:prstGeom>
                <a:ln w="28575" cap="flat" cmpd="sng" algn="ctr">
                  <a:solidFill>
                    <a:srgbClr val="AEABAB"/>
                  </a:solidFill>
                  <a:prstDash val="sysDash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1754466" name=""/>
                <p:cNvCxnSpPr/>
                <p:nvPr/>
              </p:nvCxnSpPr>
              <p:spPr bwMode="auto">
                <a:xfrm rot="10800000" flipH="0" flipV="0">
                  <a:off x="476025" y="1064023"/>
                  <a:ext cx="504520" cy="175"/>
                </a:xfrm>
                <a:prstGeom prst="line">
                  <a:avLst/>
                </a:prstGeom>
                <a:ln w="28575" cap="flat" cmpd="sng" algn="ctr">
                  <a:solidFill>
                    <a:srgbClr val="AEABAB"/>
                  </a:solidFill>
                  <a:prstDash val="sysDash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93621220" name=""/>
                <p:cNvGrpSpPr/>
                <p:nvPr/>
              </p:nvGrpSpPr>
              <p:grpSpPr bwMode="auto">
                <a:xfrm flipV="1">
                  <a:off x="486580" y="5290"/>
                  <a:ext cx="515637" cy="270226"/>
                  <a:chOff x="0" y="0"/>
                  <a:chExt cx="515637" cy="270226"/>
                </a:xfrm>
              </p:grpSpPr>
              <p:cxnSp>
                <p:nvCxnSpPr>
                  <p:cNvPr id="1089747439" name=""/>
                  <p:cNvCxnSpPr/>
                  <p:nvPr/>
                </p:nvCxnSpPr>
                <p:spPr bwMode="auto">
                  <a:xfrm rot="10800000" flipH="0" flipV="0">
                    <a:off x="399396" y="65558"/>
                    <a:ext cx="105123" cy="40080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8278224" name=""/>
                  <p:cNvCxnSpPr/>
                  <p:nvPr/>
                </p:nvCxnSpPr>
                <p:spPr bwMode="auto">
                  <a:xfrm rot="10800000" flipH="0" flipV="1">
                    <a:off x="344916" y="0"/>
                    <a:ext cx="170721" cy="65558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3339172" name=""/>
                  <p:cNvCxnSpPr/>
                  <p:nvPr/>
                </p:nvCxnSpPr>
                <p:spPr bwMode="auto">
                  <a:xfrm rot="10800000" flipH="0" flipV="0">
                    <a:off x="0" y="270051"/>
                    <a:ext cx="504520" cy="175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202640005" name=""/>
              <p:cNvSpPr txBox="1"/>
              <p:nvPr/>
            </p:nvSpPr>
            <p:spPr bwMode="auto">
              <a:xfrm rot="0" flipH="0" flipV="0">
                <a:off x="1961870" y="2150503"/>
                <a:ext cx="979937" cy="3051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Hop 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N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-1</a:t>
                </a:r>
                <a:endParaRPr sz="1400" b="1" i="1">
                  <a:solidFill>
                    <a:schemeClr val="tx1"/>
                  </a:solidFill>
                  <a:latin typeface="CMU Serif"/>
                  <a:cs typeface="CMU Serif"/>
                </a:endParaRPr>
              </a:p>
            </p:txBody>
          </p:sp>
        </p:grpSp>
        <p:grpSp>
          <p:nvGrpSpPr>
            <p:cNvPr id="2029455576" name=""/>
            <p:cNvGrpSpPr/>
            <p:nvPr/>
          </p:nvGrpSpPr>
          <p:grpSpPr bwMode="auto">
            <a:xfrm>
              <a:off x="0" y="0"/>
              <a:ext cx="5546681" cy="2455409"/>
              <a:chOff x="0" y="0"/>
              <a:chExt cx="5546681" cy="2455409"/>
            </a:xfrm>
          </p:grpSpPr>
          <p:grpSp>
            <p:nvGrpSpPr>
              <p:cNvPr id="622976778" name=""/>
              <p:cNvGrpSpPr/>
              <p:nvPr/>
            </p:nvGrpSpPr>
            <p:grpSpPr bwMode="auto">
              <a:xfrm>
                <a:off x="4878713" y="363339"/>
                <a:ext cx="667967" cy="1516739"/>
                <a:chOff x="0" y="0"/>
                <a:chExt cx="667967" cy="1516739"/>
              </a:xfrm>
            </p:grpSpPr>
            <p:sp>
              <p:nvSpPr>
                <p:cNvPr id="1394203327" name=""/>
                <p:cNvSpPr txBox="1"/>
                <p:nvPr/>
              </p:nvSpPr>
              <p:spPr bwMode="auto">
                <a:xfrm rot="0" flipH="0" flipV="0">
                  <a:off x="359" y="0"/>
                  <a:ext cx="667247" cy="640440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3600" b="1"/>
                    <a:t>...</a:t>
                  </a:r>
                  <a:endParaRPr sz="3600" b="1"/>
                </a:p>
              </p:txBody>
            </p:sp>
            <p:sp>
              <p:nvSpPr>
                <p:cNvPr id="310156612" name=""/>
                <p:cNvSpPr txBox="1"/>
                <p:nvPr/>
              </p:nvSpPr>
              <p:spPr bwMode="auto">
                <a:xfrm rot="0" flipH="0" flipV="0">
                  <a:off x="179" y="438149"/>
                  <a:ext cx="667607" cy="640440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3600" b="1"/>
                    <a:t>...</a:t>
                  </a:r>
                  <a:endParaRPr sz="3600" b="1"/>
                </a:p>
              </p:txBody>
            </p:sp>
            <p:sp>
              <p:nvSpPr>
                <p:cNvPr id="1840223682" name=""/>
                <p:cNvSpPr txBox="1"/>
                <p:nvPr/>
              </p:nvSpPr>
              <p:spPr bwMode="auto">
                <a:xfrm rot="0" flipH="0" flipV="0">
                  <a:off x="0" y="876299"/>
                  <a:ext cx="667967" cy="640440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3600" b="1"/>
                    <a:t>...</a:t>
                  </a:r>
                  <a:endParaRPr sz="3600" b="1"/>
                </a:p>
              </p:txBody>
            </p:sp>
          </p:grpSp>
          <p:grpSp>
            <p:nvGrpSpPr>
              <p:cNvPr id="836138021" name=""/>
              <p:cNvGrpSpPr/>
              <p:nvPr/>
            </p:nvGrpSpPr>
            <p:grpSpPr bwMode="auto">
              <a:xfrm>
                <a:off x="0" y="0"/>
                <a:ext cx="4762634" cy="2455409"/>
                <a:chOff x="0" y="0"/>
                <a:chExt cx="4762634" cy="2455409"/>
              </a:xfrm>
            </p:grpSpPr>
            <p:grpSp>
              <p:nvGrpSpPr>
                <p:cNvPr id="408023162" name=""/>
                <p:cNvGrpSpPr/>
                <p:nvPr/>
              </p:nvGrpSpPr>
              <p:grpSpPr bwMode="auto">
                <a:xfrm rot="0" flipH="0" flipV="0">
                  <a:off x="0" y="0"/>
                  <a:ext cx="940293" cy="2150503"/>
                  <a:chOff x="0" y="0"/>
                  <a:chExt cx="940293" cy="2150503"/>
                </a:xfrm>
              </p:grpSpPr>
              <p:sp>
                <p:nvSpPr>
                  <p:cNvPr id="1181064407" name=""/>
                  <p:cNvSpPr/>
                  <p:nvPr/>
                </p:nvSpPr>
                <p:spPr bwMode="auto">
                  <a:xfrm rot="0" flipH="0" flipV="0">
                    <a:off x="93722" y="483629"/>
                    <a:ext cx="752486" cy="1666873"/>
                  </a:xfrm>
                  <a:prstGeom prst="flowChartAlternateProcess">
                    <a:avLst/>
                  </a:prstGeom>
                  <a:solidFill>
                    <a:srgbClr val="92D050">
                      <a:alpha val="24999"/>
                    </a:srgbClr>
                  </a:solidFill>
                  <a:ln w="28575" cap="flat" cmpd="sng" algn="ctr">
                    <a:solidFill>
                      <a:srgbClr val="00B05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algn="ctr">
                      <a:defRPr/>
                    </a:pPr>
                    <a:endParaRPr/>
                  </a:p>
                </p:txBody>
              </p:sp>
              <p:sp>
                <p:nvSpPr>
                  <p:cNvPr id="768436697" name=""/>
                  <p:cNvSpPr txBox="1"/>
                  <p:nvPr/>
                </p:nvSpPr>
                <p:spPr bwMode="auto">
                  <a:xfrm rot="0" flipH="0" flipV="0">
                    <a:off x="0" y="0"/>
                    <a:ext cx="940293" cy="427079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00B050"/>
                        </a:solidFill>
                        <a:latin typeface="CMU Serif"/>
                        <a:ea typeface="CMU Serif"/>
                        <a:cs typeface="CMU Serif"/>
                      </a:rPr>
                      <a:t>Alice</a:t>
                    </a:r>
                    <a:endParaRPr sz="2200" b="1">
                      <a:solidFill>
                        <a:srgbClr val="00B050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1557897172" name=""/>
                <p:cNvGrpSpPr/>
                <p:nvPr/>
              </p:nvGrpSpPr>
              <p:grpSpPr bwMode="auto">
                <a:xfrm rot="0" flipH="0" flipV="0">
                  <a:off x="1037314" y="0"/>
                  <a:ext cx="2687643" cy="2150503"/>
                  <a:chOff x="0" y="0"/>
                  <a:chExt cx="2687643" cy="2150503"/>
                </a:xfrm>
              </p:grpSpPr>
              <p:sp>
                <p:nvSpPr>
                  <p:cNvPr id="429217138" name=""/>
                  <p:cNvSpPr/>
                  <p:nvPr/>
                </p:nvSpPr>
                <p:spPr bwMode="auto">
                  <a:xfrm rot="0" flipH="0" flipV="0">
                    <a:off x="0" y="483629"/>
                    <a:ext cx="2687643" cy="1666873"/>
                  </a:xfrm>
                  <a:prstGeom prst="flowChartAlternateProcess">
                    <a:avLst/>
                  </a:prstGeom>
                  <a:solidFill>
                    <a:schemeClr val="accent1">
                      <a:lumMod val="40000"/>
                      <a:lumOff val="60000"/>
                      <a:alpha val="24999"/>
                    </a:schemeClr>
                  </a:solidFill>
                  <a:ln w="28575" cap="flat" cmpd="sng" algn="ctr">
                    <a:solidFill>
                      <a:srgbClr val="0095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65375959" name=""/>
                  <p:cNvSpPr txBox="1"/>
                  <p:nvPr/>
                </p:nvSpPr>
                <p:spPr bwMode="auto">
                  <a:xfrm rot="0" flipH="0" flipV="0">
                    <a:off x="803856" y="0"/>
                    <a:ext cx="1079926" cy="427078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45B5FF"/>
                        </a:solidFill>
                        <a:latin typeface="CMU Serif"/>
                        <a:ea typeface="CMU Serif"/>
                        <a:cs typeface="CMU Serif"/>
                      </a:rPr>
                      <a:t>ABSA</a:t>
                    </a:r>
                    <a:endParaRPr sz="2200" b="1">
                      <a:solidFill>
                        <a:srgbClr val="45B5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grpSp>
              <p:nvGrpSpPr>
                <p:cNvPr id="306010788" name=""/>
                <p:cNvGrpSpPr/>
                <p:nvPr/>
              </p:nvGrpSpPr>
              <p:grpSpPr bwMode="auto">
                <a:xfrm rot="0" flipH="0" flipV="0">
                  <a:off x="3688989" y="0"/>
                  <a:ext cx="1073644" cy="2150503"/>
                  <a:chOff x="0" y="0"/>
                  <a:chExt cx="1073644" cy="2150503"/>
                </a:xfrm>
              </p:grpSpPr>
              <p:sp>
                <p:nvSpPr>
                  <p:cNvPr id="972259242" name=""/>
                  <p:cNvSpPr/>
                  <p:nvPr/>
                </p:nvSpPr>
                <p:spPr bwMode="auto">
                  <a:xfrm rot="0" flipH="0" flipV="0">
                    <a:off x="200271" y="483629"/>
                    <a:ext cx="634998" cy="1666873"/>
                  </a:xfrm>
                  <a:prstGeom prst="flowChartAlternateProcess">
                    <a:avLst/>
                  </a:prstGeom>
                  <a:solidFill>
                    <a:srgbClr val="E173FF">
                      <a:alpha val="24999"/>
                    </a:srgbClr>
                  </a:solidFill>
                  <a:ln w="28575" cap="flat" cmpd="sng" algn="ctr">
                    <a:solidFill>
                      <a:srgbClr val="DB4CFF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661268237" name=""/>
                  <p:cNvSpPr txBox="1"/>
                  <p:nvPr/>
                </p:nvSpPr>
                <p:spPr bwMode="auto">
                  <a:xfrm rot="0" flipH="0" flipV="0">
                    <a:off x="0" y="0"/>
                    <a:ext cx="1073643" cy="427078"/>
                  </a:xfrm>
                  <a:prstGeom prst="rect">
                    <a:avLst/>
                  </a:prstGeom>
                  <a:noFill/>
                </p:spPr>
                <p:txBody>
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<a:spAutoFit/>
                  </a:bodyPr>
                  <a:p>
                    <a:pPr>
                      <a:defRPr/>
                    </a:pPr>
                    <a:r>
                      <a:rPr lang="fr-FR" sz="2200" b="1">
                        <a:solidFill>
                          <a:srgbClr val="DB4CFF"/>
                        </a:solidFill>
                        <a:latin typeface="CMU Serif"/>
                        <a:ea typeface="CMU Serif"/>
                        <a:cs typeface="CMU Serif"/>
                      </a:rPr>
                      <a:t>RGSS</a:t>
                    </a:r>
                    <a:endParaRPr sz="2200" b="1">
                      <a:solidFill>
                        <a:srgbClr val="DB4CFF"/>
                      </a:solidFill>
                      <a:latin typeface="CMU Serif"/>
                      <a:cs typeface="CMU Serif"/>
                    </a:endParaRPr>
                  </a:p>
                </p:txBody>
              </p:sp>
            </p:grpSp>
            <p:cxnSp>
              <p:nvCxnSpPr>
                <p:cNvPr id="696657984" name=""/>
                <p:cNvCxnSpPr/>
                <p:nvPr/>
              </p:nvCxnSpPr>
              <p:spPr bwMode="auto">
                <a:xfrm rot="0" flipH="0" flipV="0">
                  <a:off x="2825708" y="786889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64491657" name=""/>
                <p:cNvSpPr/>
                <p:nvPr/>
              </p:nvSpPr>
              <p:spPr bwMode="auto">
                <a:xfrm rot="0" flipH="0" flipV="0">
                  <a:off x="3011148" y="1142196"/>
                  <a:ext cx="349167" cy="349167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29260932" name=""/>
                <p:cNvSpPr/>
                <p:nvPr/>
              </p:nvSpPr>
              <p:spPr bwMode="auto">
                <a:xfrm rot="0" flipH="0" flipV="0">
                  <a:off x="3295473" y="1672087"/>
                  <a:ext cx="349167" cy="349167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06256452" name=""/>
                <p:cNvSpPr/>
                <p:nvPr/>
              </p:nvSpPr>
              <p:spPr bwMode="auto">
                <a:xfrm rot="0" flipH="0" flipV="0">
                  <a:off x="3295472" y="612306"/>
                  <a:ext cx="349168" cy="349168"/>
                </a:xfrm>
                <a:prstGeom prst="ellipse">
                  <a:avLst/>
                </a:prstGeom>
                <a:solidFill>
                  <a:srgbClr val="FFD34F"/>
                </a:solidFill>
                <a:ln w="25400" cap="flat" cmpd="sng" algn="ctr">
                  <a:solidFill>
                    <a:schemeClr val="tx1"/>
                  </a:solidFill>
                  <a:prstDash val="sys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54385782" name=""/>
                <p:cNvSpPr/>
                <p:nvPr/>
              </p:nvSpPr>
              <p:spPr bwMode="auto">
                <a:xfrm rot="0" flipH="0" flipV="0">
                  <a:off x="2476539" y="1142196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58913124" name=""/>
                <p:cNvSpPr/>
                <p:nvPr/>
              </p:nvSpPr>
              <p:spPr bwMode="auto">
                <a:xfrm rot="0" flipH="0" flipV="0">
                  <a:off x="2476539" y="1672087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826208244" name=""/>
                <p:cNvCxnSpPr/>
                <p:nvPr/>
              </p:nvCxnSpPr>
              <p:spPr bwMode="auto">
                <a:xfrm rot="0" flipH="0" flipV="0">
                  <a:off x="2825708" y="1316781"/>
                  <a:ext cx="185438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5739382" name=""/>
                <p:cNvCxnSpPr/>
                <p:nvPr/>
              </p:nvCxnSpPr>
              <p:spPr bwMode="auto">
                <a:xfrm rot="0" flipH="0" flipV="1">
                  <a:off x="2825708" y="1846674"/>
                  <a:ext cx="469764" cy="0"/>
                </a:xfrm>
                <a:prstGeom prst="line">
                  <a:avLst/>
                </a:prstGeom>
                <a:ln w="28575" cap="flat" cmpd="sng" algn="ctr">
                  <a:solidFill>
                    <a:schemeClr val="bg2">
                      <a:lumMod val="74901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67534218" name=""/>
                <p:cNvSpPr/>
                <p:nvPr/>
              </p:nvSpPr>
              <p:spPr bwMode="auto">
                <a:xfrm rot="0" flipH="0" flipV="0">
                  <a:off x="2476539" y="612306"/>
                  <a:ext cx="349167" cy="349167"/>
                </a:xfrm>
                <a:prstGeom prst="ellipse">
                  <a:avLst/>
                </a:prstGeom>
                <a:solidFill>
                  <a:srgbClr val="FF4C4C"/>
                </a:solidFill>
                <a:ln w="25400" cap="flat" cmpd="sng" algn="ctr">
                  <a:solidFill>
                    <a:srgbClr val="00000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grpSp>
              <p:nvGrpSpPr>
                <p:cNvPr id="1817102606" name=""/>
                <p:cNvGrpSpPr/>
                <p:nvPr/>
              </p:nvGrpSpPr>
              <p:grpSpPr bwMode="auto">
                <a:xfrm rot="0" flipH="0" flipV="0">
                  <a:off x="227683" y="612306"/>
                  <a:ext cx="2053512" cy="1408950"/>
                  <a:chOff x="0" y="0"/>
                  <a:chExt cx="2053512" cy="1408950"/>
                </a:xfrm>
              </p:grpSpPr>
              <p:cxnSp>
                <p:nvCxnSpPr>
                  <p:cNvPr id="918502663" name=""/>
                  <p:cNvCxnSpPr/>
                  <p:nvPr/>
                </p:nvCxnSpPr>
                <p:spPr bwMode="auto">
                  <a:xfrm rot="10800000" flipH="0" flipV="0">
                    <a:off x="1234578" y="1234366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2738683" name=""/>
                  <p:cNvSpPr/>
                  <p:nvPr/>
                </p:nvSpPr>
                <p:spPr bwMode="auto">
                  <a:xfrm rot="10800000" flipH="0" flipV="0">
                    <a:off x="885411" y="529889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587091541" name=""/>
                  <p:cNvSpPr/>
                  <p:nvPr/>
                </p:nvSpPr>
                <p:spPr bwMode="auto">
                  <a:xfrm rot="10800000" flipH="0" flipV="0">
                    <a:off x="885409" y="0"/>
                    <a:ext cx="349167" cy="349167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77447895" name=""/>
                  <p:cNvSpPr/>
                  <p:nvPr/>
                </p:nvSpPr>
                <p:spPr bwMode="auto">
                  <a:xfrm rot="10800000" flipH="0" flipV="0">
                    <a:off x="885408" y="1059779"/>
                    <a:ext cx="349168" cy="349168"/>
                  </a:xfrm>
                  <a:prstGeom prst="ellipse">
                    <a:avLst/>
                  </a:prstGeom>
                  <a:solidFill>
                    <a:srgbClr val="FFD34F"/>
                  </a:solidFill>
                  <a:ln w="25400" cap="flat" cmpd="sng" algn="ctr">
                    <a:solidFill>
                      <a:schemeClr val="tx1"/>
                    </a:solidFill>
                    <a:prstDash val="sys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02465239" name=""/>
                  <p:cNvSpPr/>
                  <p:nvPr/>
                </p:nvSpPr>
                <p:spPr bwMode="auto">
                  <a:xfrm rot="10800000" flipH="0" flipV="0">
                    <a:off x="1704343" y="52989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871773297" name=""/>
                  <p:cNvSpPr/>
                  <p:nvPr/>
                </p:nvSpPr>
                <p:spPr bwMode="auto">
                  <a:xfrm rot="10800000" flipH="0" flipV="0">
                    <a:off x="1704343" y="0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1498172596" name=""/>
                  <p:cNvCxnSpPr>
                    <a:stCxn id="802465239" idx="6"/>
                    <a:endCxn id="172738683" idx="2"/>
                  </p:cNvCxnSpPr>
                  <p:nvPr/>
                </p:nvCxnSpPr>
                <p:spPr bwMode="auto">
                  <a:xfrm rot="10800000" flipH="0" flipV="0">
                    <a:off x="1234578" y="704475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2585272" name=""/>
                  <p:cNvCxnSpPr/>
                  <p:nvPr/>
                </p:nvCxnSpPr>
                <p:spPr bwMode="auto">
                  <a:xfrm rot="10800000" flipH="0" flipV="1">
                    <a:off x="1234578" y="174582"/>
                    <a:ext cx="46976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3265076" name=""/>
                  <p:cNvCxnSpPr>
                    <a:stCxn id="77447895" idx="6"/>
                    <a:endCxn id="1803087752" idx="1"/>
                  </p:cNvCxnSpPr>
                  <p:nvPr/>
                </p:nvCxnSpPr>
                <p:spPr bwMode="auto">
                  <a:xfrm rot="10800000" flipH="0" flipV="0">
                    <a:off x="298032" y="827924"/>
                    <a:ext cx="587376" cy="406438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072086" name=""/>
                  <p:cNvSpPr/>
                  <p:nvPr/>
                </p:nvSpPr>
                <p:spPr bwMode="auto">
                  <a:xfrm rot="10800000" flipH="0" flipV="0">
                    <a:off x="1704343" y="1059781"/>
                    <a:ext cx="349167" cy="349167"/>
                  </a:xfrm>
                  <a:prstGeom prst="ellipse">
                    <a:avLst/>
                  </a:prstGeom>
                  <a:solidFill>
                    <a:srgbClr val="FF4C4C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cxnSp>
                <p:nvCxnSpPr>
                  <p:cNvPr id="333129969" name=""/>
                  <p:cNvCxnSpPr>
                    <a:stCxn id="172738683" idx="6"/>
                    <a:endCxn id="1803087752" idx="2"/>
                  </p:cNvCxnSpPr>
                  <p:nvPr/>
                </p:nvCxnSpPr>
                <p:spPr bwMode="auto">
                  <a:xfrm rot="10800000" flipH="0" flipV="1">
                    <a:off x="349167" y="704475"/>
                    <a:ext cx="536242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9901259" name=""/>
                  <p:cNvCxnSpPr/>
                  <p:nvPr/>
                </p:nvCxnSpPr>
                <p:spPr bwMode="auto">
                  <a:xfrm rot="10800000" flipH="0" flipV="1">
                    <a:off x="298033" y="174582"/>
                    <a:ext cx="587376" cy="406441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03087752" name=""/>
                  <p:cNvSpPr/>
                  <p:nvPr/>
                </p:nvSpPr>
                <p:spPr bwMode="auto">
                  <a:xfrm rot="10800000" flipH="0" flipV="0">
                    <a:off x="0" y="529891"/>
                    <a:ext cx="349167" cy="349167"/>
                  </a:xfrm>
                  <a:prstGeom prst="ellipse">
                    <a:avLst/>
                  </a:prstGeom>
                  <a:solidFill>
                    <a:srgbClr val="E173FF"/>
                  </a:solidFill>
                  <a:ln w="25400" cap="flat" cmpd="sng" algn="ctr">
                    <a:solidFill>
                      <a:srgbClr val="000000"/>
                    </a:solidFill>
                    <a:prstDash val="solid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9158414" name=""/>
                <p:cNvSpPr txBox="1"/>
                <p:nvPr/>
              </p:nvSpPr>
              <p:spPr bwMode="auto">
                <a:xfrm rot="0" flipH="0" flipV="0">
                  <a:off x="20689" y="2150249"/>
                  <a:ext cx="1016294" cy="30515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400" b="1" i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Station 0</a:t>
                  </a:r>
                  <a:endParaRPr sz="1400" b="1" i="1">
                    <a:solidFill>
                      <a:schemeClr val="tx1"/>
                    </a:solidFill>
                    <a:latin typeface="CMU Serif"/>
                    <a:cs typeface="CMU Serif"/>
                  </a:endParaRPr>
                </a:p>
              </p:txBody>
            </p:sp>
            <p:sp>
              <p:nvSpPr>
                <p:cNvPr id="243691414" name=""/>
                <p:cNvSpPr txBox="1"/>
                <p:nvPr/>
              </p:nvSpPr>
              <p:spPr bwMode="auto">
                <a:xfrm rot="0" flipH="0" flipV="0">
                  <a:off x="3688989" y="2150249"/>
                  <a:ext cx="1016653" cy="30515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400" b="1" i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Station 1</a:t>
                  </a:r>
                  <a:endParaRPr sz="1400" b="1" i="1">
                    <a:solidFill>
                      <a:schemeClr val="tx1"/>
                    </a:solidFill>
                    <a:latin typeface="CMU Serif"/>
                    <a:cs typeface="CMU Serif"/>
                  </a:endParaRPr>
                </a:p>
              </p:txBody>
            </p:sp>
            <p:sp>
              <p:nvSpPr>
                <p:cNvPr id="399615349" name=""/>
                <p:cNvSpPr txBox="1"/>
                <p:nvPr/>
              </p:nvSpPr>
              <p:spPr bwMode="auto">
                <a:xfrm rot="0" flipH="0" flipV="0">
                  <a:off x="1971813" y="2150249"/>
                  <a:ext cx="819005" cy="30515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400" b="1" i="1">
                      <a:solidFill>
                        <a:schemeClr val="tx1"/>
                      </a:solidFill>
                      <a:latin typeface="CMU Serif"/>
                      <a:ea typeface="CMU Serif"/>
                      <a:cs typeface="CMU Serif"/>
                    </a:rPr>
                    <a:t>Hop 1</a:t>
                  </a:r>
                  <a:endParaRPr sz="1400" b="1" i="1">
                    <a:solidFill>
                      <a:schemeClr val="tx1"/>
                    </a:solidFill>
                    <a:latin typeface="CMU Serif"/>
                    <a:cs typeface="CMU Serif"/>
                  </a:endParaRPr>
                </a:p>
              </p:txBody>
            </p:sp>
            <p:grpSp>
              <p:nvGrpSpPr>
                <p:cNvPr id="1303019172" name=""/>
                <p:cNvGrpSpPr/>
                <p:nvPr/>
              </p:nvGrpSpPr>
              <p:grpSpPr bwMode="auto">
                <a:xfrm>
                  <a:off x="3360318" y="779389"/>
                  <a:ext cx="1002219" cy="1064200"/>
                  <a:chOff x="0" y="0"/>
                  <a:chExt cx="1002219" cy="1064200"/>
                </a:xfrm>
              </p:grpSpPr>
              <p:cxnSp>
                <p:nvCxnSpPr>
                  <p:cNvPr id="541858690" name=""/>
                  <p:cNvCxnSpPr/>
                  <p:nvPr/>
                </p:nvCxnSpPr>
                <p:spPr bwMode="auto">
                  <a:xfrm rot="10800000" flipH="0" flipV="0">
                    <a:off x="0" y="533641"/>
                    <a:ext cx="846442" cy="179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2503392" name=""/>
                  <p:cNvCxnSpPr/>
                  <p:nvPr/>
                </p:nvCxnSpPr>
                <p:spPr bwMode="auto">
                  <a:xfrm rot="10800000" flipH="0" flipV="0">
                    <a:off x="0" y="529890"/>
                    <a:ext cx="836816" cy="319058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8318696" name=""/>
                  <p:cNvCxnSpPr/>
                  <p:nvPr/>
                </p:nvCxnSpPr>
                <p:spPr bwMode="auto">
                  <a:xfrm rot="10800000" flipH="0" flipV="0">
                    <a:off x="284323" y="1"/>
                    <a:ext cx="552674" cy="210721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5147754" name=""/>
                  <p:cNvCxnSpPr/>
                  <p:nvPr/>
                </p:nvCxnSpPr>
                <p:spPr bwMode="auto">
                  <a:xfrm rot="10800000" flipH="0" flipV="0">
                    <a:off x="284324" y="3749"/>
                    <a:ext cx="562117" cy="179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3605106" name=""/>
                  <p:cNvCxnSpPr/>
                  <p:nvPr/>
                </p:nvCxnSpPr>
                <p:spPr bwMode="auto">
                  <a:xfrm rot="10800000" flipH="0" flipV="0">
                    <a:off x="284325" y="1063531"/>
                    <a:ext cx="552492" cy="176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6114030" name=""/>
                  <p:cNvCxnSpPr/>
                  <p:nvPr/>
                </p:nvCxnSpPr>
                <p:spPr bwMode="auto">
                  <a:xfrm rot="10800000" flipH="0" flipV="1">
                    <a:off x="284323" y="855009"/>
                    <a:ext cx="552493" cy="204772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9458339" name=""/>
                  <p:cNvCxnSpPr/>
                  <p:nvPr/>
                </p:nvCxnSpPr>
                <p:spPr bwMode="auto">
                  <a:xfrm rot="10800000" flipH="0" flipV="1">
                    <a:off x="0" y="210723"/>
                    <a:ext cx="861139" cy="319167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3330063" name=""/>
                  <p:cNvCxnSpPr/>
                  <p:nvPr/>
                </p:nvCxnSpPr>
                <p:spPr bwMode="auto">
                  <a:xfrm rot="10800000" flipH="0" flipV="1">
                    <a:off x="284324" y="537337"/>
                    <a:ext cx="558611" cy="522443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7302690" name=""/>
                  <p:cNvCxnSpPr/>
                  <p:nvPr/>
                </p:nvCxnSpPr>
                <p:spPr bwMode="auto">
                  <a:xfrm rot="0" flipH="0" flipV="0">
                    <a:off x="284325" y="0"/>
                    <a:ext cx="558610" cy="52989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bg2">
                        <a:lumMod val="74901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4191677" name=""/>
                  <p:cNvCxnSpPr/>
                  <p:nvPr/>
                </p:nvCxnSpPr>
                <p:spPr bwMode="auto">
                  <a:xfrm rot="0" flipH="0" flipV="0">
                    <a:off x="722475" y="416983"/>
                    <a:ext cx="258072" cy="244803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3820014" name=""/>
                  <p:cNvCxnSpPr/>
                  <p:nvPr/>
                </p:nvCxnSpPr>
                <p:spPr bwMode="auto">
                  <a:xfrm rot="10800000" flipH="0" flipV="1">
                    <a:off x="805708" y="405863"/>
                    <a:ext cx="174839" cy="163519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5991940" name=""/>
                  <p:cNvCxnSpPr/>
                  <p:nvPr/>
                </p:nvCxnSpPr>
                <p:spPr bwMode="auto">
                  <a:xfrm rot="10800000" flipH="0" flipV="0">
                    <a:off x="875423" y="859532"/>
                    <a:ext cx="105124" cy="40081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768305" name=""/>
                  <p:cNvCxnSpPr/>
                  <p:nvPr/>
                </p:nvCxnSpPr>
                <p:spPr bwMode="auto">
                  <a:xfrm rot="10800000" flipH="0" flipV="1">
                    <a:off x="820942" y="793972"/>
                    <a:ext cx="170722" cy="65559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0011562" name=""/>
                  <p:cNvCxnSpPr/>
                  <p:nvPr/>
                </p:nvCxnSpPr>
                <p:spPr bwMode="auto">
                  <a:xfrm rot="10800000" flipH="0" flipV="0">
                    <a:off x="476026" y="1064024"/>
                    <a:ext cx="504521" cy="175"/>
                  </a:xfrm>
                  <a:prstGeom prst="line">
                    <a:avLst/>
                  </a:prstGeom>
                  <a:ln w="28575" cap="flat" cmpd="sng" algn="ctr">
                    <a:solidFill>
                      <a:srgbClr val="AEABAB"/>
                    </a:solidFill>
                    <a:prstDash val="sysDash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38261641" name=""/>
                  <p:cNvGrpSpPr/>
                  <p:nvPr/>
                </p:nvGrpSpPr>
                <p:grpSpPr bwMode="auto">
                  <a:xfrm flipV="1">
                    <a:off x="486581" y="5291"/>
                    <a:ext cx="515638" cy="270227"/>
                    <a:chOff x="0" y="0"/>
                    <a:chExt cx="515638" cy="270227"/>
                  </a:xfrm>
                </p:grpSpPr>
                <p:cxnSp>
                  <p:nvCxnSpPr>
                    <p:cNvPr id="57521901" name=""/>
                    <p:cNvCxnSpPr/>
                    <p:nvPr/>
                  </p:nvCxnSpPr>
                  <p:spPr bwMode="auto">
                    <a:xfrm rot="10800000" flipH="0" flipV="0">
                      <a:off x="399396" y="65559"/>
                      <a:ext cx="105123" cy="4008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1961435" name=""/>
                    <p:cNvCxnSpPr/>
                    <p:nvPr/>
                  </p:nvCxnSpPr>
                  <p:spPr bwMode="auto">
                    <a:xfrm rot="10800000" flipH="0" flipV="1">
                      <a:off x="344916" y="0"/>
                      <a:ext cx="170721" cy="6555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5005679" name=""/>
                    <p:cNvCxnSpPr/>
                    <p:nvPr/>
                  </p:nvCxnSpPr>
                  <p:spPr bwMode="auto">
                    <a:xfrm rot="10800000" flipH="0" flipV="0">
                      <a:off x="0" y="270051"/>
                      <a:ext cx="504520" cy="175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rgbClr val="AEABAB"/>
                      </a:solidFill>
                      <a:prstDash val="sysDash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sp>
        <p:nvSpPr>
          <p:cNvPr id="727541848" name=""/>
          <p:cNvSpPr txBox="1"/>
          <p:nvPr/>
        </p:nvSpPr>
        <p:spPr bwMode="auto">
          <a:xfrm rot="0" flipH="0" flipV="0">
            <a:off x="879405" y="3950056"/>
            <a:ext cx="230461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simplified version ?</a:t>
            </a:r>
            <a:endParaRPr/>
          </a:p>
        </p:txBody>
      </p:sp>
      <p:grpSp>
        <p:nvGrpSpPr>
          <p:cNvPr id="1024646675" name=""/>
          <p:cNvGrpSpPr/>
          <p:nvPr/>
        </p:nvGrpSpPr>
        <p:grpSpPr bwMode="auto">
          <a:xfrm>
            <a:off x="716173" y="4475191"/>
            <a:ext cx="10718983" cy="2125200"/>
            <a:chOff x="0" y="0"/>
            <a:chExt cx="10718983" cy="2125200"/>
          </a:xfrm>
        </p:grpSpPr>
        <p:grpSp>
          <p:nvGrpSpPr>
            <p:cNvPr id="541948999" name=""/>
            <p:cNvGrpSpPr/>
            <p:nvPr/>
          </p:nvGrpSpPr>
          <p:grpSpPr bwMode="auto">
            <a:xfrm rot="0" flipH="0" flipV="0">
              <a:off x="4929972" y="32875"/>
              <a:ext cx="668327" cy="1516738"/>
              <a:chOff x="0" y="0"/>
              <a:chExt cx="668327" cy="1516738"/>
            </a:xfrm>
          </p:grpSpPr>
          <p:sp>
            <p:nvSpPr>
              <p:cNvPr id="973358059" name=""/>
              <p:cNvSpPr txBox="1"/>
              <p:nvPr/>
            </p:nvSpPr>
            <p:spPr bwMode="auto">
              <a:xfrm rot="0" flipH="0" flipV="0">
                <a:off x="358" y="0"/>
                <a:ext cx="667607" cy="64044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3600" b="1"/>
                  <a:t>...</a:t>
                </a:r>
                <a:endParaRPr sz="3600" b="1"/>
              </a:p>
            </p:txBody>
          </p:sp>
          <p:sp>
            <p:nvSpPr>
              <p:cNvPr id="58747563" name=""/>
              <p:cNvSpPr txBox="1"/>
              <p:nvPr/>
            </p:nvSpPr>
            <p:spPr bwMode="auto">
              <a:xfrm rot="0" flipH="0" flipV="0">
                <a:off x="178" y="438148"/>
                <a:ext cx="667967" cy="64044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3600" b="1"/>
                  <a:t>...</a:t>
                </a:r>
                <a:endParaRPr sz="3600" b="1"/>
              </a:p>
            </p:txBody>
          </p:sp>
          <p:sp>
            <p:nvSpPr>
              <p:cNvPr id="73433821" name=""/>
              <p:cNvSpPr txBox="1"/>
              <p:nvPr/>
            </p:nvSpPr>
            <p:spPr bwMode="auto">
              <a:xfrm rot="0" flipH="0" flipV="0">
                <a:off x="0" y="876298"/>
                <a:ext cx="668327" cy="64044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3600" b="1"/>
                  <a:t>...</a:t>
                </a:r>
                <a:endParaRPr sz="3600" b="1"/>
              </a:p>
            </p:txBody>
          </p:sp>
        </p:grpSp>
        <p:sp>
          <p:nvSpPr>
            <p:cNvPr id="273392637" name=""/>
            <p:cNvSpPr txBox="1"/>
            <p:nvPr/>
          </p:nvSpPr>
          <p:spPr bwMode="auto">
            <a:xfrm rot="0" flipH="0" flipV="0">
              <a:off x="45780" y="1819785"/>
              <a:ext cx="1016653" cy="3051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Station 0</a:t>
              </a:r>
              <a:endParaRPr sz="1400" b="1" i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  <p:sp>
          <p:nvSpPr>
            <p:cNvPr id="281853739" name=""/>
            <p:cNvSpPr txBox="1"/>
            <p:nvPr/>
          </p:nvSpPr>
          <p:spPr bwMode="auto">
            <a:xfrm rot="0" flipH="0" flipV="0">
              <a:off x="3714081" y="1819785"/>
              <a:ext cx="1017013" cy="3051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Station 1</a:t>
              </a:r>
              <a:endParaRPr sz="1400" b="1" i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  <p:sp>
          <p:nvSpPr>
            <p:cNvPr id="663712744" name=""/>
            <p:cNvSpPr txBox="1"/>
            <p:nvPr/>
          </p:nvSpPr>
          <p:spPr bwMode="auto">
            <a:xfrm rot="0" flipH="0" flipV="0">
              <a:off x="1996904" y="1819785"/>
              <a:ext cx="819364" cy="3051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1400" b="1" i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Hop 1</a:t>
              </a:r>
              <a:endParaRPr sz="1400" b="1" i="1">
                <a:solidFill>
                  <a:schemeClr val="tx1"/>
                </a:solidFill>
                <a:latin typeface="CMU Serif"/>
                <a:cs typeface="CMU Serif"/>
              </a:endParaRPr>
            </a:p>
          </p:txBody>
        </p:sp>
        <p:grpSp>
          <p:nvGrpSpPr>
            <p:cNvPr id="454468788" name=""/>
            <p:cNvGrpSpPr/>
            <p:nvPr/>
          </p:nvGrpSpPr>
          <p:grpSpPr bwMode="auto">
            <a:xfrm>
              <a:off x="0" y="54088"/>
              <a:ext cx="4865174" cy="1666873"/>
              <a:chOff x="0" y="0"/>
              <a:chExt cx="4865174" cy="1666873"/>
            </a:xfrm>
          </p:grpSpPr>
          <p:grpSp>
            <p:nvGrpSpPr>
              <p:cNvPr id="452190417" name=""/>
              <p:cNvGrpSpPr/>
              <p:nvPr/>
            </p:nvGrpSpPr>
            <p:grpSpPr bwMode="auto">
              <a:xfrm>
                <a:off x="0" y="0"/>
                <a:ext cx="948728" cy="1666873"/>
                <a:chOff x="0" y="0"/>
                <a:chExt cx="948728" cy="1666873"/>
              </a:xfrm>
            </p:grpSpPr>
            <p:sp>
              <p:nvSpPr>
                <p:cNvPr id="2137463688" name=""/>
                <p:cNvSpPr/>
                <p:nvPr/>
              </p:nvSpPr>
              <p:spPr bwMode="auto">
                <a:xfrm rot="0" flipH="0" flipV="0">
                  <a:off x="0" y="0"/>
                  <a:ext cx="918703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134392296" name=""/>
                <p:cNvSpPr txBox="1"/>
                <p:nvPr/>
              </p:nvSpPr>
              <p:spPr bwMode="auto">
                <a:xfrm rot="0" flipH="0" flipV="0">
                  <a:off x="8074" y="619896"/>
                  <a:ext cx="940653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00B050"/>
                      </a:solidFill>
                      <a:latin typeface="CMU Serif"/>
                      <a:ea typeface="CMU Serif"/>
                      <a:cs typeface="CMU Serif"/>
                    </a:rPr>
                    <a:t>Alice</a:t>
                  </a:r>
                  <a:endParaRPr sz="2200" b="1">
                    <a:solidFill>
                      <a:srgbClr val="00B050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1111518575" name=""/>
              <p:cNvGrpSpPr/>
              <p:nvPr/>
            </p:nvGrpSpPr>
            <p:grpSpPr bwMode="auto">
              <a:xfrm>
                <a:off x="1026128" y="0"/>
                <a:ext cx="2687643" cy="1666873"/>
                <a:chOff x="0" y="0"/>
                <a:chExt cx="2687643" cy="1666873"/>
              </a:xfrm>
            </p:grpSpPr>
            <p:sp>
              <p:nvSpPr>
                <p:cNvPr id="156898416" name=""/>
                <p:cNvSpPr/>
                <p:nvPr/>
              </p:nvSpPr>
              <p:spPr bwMode="auto">
                <a:xfrm rot="0" flipH="0" flipV="0">
                  <a:off x="0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76868735" name=""/>
                <p:cNvSpPr txBox="1"/>
                <p:nvPr/>
              </p:nvSpPr>
              <p:spPr bwMode="auto">
                <a:xfrm rot="0" flipH="0" flipV="0">
                  <a:off x="803677" y="619896"/>
                  <a:ext cx="1080286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45B5FF"/>
                      </a:solidFill>
                      <a:latin typeface="CMU Serif"/>
                      <a:ea typeface="CMU Serif"/>
                      <a:cs typeface="CMU Serif"/>
                    </a:rPr>
                    <a:t>ABSA</a:t>
                  </a:r>
                  <a:endParaRPr sz="22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</p:grpSp>
          <p:grpSp>
            <p:nvGrpSpPr>
              <p:cNvPr id="1973728346" name=""/>
              <p:cNvGrpSpPr/>
              <p:nvPr/>
            </p:nvGrpSpPr>
            <p:grpSpPr bwMode="auto">
              <a:xfrm>
                <a:off x="3791170" y="0"/>
                <a:ext cx="1074003" cy="1666873"/>
                <a:chOff x="0" y="0"/>
                <a:chExt cx="1074003" cy="1666873"/>
              </a:xfrm>
            </p:grpSpPr>
            <p:sp>
              <p:nvSpPr>
                <p:cNvPr id="1676875023" name=""/>
                <p:cNvSpPr/>
                <p:nvPr/>
              </p:nvSpPr>
              <p:spPr bwMode="auto">
                <a:xfrm rot="0" flipH="0" flipV="0">
                  <a:off x="32662" y="0"/>
                  <a:ext cx="970579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16526426" name=""/>
                <p:cNvSpPr txBox="1"/>
                <p:nvPr/>
              </p:nvSpPr>
              <p:spPr bwMode="auto">
                <a:xfrm rot="0" flipH="0" flipV="0">
                  <a:off x="0" y="619896"/>
                  <a:ext cx="1074003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DB4CFF"/>
                      </a:solidFill>
                      <a:latin typeface="CMU Serif"/>
                      <a:ea typeface="CMU Serif"/>
                      <a:cs typeface="CMU Serif"/>
                    </a:rPr>
                    <a:t>RGSS</a:t>
                  </a:r>
                  <a:endParaRPr sz="2200" b="1">
                    <a:solidFill>
                      <a:srgbClr val="DB4CFF"/>
                    </a:solidFill>
                    <a:latin typeface="CMU Serif"/>
                    <a:cs typeface="CMU Serif"/>
                  </a:endParaRPr>
                </a:p>
              </p:txBody>
            </p:sp>
          </p:grpSp>
        </p:grpSp>
        <p:grpSp>
          <p:nvGrpSpPr>
            <p:cNvPr id="2062147677" name=""/>
            <p:cNvGrpSpPr/>
            <p:nvPr/>
          </p:nvGrpSpPr>
          <p:grpSpPr bwMode="auto">
            <a:xfrm>
              <a:off x="5561798" y="0"/>
              <a:ext cx="1252427" cy="2097646"/>
              <a:chOff x="0" y="0"/>
              <a:chExt cx="1252427" cy="2097646"/>
            </a:xfrm>
          </p:grpSpPr>
          <p:sp>
            <p:nvSpPr>
              <p:cNvPr id="629361695" name=""/>
              <p:cNvSpPr txBox="1"/>
              <p:nvPr/>
            </p:nvSpPr>
            <p:spPr bwMode="auto">
              <a:xfrm rot="0" flipH="0" flipV="0">
                <a:off x="0" y="1792486"/>
                <a:ext cx="1252427" cy="3051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Station 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N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-1</a:t>
                </a:r>
                <a:endParaRPr sz="1400" b="1" i="1">
                  <a:solidFill>
                    <a:schemeClr val="tx1"/>
                  </a:solidFill>
                  <a:latin typeface="CMU Serif"/>
                  <a:cs typeface="CMU Serif"/>
                </a:endParaRPr>
              </a:p>
            </p:txBody>
          </p:sp>
          <p:grpSp>
            <p:nvGrpSpPr>
              <p:cNvPr id="830953315" name=""/>
              <p:cNvGrpSpPr/>
              <p:nvPr/>
            </p:nvGrpSpPr>
            <p:grpSpPr bwMode="auto">
              <a:xfrm rot="0" flipH="0" flipV="0">
                <a:off x="89031" y="0"/>
                <a:ext cx="1074363" cy="1666873"/>
                <a:chOff x="0" y="0"/>
                <a:chExt cx="1074363" cy="1666873"/>
              </a:xfrm>
            </p:grpSpPr>
            <p:sp>
              <p:nvSpPr>
                <p:cNvPr id="1983930544" name=""/>
                <p:cNvSpPr/>
                <p:nvPr/>
              </p:nvSpPr>
              <p:spPr bwMode="auto">
                <a:xfrm rot="0" flipH="0" flipV="0">
                  <a:off x="32661" y="0"/>
                  <a:ext cx="970578" cy="1666873"/>
                </a:xfrm>
                <a:prstGeom prst="flowChartAlternateProcess">
                  <a:avLst/>
                </a:prstGeom>
                <a:solidFill>
                  <a:srgbClr val="E173FF">
                    <a:alpha val="24999"/>
                  </a:srgbClr>
                </a:solidFill>
                <a:ln w="28575" cap="flat" cmpd="sng" algn="ctr">
                  <a:solidFill>
                    <a:srgbClr val="DB4C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30305350" name=""/>
                <p:cNvSpPr txBox="1"/>
                <p:nvPr/>
              </p:nvSpPr>
              <p:spPr bwMode="auto">
                <a:xfrm rot="0" flipH="0" flipV="0">
                  <a:off x="0" y="592852"/>
                  <a:ext cx="1074363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DB4CFF"/>
                      </a:solidFill>
                      <a:latin typeface="CMU Serif"/>
                      <a:ea typeface="CMU Serif"/>
                      <a:cs typeface="CMU Serif"/>
                    </a:rPr>
                    <a:t>RGSS</a:t>
                  </a:r>
                  <a:endParaRPr sz="2200" b="1">
                    <a:solidFill>
                      <a:srgbClr val="DB4CFF"/>
                    </a:solidFill>
                    <a:latin typeface="CMU Serif"/>
                    <a:cs typeface="CMU Serif"/>
                  </a:endParaRPr>
                </a:p>
              </p:txBody>
            </p:sp>
          </p:grpSp>
        </p:grpSp>
        <p:grpSp>
          <p:nvGrpSpPr>
            <p:cNvPr id="66705004" name=""/>
            <p:cNvGrpSpPr/>
            <p:nvPr/>
          </p:nvGrpSpPr>
          <p:grpSpPr bwMode="auto">
            <a:xfrm>
              <a:off x="6756249" y="27044"/>
              <a:ext cx="2687642" cy="2098156"/>
              <a:chOff x="0" y="0"/>
              <a:chExt cx="2687642" cy="2098156"/>
            </a:xfrm>
          </p:grpSpPr>
          <p:sp>
            <p:nvSpPr>
              <p:cNvPr id="184758479" name=""/>
              <p:cNvSpPr txBox="1"/>
              <p:nvPr/>
            </p:nvSpPr>
            <p:spPr bwMode="auto">
              <a:xfrm rot="0" flipH="0" flipV="0">
                <a:off x="853672" y="1792996"/>
                <a:ext cx="980296" cy="3051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Hop 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N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-1</a:t>
                </a:r>
                <a:endParaRPr sz="1400" b="1" i="1">
                  <a:solidFill>
                    <a:schemeClr val="tx1"/>
                  </a:solidFill>
                  <a:latin typeface="CMU Serif"/>
                  <a:cs typeface="CMU Serif"/>
                </a:endParaRPr>
              </a:p>
            </p:txBody>
          </p:sp>
          <p:grpSp>
            <p:nvGrpSpPr>
              <p:cNvPr id="1022660824" name=""/>
              <p:cNvGrpSpPr/>
              <p:nvPr/>
            </p:nvGrpSpPr>
            <p:grpSpPr bwMode="auto">
              <a:xfrm rot="0" flipH="0" flipV="0">
                <a:off x="0" y="0"/>
                <a:ext cx="2687643" cy="1666873"/>
                <a:chOff x="0" y="0"/>
                <a:chExt cx="2687643" cy="1666873"/>
              </a:xfrm>
            </p:grpSpPr>
            <p:sp>
              <p:nvSpPr>
                <p:cNvPr id="468923788" name=""/>
                <p:cNvSpPr/>
                <p:nvPr/>
              </p:nvSpPr>
              <p:spPr bwMode="auto">
                <a:xfrm rot="0" flipH="0" flipV="0">
                  <a:off x="0" y="0"/>
                  <a:ext cx="2687643" cy="1666873"/>
                </a:xfrm>
                <a:prstGeom prst="flowChartAlternateProcess">
                  <a:avLst/>
                </a:prstGeom>
                <a:solidFill>
                  <a:schemeClr val="accent1">
                    <a:lumMod val="40000"/>
                    <a:lumOff val="60000"/>
                    <a:alpha val="24999"/>
                  </a:schemeClr>
                </a:solidFill>
                <a:ln w="28575" cap="flat" cmpd="sng" algn="ctr">
                  <a:solidFill>
                    <a:srgbClr val="0095FF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13148900" name=""/>
                <p:cNvSpPr txBox="1"/>
                <p:nvPr/>
              </p:nvSpPr>
              <p:spPr bwMode="auto">
                <a:xfrm rot="0" flipH="0" flipV="0">
                  <a:off x="803676" y="619896"/>
                  <a:ext cx="1080646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45B5FF"/>
                      </a:solidFill>
                      <a:latin typeface="CMU Serif"/>
                      <a:ea typeface="CMU Serif"/>
                      <a:cs typeface="CMU Serif"/>
                    </a:rPr>
                    <a:t>ABSA</a:t>
                  </a:r>
                  <a:endParaRPr sz="2200" b="1">
                    <a:solidFill>
                      <a:srgbClr val="45B5FF"/>
                    </a:solidFill>
                    <a:latin typeface="CMU Serif"/>
                    <a:cs typeface="CMU Serif"/>
                  </a:endParaRPr>
                </a:p>
              </p:txBody>
            </p:sp>
          </p:grpSp>
        </p:grpSp>
        <p:grpSp>
          <p:nvGrpSpPr>
            <p:cNvPr id="1991613471" name=""/>
            <p:cNvGrpSpPr/>
            <p:nvPr/>
          </p:nvGrpSpPr>
          <p:grpSpPr bwMode="auto">
            <a:xfrm>
              <a:off x="9347816" y="13521"/>
              <a:ext cx="1371166" cy="2111168"/>
              <a:chOff x="0" y="0"/>
              <a:chExt cx="1371166" cy="2111168"/>
            </a:xfrm>
          </p:grpSpPr>
          <p:sp>
            <p:nvSpPr>
              <p:cNvPr id="177282635" name=""/>
              <p:cNvSpPr txBox="1"/>
              <p:nvPr/>
            </p:nvSpPr>
            <p:spPr bwMode="auto">
              <a:xfrm rot="0" flipH="0" flipV="0">
                <a:off x="0" y="1806008"/>
                <a:ext cx="1371166" cy="30515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Station </a:t>
                </a:r>
                <a:r>
                  <a:rPr lang="fr-FR" sz="1400" b="1" i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N</a:t>
                </a:r>
                <a:endParaRPr sz="1400" b="1" i="1">
                  <a:solidFill>
                    <a:schemeClr val="tx1"/>
                  </a:solidFill>
                  <a:latin typeface="CMU Serif"/>
                  <a:cs typeface="CMU Serif"/>
                </a:endParaRPr>
              </a:p>
            </p:txBody>
          </p:sp>
          <p:grpSp>
            <p:nvGrpSpPr>
              <p:cNvPr id="1328121767" name=""/>
              <p:cNvGrpSpPr/>
              <p:nvPr/>
            </p:nvGrpSpPr>
            <p:grpSpPr bwMode="auto">
              <a:xfrm>
                <a:off x="226231" y="0"/>
                <a:ext cx="918702" cy="1666873"/>
                <a:chOff x="0" y="0"/>
                <a:chExt cx="918702" cy="1666873"/>
              </a:xfrm>
            </p:grpSpPr>
            <p:sp>
              <p:nvSpPr>
                <p:cNvPr id="1472621057" name=""/>
                <p:cNvSpPr/>
                <p:nvPr/>
              </p:nvSpPr>
              <p:spPr bwMode="auto">
                <a:xfrm rot="0" flipH="0" flipV="0">
                  <a:off x="0" y="0"/>
                  <a:ext cx="918702" cy="1666873"/>
                </a:xfrm>
                <a:prstGeom prst="flowChartAlternateProcess">
                  <a:avLst/>
                </a:prstGeom>
                <a:solidFill>
                  <a:srgbClr val="92D050">
                    <a:alpha val="24999"/>
                  </a:srgbClr>
                </a:solidFill>
                <a:ln w="28575" cap="flat" cmpd="sng" algn="ctr">
                  <a:solidFill>
                    <a:srgbClr val="00B050"/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  <p:sp>
              <p:nvSpPr>
                <p:cNvPr id="1086576177" name=""/>
                <p:cNvSpPr txBox="1"/>
                <p:nvPr/>
              </p:nvSpPr>
              <p:spPr bwMode="auto">
                <a:xfrm rot="0" flipH="0" flipV="0">
                  <a:off x="77742" y="619896"/>
                  <a:ext cx="763218" cy="42707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2200" b="1">
                      <a:solidFill>
                        <a:srgbClr val="00B050"/>
                      </a:solidFill>
                      <a:latin typeface="CMU Serif"/>
                      <a:ea typeface="CMU Serif"/>
                      <a:cs typeface="CMU Serif"/>
                    </a:rPr>
                    <a:t>Bob</a:t>
                  </a:r>
                  <a:endParaRPr sz="2200" b="1">
                    <a:solidFill>
                      <a:srgbClr val="00B050"/>
                    </a:solidFill>
                    <a:latin typeface="CMU Serif"/>
                    <a:cs typeface="CMU Serif"/>
                  </a:endParaRPr>
                </a:p>
              </p:txBody>
            </p:sp>
          </p:grpSp>
        </p:grpSp>
      </p:grpSp>
      <p:sp>
        <p:nvSpPr>
          <p:cNvPr id="1138938797" name=""/>
          <p:cNvSpPr txBox="1"/>
          <p:nvPr/>
        </p:nvSpPr>
        <p:spPr bwMode="auto">
          <a:xfrm rot="0" flipH="0" flipV="0">
            <a:off x="6821849" y="3600450"/>
            <a:ext cx="363965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put stations labels on SbS 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68425063" name=""/>
          <p:cNvGrpSpPr/>
          <p:nvPr/>
        </p:nvGrpSpPr>
        <p:grpSpPr bwMode="auto">
          <a:xfrm rot="0" flipH="0" flipV="0">
            <a:off x="225865" y="1025367"/>
            <a:ext cx="940653" cy="2150503"/>
            <a:chOff x="0" y="0"/>
            <a:chExt cx="940653" cy="2150503"/>
          </a:xfrm>
        </p:grpSpPr>
        <p:sp>
          <p:nvSpPr>
            <p:cNvPr id="1860852660" name=""/>
            <p:cNvSpPr/>
            <p:nvPr/>
          </p:nvSpPr>
          <p:spPr bwMode="auto">
            <a:xfrm rot="0" flipH="0" flipV="0">
              <a:off x="93722" y="483629"/>
              <a:ext cx="752486" cy="1666873"/>
            </a:xfrm>
            <a:prstGeom prst="flowChartAlternateProcess">
              <a:avLst/>
            </a:prstGeom>
            <a:solidFill>
              <a:srgbClr val="92D050">
                <a:alpha val="24999"/>
              </a:srgbClr>
            </a:solidFill>
            <a:ln w="28575" cap="flat" cmpd="sng" algn="ctr">
              <a:solidFill>
                <a:srgbClr val="00B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845804587" name=""/>
            <p:cNvSpPr txBox="1"/>
            <p:nvPr/>
          </p:nvSpPr>
          <p:spPr bwMode="auto">
            <a:xfrm rot="0" flipH="0" flipV="0">
              <a:off x="0" y="0"/>
              <a:ext cx="940653" cy="4270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2200" b="1">
                  <a:solidFill>
                    <a:srgbClr val="00B050"/>
                  </a:solidFill>
                  <a:latin typeface="CMU Serif"/>
                  <a:ea typeface="CMU Serif"/>
                  <a:cs typeface="CMU Serif"/>
                </a:rPr>
                <a:t>Alice</a:t>
              </a:r>
              <a:endParaRPr sz="2200" b="1">
                <a:solidFill>
                  <a:srgbClr val="00B050"/>
                </a:solidFill>
                <a:latin typeface="CMU Serif"/>
                <a:cs typeface="CMU Serif"/>
              </a:endParaRPr>
            </a:p>
          </p:txBody>
        </p:sp>
      </p:grpSp>
      <p:grpSp>
        <p:nvGrpSpPr>
          <p:cNvPr id="2075277409" name=""/>
          <p:cNvGrpSpPr/>
          <p:nvPr/>
        </p:nvGrpSpPr>
        <p:grpSpPr bwMode="auto">
          <a:xfrm rot="0" flipH="0" flipV="0">
            <a:off x="1263179" y="1025367"/>
            <a:ext cx="2687643" cy="2150503"/>
            <a:chOff x="0" y="0"/>
            <a:chExt cx="2687643" cy="2150503"/>
          </a:xfrm>
        </p:grpSpPr>
        <p:sp>
          <p:nvSpPr>
            <p:cNvPr id="1388942809" name=""/>
            <p:cNvSpPr/>
            <p:nvPr/>
          </p:nvSpPr>
          <p:spPr bwMode="auto">
            <a:xfrm rot="0" flipH="0" flipV="0">
              <a:off x="0" y="483629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96842861" name=""/>
            <p:cNvSpPr txBox="1"/>
            <p:nvPr/>
          </p:nvSpPr>
          <p:spPr bwMode="auto">
            <a:xfrm rot="0" flipH="0" flipV="0">
              <a:off x="803856" y="0"/>
              <a:ext cx="1080646" cy="4270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2200" b="1">
                  <a:solidFill>
                    <a:srgbClr val="45B5FF"/>
                  </a:solidFill>
                  <a:latin typeface="CMU Serif"/>
                  <a:ea typeface="CMU Serif"/>
                  <a:cs typeface="CMU Serif"/>
                </a:rPr>
                <a:t>ABSA</a:t>
              </a:r>
              <a:endParaRPr sz="2200" b="1">
                <a:solidFill>
                  <a:srgbClr val="45B5FF"/>
                </a:solidFill>
                <a:latin typeface="CMU Serif"/>
                <a:cs typeface="CMU Serif"/>
              </a:endParaRPr>
            </a:p>
          </p:txBody>
        </p:sp>
      </p:grpSp>
      <p:grpSp>
        <p:nvGrpSpPr>
          <p:cNvPr id="1774214293" name=""/>
          <p:cNvGrpSpPr/>
          <p:nvPr/>
        </p:nvGrpSpPr>
        <p:grpSpPr bwMode="auto">
          <a:xfrm rot="0" flipH="0" flipV="0">
            <a:off x="3914856" y="1025367"/>
            <a:ext cx="1074363" cy="2150503"/>
            <a:chOff x="0" y="0"/>
            <a:chExt cx="1074363" cy="2150503"/>
          </a:xfrm>
        </p:grpSpPr>
        <p:sp>
          <p:nvSpPr>
            <p:cNvPr id="1774848304" name=""/>
            <p:cNvSpPr/>
            <p:nvPr/>
          </p:nvSpPr>
          <p:spPr bwMode="auto">
            <a:xfrm rot="0" flipH="0" flipV="0">
              <a:off x="200270" y="483629"/>
              <a:ext cx="634998" cy="1666873"/>
            </a:xfrm>
            <a:prstGeom prst="flowChartAlternateProcess">
              <a:avLst/>
            </a:prstGeom>
            <a:solidFill>
              <a:srgbClr val="E173FF">
                <a:alpha val="24999"/>
              </a:srgbClr>
            </a:solidFill>
            <a:ln w="28575" cap="flat" cmpd="sng" algn="ctr">
              <a:solidFill>
                <a:srgbClr val="DB4C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4219684" name=""/>
            <p:cNvSpPr txBox="1"/>
            <p:nvPr/>
          </p:nvSpPr>
          <p:spPr bwMode="auto">
            <a:xfrm rot="0" flipH="0" flipV="0">
              <a:off x="0" y="0"/>
              <a:ext cx="1074363" cy="4270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2200" b="1">
                  <a:solidFill>
                    <a:srgbClr val="DB4CFF"/>
                  </a:solidFill>
                  <a:latin typeface="CMU Serif"/>
                  <a:ea typeface="CMU Serif"/>
                  <a:cs typeface="CMU Serif"/>
                </a:rPr>
                <a:t>RGSS</a:t>
              </a:r>
              <a:endParaRPr sz="2200" b="1">
                <a:solidFill>
                  <a:srgbClr val="DB4CFF"/>
                </a:solidFill>
                <a:latin typeface="CMU Serif"/>
                <a:cs typeface="CMU Serif"/>
              </a:endParaRPr>
            </a:p>
          </p:txBody>
        </p:sp>
      </p:grpSp>
      <p:grpSp>
        <p:nvGrpSpPr>
          <p:cNvPr id="339477453" name=""/>
          <p:cNvGrpSpPr/>
          <p:nvPr/>
        </p:nvGrpSpPr>
        <p:grpSpPr bwMode="auto">
          <a:xfrm rot="0" flipH="0" flipV="0">
            <a:off x="7638581" y="4530567"/>
            <a:ext cx="2687643" cy="2150503"/>
            <a:chOff x="0" y="0"/>
            <a:chExt cx="2687643" cy="2150503"/>
          </a:xfrm>
        </p:grpSpPr>
        <p:sp>
          <p:nvSpPr>
            <p:cNvPr id="1977708549" name=""/>
            <p:cNvSpPr/>
            <p:nvPr/>
          </p:nvSpPr>
          <p:spPr bwMode="auto">
            <a:xfrm rot="0" flipH="0" flipV="0">
              <a:off x="0" y="483629"/>
              <a:ext cx="2687643" cy="1666873"/>
            </a:xfrm>
            <a:prstGeom prst="flowChartAlternateProcess">
              <a:avLst/>
            </a:prstGeom>
            <a:solidFill>
              <a:schemeClr val="accent1">
                <a:lumMod val="40000"/>
                <a:lumOff val="60000"/>
                <a:alpha val="24999"/>
              </a:schemeClr>
            </a:solidFill>
            <a:ln w="28575" cap="flat" cmpd="sng" algn="ctr">
              <a:solidFill>
                <a:srgbClr val="0095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0347726" name=""/>
            <p:cNvSpPr txBox="1"/>
            <p:nvPr/>
          </p:nvSpPr>
          <p:spPr bwMode="auto">
            <a:xfrm rot="0" flipH="0" flipV="0">
              <a:off x="803856" y="0"/>
              <a:ext cx="1081006" cy="4270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 sz="2200" b="1">
                  <a:solidFill>
                    <a:srgbClr val="45B5FF"/>
                  </a:solidFill>
                  <a:latin typeface="CMU Serif"/>
                  <a:ea typeface="CMU Serif"/>
                  <a:cs typeface="CMU Serif"/>
                </a:rPr>
                <a:t>ABSA</a:t>
              </a:r>
              <a:endParaRPr sz="2200" b="1">
                <a:solidFill>
                  <a:srgbClr val="45B5FF"/>
                </a:solidFill>
                <a:latin typeface="CMU Serif"/>
                <a:cs typeface="CMU Serif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2026-09-17T11:49:30Z</dcterms:modified>
</cp:coreProperties>
</file>