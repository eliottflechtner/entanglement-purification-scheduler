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2502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929922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66258544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8021996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809380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786976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050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40481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3631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24422-829F-6D03-A824-F22DFE8671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941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92070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76881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02C124-BC2C-09C8-6379-C76280274E4D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70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28415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8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D5F269-7E0E-518F-6CCD-65E05A99B2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873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9443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642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891F04-8B5C-5BFE-274B-68BB96FF3A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508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9467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644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FE0671-D68D-A088-28AF-E760A124F1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3869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7319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38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67B508-F39A-1EDA-EC84-440F2BC731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615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6722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4369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87841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92067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3665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F3C6A4-074D-53AC-3E14-4B046A33BEFA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1093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58032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8416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0DCE83-A561-02C3-09DD-BBA5D1284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291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580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63818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B14B13-8459-A377-51D8-DF1ED7156E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743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27401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157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E375C2-3154-48BF-B5AF-FE2DB69269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70146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887109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751039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292745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38605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8474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663667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28177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292863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6533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97691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54804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580040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1535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673800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5832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164949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3308956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62686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2773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0459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82901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777520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4814248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96446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261230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245664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10830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223934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6325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4744052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503402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817246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1739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032908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102955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15806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825185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598399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48235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253536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22665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659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952179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481886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743713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7067310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88520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102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743594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44461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42096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85009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513206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6656386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280420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57698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35247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0769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34733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817968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0400994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084493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2043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Figure 1 - BSM</a:t>
            </a:r>
            <a:endParaRPr/>
          </a:p>
        </p:txBody>
      </p:sp>
      <p:sp>
        <p:nvSpPr>
          <p:cNvPr id="2038736794" name=""/>
          <p:cNvSpPr txBox="1"/>
          <p:nvPr/>
        </p:nvSpPr>
        <p:spPr bwMode="auto">
          <a:xfrm rot="0" flipH="0" flipV="0">
            <a:off x="4516799" y="2114550"/>
            <a:ext cx="323744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Look at azuma’s paper or  bencha for inspo</a:t>
            </a:r>
            <a:endParaRPr/>
          </a:p>
        </p:txBody>
      </p:sp>
      <p:sp>
        <p:nvSpPr>
          <p:cNvPr id="1526532383" name=""/>
          <p:cNvSpPr txBox="1"/>
          <p:nvPr/>
        </p:nvSpPr>
        <p:spPr bwMode="auto">
          <a:xfrm rot="0" flipH="0" flipV="0">
            <a:off x="3848625" y="3524249"/>
            <a:ext cx="3564494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0829403" name=""/>
          <p:cNvGrpSpPr/>
          <p:nvPr/>
        </p:nvGrpSpPr>
        <p:grpSpPr bwMode="auto">
          <a:xfrm>
            <a:off x="10176663" y="1050419"/>
            <a:ext cx="1830658" cy="3507918"/>
            <a:chOff x="0" y="0"/>
            <a:chExt cx="1830658" cy="3507918"/>
          </a:xfrm>
        </p:grpSpPr>
        <p:sp>
          <p:nvSpPr>
            <p:cNvPr id="1238002426" name=""/>
            <p:cNvSpPr/>
            <p:nvPr/>
          </p:nvSpPr>
          <p:spPr bwMode="auto">
            <a:xfrm rot="0" flipH="0" flipV="0">
              <a:off x="0" y="0"/>
              <a:ext cx="1830658" cy="2781299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41668577" name=""/>
            <p:cNvSpPr txBox="1"/>
            <p:nvPr/>
          </p:nvSpPr>
          <p:spPr bwMode="auto">
            <a:xfrm rot="0" flipH="0" flipV="0">
              <a:off x="380643" y="3080838"/>
              <a:ext cx="1074003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2200" b="1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RGSS</a:t>
              </a:r>
              <a:endParaRPr sz="2200" b="1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655461926" name=""/>
          <p:cNvSpPr txBox="1"/>
          <p:nvPr/>
        </p:nvSpPr>
        <p:spPr bwMode="auto">
          <a:xfrm rot="0" flipH="0" flipV="0">
            <a:off x="1314450" y="285750"/>
            <a:ext cx="36633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a</a:t>
            </a:r>
            <a:endParaRPr/>
          </a:p>
        </p:txBody>
      </p:sp>
      <p:sp>
        <p:nvSpPr>
          <p:cNvPr id="2140520989" name=""/>
          <p:cNvSpPr txBox="1"/>
          <p:nvPr/>
        </p:nvSpPr>
        <p:spPr bwMode="auto">
          <a:xfrm rot="0" flipH="0" flipV="0">
            <a:off x="10022249" y="4697524"/>
            <a:ext cx="2143899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maybe add RGSS and left/right ABSA overlays ?</a:t>
            </a:r>
            <a:endParaRPr/>
          </a:p>
        </p:txBody>
      </p:sp>
      <p:grpSp>
        <p:nvGrpSpPr>
          <p:cNvPr id="793193433" name=""/>
          <p:cNvGrpSpPr/>
          <p:nvPr/>
        </p:nvGrpSpPr>
        <p:grpSpPr bwMode="auto">
          <a:xfrm>
            <a:off x="533701" y="1182333"/>
            <a:ext cx="8974494" cy="5130362"/>
            <a:chOff x="0" y="0"/>
            <a:chExt cx="8974494" cy="5130362"/>
          </a:xfrm>
        </p:grpSpPr>
        <p:cxnSp>
          <p:nvCxnSpPr>
            <p:cNvPr id="171735632" name=""/>
            <p:cNvCxnSpPr/>
            <p:nvPr/>
          </p:nvCxnSpPr>
          <p:spPr bwMode="auto">
            <a:xfrm rot="0" flipH="0" flipV="0">
              <a:off x="4651347" y="785059"/>
              <a:ext cx="0" cy="3368273"/>
            </a:xfrm>
            <a:prstGeom prst="line">
              <a:avLst/>
            </a:prstGeom>
            <a:ln w="38100" cap="flat" cmpd="sng" algn="ctr">
              <a:solidFill>
                <a:srgbClr val="AEABAB"/>
              </a:solidFill>
              <a:prstDash val="sysDash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9601445" name=""/>
            <p:cNvGrpSpPr/>
            <p:nvPr/>
          </p:nvGrpSpPr>
          <p:grpSpPr bwMode="auto">
            <a:xfrm rot="0" flipH="0" flipV="0">
              <a:off x="447975" y="925017"/>
              <a:ext cx="8418000" cy="2956512"/>
              <a:chOff x="0" y="0"/>
              <a:chExt cx="8418000" cy="2956512"/>
            </a:xfrm>
          </p:grpSpPr>
          <p:grpSp>
            <p:nvGrpSpPr>
              <p:cNvPr id="1832140400" name=""/>
              <p:cNvGrpSpPr/>
              <p:nvPr/>
            </p:nvGrpSpPr>
            <p:grpSpPr bwMode="auto">
              <a:xfrm rot="0" flipH="0" flipV="0">
                <a:off x="2431908" y="366342"/>
                <a:ext cx="3554184" cy="2239562"/>
                <a:chOff x="0" y="0"/>
                <a:chExt cx="3554184" cy="2239562"/>
              </a:xfrm>
            </p:grpSpPr>
            <p:cxnSp>
              <p:nvCxnSpPr>
                <p:cNvPr id="271036248" name=""/>
                <p:cNvCxnSpPr>
                  <a:stCxn id="122862429" idx="6"/>
                </p:cNvCxnSpPr>
                <p:nvPr/>
              </p:nvCxnSpPr>
              <p:spPr bwMode="auto">
                <a:xfrm rot="0" flipH="0" flipV="0">
                  <a:off x="0" y="1119780"/>
                  <a:ext cx="355418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2677817" name=""/>
                <p:cNvCxnSpPr>
                  <a:stCxn id="2018409225" idx="6"/>
                </p:cNvCxnSpPr>
                <p:nvPr/>
              </p:nvCxnSpPr>
              <p:spPr bwMode="auto">
                <a:xfrm rot="0" flipH="0" flipV="0">
                  <a:off x="596619" y="0"/>
                  <a:ext cx="2957564" cy="112764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0847949" name=""/>
                <p:cNvCxnSpPr>
                  <a:stCxn id="122862429" idx="6"/>
                </p:cNvCxnSpPr>
                <p:nvPr/>
              </p:nvCxnSpPr>
              <p:spPr bwMode="auto">
                <a:xfrm rot="0" flipH="0" flipV="0">
                  <a:off x="0" y="1111909"/>
                  <a:ext cx="2957565" cy="112765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5754975" name=""/>
                <p:cNvCxnSpPr>
                  <a:stCxn id="1919588326" idx="6"/>
                </p:cNvCxnSpPr>
                <p:nvPr/>
              </p:nvCxnSpPr>
              <p:spPr bwMode="auto">
                <a:xfrm rot="0" flipH="0" flipV="0">
                  <a:off x="596619" y="2231694"/>
                  <a:ext cx="23609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1207688" name=""/>
                <p:cNvCxnSpPr>
                  <a:stCxn id="2018409225" idx="6"/>
                </p:cNvCxnSpPr>
                <p:nvPr/>
              </p:nvCxnSpPr>
              <p:spPr bwMode="auto">
                <a:xfrm rot="0" flipH="0" flipV="0">
                  <a:off x="596619" y="7866"/>
                  <a:ext cx="236094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1441411" name=""/>
                <p:cNvCxnSpPr>
                  <a:stCxn id="122862429" idx="6"/>
                </p:cNvCxnSpPr>
                <p:nvPr/>
              </p:nvCxnSpPr>
              <p:spPr bwMode="auto">
                <a:xfrm rot="0" flipH="0" flipV="1">
                  <a:off x="0" y="15735"/>
                  <a:ext cx="2957565" cy="1096174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7399265" name=""/>
                <p:cNvCxnSpPr>
                  <a:stCxn id="1919588326" idx="6"/>
                </p:cNvCxnSpPr>
                <p:nvPr/>
              </p:nvCxnSpPr>
              <p:spPr bwMode="auto">
                <a:xfrm rot="0" flipH="0" flipV="1">
                  <a:off x="596619" y="1127646"/>
                  <a:ext cx="2957565" cy="1096175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761111" name=""/>
                <p:cNvCxnSpPr>
                  <a:stCxn id="1919588326" idx="6"/>
                </p:cNvCxnSpPr>
                <p:nvPr/>
              </p:nvCxnSpPr>
              <p:spPr bwMode="auto">
                <a:xfrm rot="0" flipH="0" flipV="1">
                  <a:off x="596619" y="15735"/>
                  <a:ext cx="2360945" cy="2208087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8731498" name=""/>
                <p:cNvCxnSpPr>
                  <a:endCxn id="2018409225" idx="6"/>
                </p:cNvCxnSpPr>
                <p:nvPr/>
              </p:nvCxnSpPr>
              <p:spPr bwMode="auto">
                <a:xfrm rot="10800000" flipH="0" flipV="0">
                  <a:off x="596619" y="0"/>
                  <a:ext cx="2360944" cy="2239563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1339223" name=""/>
              <p:cNvGrpSpPr/>
              <p:nvPr/>
            </p:nvGrpSpPr>
            <p:grpSpPr bwMode="auto">
              <a:xfrm>
                <a:off x="0" y="0"/>
                <a:ext cx="3028527" cy="2956512"/>
                <a:chOff x="0" y="0"/>
                <a:chExt cx="3028527" cy="2956512"/>
              </a:xfrm>
            </p:grpSpPr>
            <p:sp>
              <p:nvSpPr>
                <p:cNvPr id="122862429" name=""/>
                <p:cNvSpPr/>
                <p:nvPr/>
              </p:nvSpPr>
              <p:spPr bwMode="auto">
                <a:xfrm rot="0" flipH="0" flipV="0">
                  <a:off x="1699218" y="1111909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9588326" name=""/>
                <p:cNvSpPr/>
                <p:nvPr/>
              </p:nvSpPr>
              <p:spPr bwMode="auto">
                <a:xfrm rot="0" flipH="0" flipV="0">
                  <a:off x="2295837" y="2223822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18409225" name=""/>
                <p:cNvSpPr/>
                <p:nvPr/>
              </p:nvSpPr>
              <p:spPr bwMode="auto">
                <a:xfrm rot="0" flipH="0" flipV="0">
                  <a:off x="2295837" y="0"/>
                  <a:ext cx="732691" cy="732691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58996933" name=""/>
                <p:cNvSpPr/>
                <p:nvPr/>
              </p:nvSpPr>
              <p:spPr bwMode="auto">
                <a:xfrm rot="0" flipH="0" flipV="0">
                  <a:off x="0" y="1111909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70631970" name=""/>
                <p:cNvSpPr/>
                <p:nvPr/>
              </p:nvSpPr>
              <p:spPr bwMode="auto">
                <a:xfrm rot="0" flipH="0" flipV="0">
                  <a:off x="0" y="2223822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0006502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9033929" name=""/>
                <p:cNvCxnSpPr>
                  <a:stCxn id="130006502" idx="6"/>
                  <a:endCxn id="2018409225" idx="2"/>
                </p:cNvCxnSpPr>
                <p:nvPr/>
              </p:nvCxnSpPr>
              <p:spPr bwMode="auto">
                <a:xfrm rot="0" flipH="0" flipV="0">
                  <a:off x="732690" y="366345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9050927" name=""/>
                <p:cNvCxnSpPr>
                  <a:stCxn id="1658996933" idx="6"/>
                  <a:endCxn id="122862429" idx="2"/>
                </p:cNvCxnSpPr>
                <p:nvPr/>
              </p:nvCxnSpPr>
              <p:spPr bwMode="auto">
                <a:xfrm rot="0" flipH="0" flipV="0">
                  <a:off x="732690" y="1478255"/>
                  <a:ext cx="96652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7237141" name=""/>
                <p:cNvCxnSpPr>
                  <a:stCxn id="970631970" idx="6"/>
                  <a:endCxn id="1919588326" idx="2"/>
                </p:cNvCxnSpPr>
                <p:nvPr/>
              </p:nvCxnSpPr>
              <p:spPr bwMode="auto">
                <a:xfrm rot="0" flipH="0" flipV="0">
                  <a:off x="732690" y="2590168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03265787" name=""/>
              <p:cNvGrpSpPr/>
              <p:nvPr/>
            </p:nvGrpSpPr>
            <p:grpSpPr bwMode="auto">
              <a:xfrm rot="10800000">
                <a:off x="5389472" y="0"/>
                <a:ext cx="3028527" cy="2956512"/>
                <a:chOff x="0" y="0"/>
                <a:chExt cx="3028527" cy="2956512"/>
              </a:xfrm>
            </p:grpSpPr>
            <p:sp>
              <p:nvSpPr>
                <p:cNvPr id="651235210" name=""/>
                <p:cNvSpPr/>
                <p:nvPr/>
              </p:nvSpPr>
              <p:spPr bwMode="auto">
                <a:xfrm rot="0" flipH="0" flipV="0">
                  <a:off x="1699218" y="1111908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3503347" name=""/>
                <p:cNvSpPr/>
                <p:nvPr/>
              </p:nvSpPr>
              <p:spPr bwMode="auto">
                <a:xfrm rot="0" flipH="0" flipV="0">
                  <a:off x="2295837" y="2223822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13882663" name=""/>
                <p:cNvSpPr/>
                <p:nvPr/>
              </p:nvSpPr>
              <p:spPr bwMode="auto">
                <a:xfrm rot="0" flipH="0" flipV="0">
                  <a:off x="2295837" y="0"/>
                  <a:ext cx="732691" cy="732691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9079047" name=""/>
                <p:cNvSpPr/>
                <p:nvPr/>
              </p:nvSpPr>
              <p:spPr bwMode="auto">
                <a:xfrm rot="0" flipH="0" flipV="0">
                  <a:off x="0" y="1111908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2864861" name=""/>
                <p:cNvSpPr/>
                <p:nvPr/>
              </p:nvSpPr>
              <p:spPr bwMode="auto">
                <a:xfrm rot="0" flipH="0" flipV="0">
                  <a:off x="0" y="2223822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8459060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11992285" name=""/>
                <p:cNvCxnSpPr/>
                <p:nvPr/>
              </p:nvCxnSpPr>
              <p:spPr bwMode="auto">
                <a:xfrm rot="0" flipH="0" flipV="0">
                  <a:off x="732690" y="366345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6756829" name=""/>
                <p:cNvCxnSpPr/>
                <p:nvPr/>
              </p:nvCxnSpPr>
              <p:spPr bwMode="auto">
                <a:xfrm rot="0" flipH="0" flipV="0">
                  <a:off x="732690" y="1478254"/>
                  <a:ext cx="96652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5198985" name=""/>
                <p:cNvCxnSpPr/>
                <p:nvPr/>
              </p:nvCxnSpPr>
              <p:spPr bwMode="auto">
                <a:xfrm rot="0" flipH="0" flipV="0">
                  <a:off x="732690" y="2590166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87642148" name=""/>
            <p:cNvSpPr txBox="1"/>
            <p:nvPr/>
          </p:nvSpPr>
          <p:spPr bwMode="auto">
            <a:xfrm rot="5400000" flipH="0" flipV="0">
              <a:off x="1559192" y="2704421"/>
              <a:ext cx="66652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338487842" name=""/>
            <p:cNvSpPr txBox="1"/>
            <p:nvPr/>
          </p:nvSpPr>
          <p:spPr bwMode="auto">
            <a:xfrm rot="5400000" flipH="0" flipV="0">
              <a:off x="7422296" y="2704421"/>
              <a:ext cx="66724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grpSp>
          <p:nvGrpSpPr>
            <p:cNvPr id="1089548756" name=""/>
            <p:cNvGrpSpPr/>
            <p:nvPr/>
          </p:nvGrpSpPr>
          <p:grpSpPr bwMode="auto">
            <a:xfrm>
              <a:off x="0" y="0"/>
              <a:ext cx="8974494" cy="5130362"/>
              <a:chOff x="0" y="0"/>
              <a:chExt cx="8974494" cy="5130362"/>
            </a:xfrm>
          </p:grpSpPr>
          <p:sp>
            <p:nvSpPr>
              <p:cNvPr id="23164819" name=""/>
              <p:cNvSpPr/>
              <p:nvPr/>
            </p:nvSpPr>
            <p:spPr bwMode="auto">
              <a:xfrm rot="16199998" flipH="0" flipV="0">
                <a:off x="1877060" y="2529882"/>
                <a:ext cx="220572" cy="3246901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356673696" name=""/>
              <p:cNvSpPr/>
              <p:nvPr/>
            </p:nvSpPr>
            <p:spPr bwMode="auto">
              <a:xfrm rot="16199998" flipH="0" flipV="0">
                <a:off x="7270533" y="2559658"/>
                <a:ext cx="220572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872217022" name=""/>
              <p:cNvSpPr txBox="1"/>
              <p:nvPr/>
            </p:nvSpPr>
            <p:spPr bwMode="auto">
              <a:xfrm rot="0" flipH="0" flipV="0">
                <a:off x="6206517" y="4367466"/>
                <a:ext cx="2365013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200" b="0" i="0">
                  <a:latin typeface="CMU Serif"/>
                  <a:cs typeface="CMU Serif"/>
                </a:endParaRPr>
              </a:p>
            </p:txBody>
          </p:sp>
          <p:sp>
            <p:nvSpPr>
              <p:cNvPr id="825445610" name=""/>
              <p:cNvSpPr txBox="1"/>
              <p:nvPr/>
            </p:nvSpPr>
            <p:spPr bwMode="auto">
              <a:xfrm rot="0" flipH="0" flipV="0">
                <a:off x="796314" y="4367466"/>
                <a:ext cx="2370413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200" b="0" i="0">
                  <a:latin typeface="CMU Serif"/>
                  <a:cs typeface="CMU Serif"/>
                </a:endParaRPr>
              </a:p>
            </p:txBody>
          </p:sp>
          <p:sp>
            <p:nvSpPr>
              <p:cNvPr id="1085586126" name=""/>
              <p:cNvSpPr txBox="1"/>
              <p:nvPr/>
            </p:nvSpPr>
            <p:spPr bwMode="auto">
              <a:xfrm rot="0" flipH="0" flipV="0">
                <a:off x="2307566" y="0"/>
                <a:ext cx="1456800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2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2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91919379" name=""/>
              <p:cNvSpPr txBox="1"/>
              <p:nvPr/>
            </p:nvSpPr>
            <p:spPr bwMode="auto">
              <a:xfrm rot="0" flipH="0" flipV="0">
                <a:off x="0" y="22699"/>
                <a:ext cx="1458241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2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2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8144386" name=""/>
          <p:cNvGrpSpPr/>
          <p:nvPr/>
        </p:nvGrpSpPr>
        <p:grpSpPr bwMode="auto">
          <a:xfrm>
            <a:off x="177687" y="4413918"/>
            <a:ext cx="11844783" cy="1666873"/>
            <a:chOff x="0" y="0"/>
            <a:chExt cx="11844783" cy="1666873"/>
          </a:xfrm>
        </p:grpSpPr>
        <p:sp>
          <p:nvSpPr>
            <p:cNvPr id="552344691" name=""/>
            <p:cNvSpPr/>
            <p:nvPr/>
          </p:nvSpPr>
          <p:spPr bwMode="auto">
            <a:xfrm rot="0" flipH="0" flipV="0">
              <a:off x="943590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39272639" name=""/>
            <p:cNvSpPr/>
            <p:nvPr/>
          </p:nvSpPr>
          <p:spPr bwMode="auto">
            <a:xfrm rot="0" flipH="0" flipV="0">
              <a:off x="3795538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9272295" name=""/>
            <p:cNvSpPr/>
            <p:nvPr/>
          </p:nvSpPr>
          <p:spPr bwMode="auto">
            <a:xfrm rot="0" flipH="0" flipV="0">
              <a:off x="4594842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470814431" name=""/>
            <p:cNvSpPr/>
            <p:nvPr/>
          </p:nvSpPr>
          <p:spPr bwMode="auto">
            <a:xfrm rot="0" flipH="0" flipV="0">
              <a:off x="7446787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31609435" name=""/>
            <p:cNvSpPr/>
            <p:nvPr/>
          </p:nvSpPr>
          <p:spPr bwMode="auto">
            <a:xfrm rot="0" flipH="0" flipV="0">
              <a:off x="826550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98564407" name=""/>
            <p:cNvSpPr/>
            <p:nvPr/>
          </p:nvSpPr>
          <p:spPr bwMode="auto">
            <a:xfrm rot="0" flipH="0" flipV="0">
              <a:off x="11092296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562204794" name=""/>
            <p:cNvSpPr/>
            <p:nvPr/>
          </p:nvSpPr>
          <p:spPr bwMode="auto">
            <a:xfrm rot="0" flipH="0" flipV="0">
              <a:off x="0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cxnSp>
          <p:nvCxnSpPr>
            <p:cNvPr id="117457043" name=""/>
            <p:cNvCxnSpPr/>
            <p:nvPr/>
          </p:nvCxnSpPr>
          <p:spPr bwMode="auto">
            <a:xfrm rot="10800000" flipH="0" flipV="1">
              <a:off x="3550917" y="311045"/>
              <a:ext cx="1125126" cy="105228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876984" name=""/>
            <p:cNvCxnSpPr/>
            <p:nvPr/>
          </p:nvCxnSpPr>
          <p:spPr bwMode="auto">
            <a:xfrm rot="0" flipH="1" flipV="1">
              <a:off x="4676046" y="311045"/>
              <a:ext cx="2531545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940900" name=""/>
            <p:cNvCxnSpPr/>
            <p:nvPr/>
          </p:nvCxnSpPr>
          <p:spPr bwMode="auto">
            <a:xfrm rot="0" flipH="1" flipV="0">
              <a:off x="998807" y="1370827"/>
              <a:ext cx="2552108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3841268" name=""/>
            <p:cNvCxnSpPr/>
            <p:nvPr/>
          </p:nvCxnSpPr>
          <p:spPr bwMode="auto">
            <a:xfrm rot="10800000" flipH="0" flipV="0">
              <a:off x="431992" y="964386"/>
              <a:ext cx="587374" cy="406436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2612289" name=""/>
            <p:cNvSpPr/>
            <p:nvPr/>
          </p:nvSpPr>
          <p:spPr bwMode="auto">
            <a:xfrm rot="10800000" flipH="0" flipV="0">
              <a:off x="133958" y="666353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7700975" name=""/>
            <p:cNvSpPr/>
            <p:nvPr/>
          </p:nvSpPr>
          <p:spPr bwMode="auto">
            <a:xfrm rot="0" flipH="0" flipV="0">
              <a:off x="11400513" y="666351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704247596" name=""/>
            <p:cNvCxnSpPr/>
            <p:nvPr/>
          </p:nvCxnSpPr>
          <p:spPr bwMode="auto">
            <a:xfrm rot="0" flipH="0" flipV="0">
              <a:off x="7207594" y="311046"/>
              <a:ext cx="1409450" cy="53739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3652035" name=""/>
            <p:cNvCxnSpPr/>
            <p:nvPr/>
          </p:nvCxnSpPr>
          <p:spPr bwMode="auto">
            <a:xfrm rot="10800000" flipH="0" flipV="1">
              <a:off x="8617046" y="840935"/>
              <a:ext cx="2783466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2557225" name=""/>
          <p:cNvSpPr txBox="1"/>
          <p:nvPr/>
        </p:nvSpPr>
        <p:spPr bwMode="auto">
          <a:xfrm rot="0" flipH="0" flipV="0">
            <a:off x="0" y="0"/>
            <a:ext cx="114941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b ;		for step 2 decide between this version or the one next slide without the path</a:t>
            </a:r>
            <a:endParaRPr/>
          </a:p>
        </p:txBody>
      </p:sp>
      <p:grpSp>
        <p:nvGrpSpPr>
          <p:cNvPr id="628693984" name=""/>
          <p:cNvGrpSpPr/>
          <p:nvPr/>
        </p:nvGrpSpPr>
        <p:grpSpPr bwMode="auto">
          <a:xfrm>
            <a:off x="86922" y="301467"/>
            <a:ext cx="12026313" cy="2150502"/>
            <a:chOff x="0" y="0"/>
            <a:chExt cx="12026313" cy="2150502"/>
          </a:xfrm>
        </p:grpSpPr>
        <p:grpSp>
          <p:nvGrpSpPr>
            <p:cNvPr id="986737881" name=""/>
            <p:cNvGrpSpPr/>
            <p:nvPr/>
          </p:nvGrpSpPr>
          <p:grpSpPr bwMode="auto">
            <a:xfrm>
              <a:off x="0" y="0"/>
              <a:ext cx="12026313" cy="2150503"/>
              <a:chOff x="0" y="0"/>
              <a:chExt cx="12026313" cy="2150503"/>
            </a:xfrm>
          </p:grpSpPr>
          <p:grpSp>
            <p:nvGrpSpPr>
              <p:cNvPr id="1594550274" name=""/>
              <p:cNvGrpSpPr/>
              <p:nvPr/>
            </p:nvGrpSpPr>
            <p:grpSpPr bwMode="auto">
              <a:xfrm>
                <a:off x="0" y="0"/>
                <a:ext cx="12026313" cy="2150503"/>
                <a:chOff x="0" y="0"/>
                <a:chExt cx="12026313" cy="2150503"/>
              </a:xfrm>
            </p:grpSpPr>
            <p:grpSp>
              <p:nvGrpSpPr>
                <p:cNvPr id="885108512" name=""/>
                <p:cNvGrpSpPr/>
                <p:nvPr/>
              </p:nvGrpSpPr>
              <p:grpSpPr bwMode="auto">
                <a:xfrm>
                  <a:off x="0" y="0"/>
                  <a:ext cx="939933" cy="2150503"/>
                  <a:chOff x="0" y="0"/>
                  <a:chExt cx="939933" cy="2150503"/>
                </a:xfrm>
              </p:grpSpPr>
              <p:sp>
                <p:nvSpPr>
                  <p:cNvPr id="1855299528" name=""/>
                  <p:cNvSpPr/>
                  <p:nvPr/>
                </p:nvSpPr>
                <p:spPr bwMode="auto">
                  <a:xfrm rot="0" flipH="0" flipV="0">
                    <a:off x="93723" y="483630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845397812" name=""/>
                  <p:cNvSpPr txBox="1"/>
                  <p:nvPr/>
                </p:nvSpPr>
                <p:spPr bwMode="auto">
                  <a:xfrm rot="0" flipH="0" flipV="0">
                    <a:off x="0" y="0"/>
                    <a:ext cx="93993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Alice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994618806" name=""/>
                <p:cNvGrpSpPr/>
                <p:nvPr/>
              </p:nvGrpSpPr>
              <p:grpSpPr bwMode="auto">
                <a:xfrm>
                  <a:off x="1037315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912398093" name=""/>
                  <p:cNvSpPr/>
                  <p:nvPr/>
                </p:nvSpPr>
                <p:spPr bwMode="auto">
                  <a:xfrm rot="0" flipH="0" flipV="0">
                    <a:off x="0" y="483630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59679258" name=""/>
                  <p:cNvSpPr txBox="1"/>
                  <p:nvPr/>
                </p:nvSpPr>
                <p:spPr bwMode="auto">
                  <a:xfrm rot="0" flipH="0" flipV="0">
                    <a:off x="803857" y="0"/>
                    <a:ext cx="1079927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79917014" name=""/>
                <p:cNvGrpSpPr/>
                <p:nvPr/>
              </p:nvGrpSpPr>
              <p:grpSpPr bwMode="auto">
                <a:xfrm>
                  <a:off x="3688989" y="0"/>
                  <a:ext cx="1073644" cy="2150503"/>
                  <a:chOff x="0" y="0"/>
                  <a:chExt cx="1073644" cy="2150503"/>
                </a:xfrm>
              </p:grpSpPr>
              <p:sp>
                <p:nvSpPr>
                  <p:cNvPr id="1913025194" name=""/>
                  <p:cNvSpPr/>
                  <p:nvPr/>
                </p:nvSpPr>
                <p:spPr bwMode="auto">
                  <a:xfrm rot="0" flipH="0" flipV="0">
                    <a:off x="200271" y="483630"/>
                    <a:ext cx="634999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75075814" name=""/>
                  <p:cNvSpPr txBox="1"/>
                  <p:nvPr/>
                </p:nvSpPr>
                <p:spPr bwMode="auto">
                  <a:xfrm rot="0" flipH="0" flipV="0">
                    <a:off x="0" y="0"/>
                    <a:ext cx="1073644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254402145" name=""/>
                <p:cNvGrpSpPr/>
                <p:nvPr/>
              </p:nvGrpSpPr>
              <p:grpSpPr bwMode="auto">
                <a:xfrm>
                  <a:off x="11163299" y="0"/>
                  <a:ext cx="863013" cy="2150503"/>
                  <a:chOff x="0" y="0"/>
                  <a:chExt cx="863013" cy="2150503"/>
                </a:xfrm>
              </p:grpSpPr>
              <p:sp>
                <p:nvSpPr>
                  <p:cNvPr id="2019635360" name=""/>
                  <p:cNvSpPr/>
                  <p:nvPr/>
                </p:nvSpPr>
                <p:spPr bwMode="auto">
                  <a:xfrm rot="0" flipH="0" flipV="0">
                    <a:off x="22720" y="483630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501713874" name=""/>
                  <p:cNvSpPr txBox="1"/>
                  <p:nvPr/>
                </p:nvSpPr>
                <p:spPr bwMode="auto">
                  <a:xfrm rot="0" flipH="0" flipV="0">
                    <a:off x="0" y="0"/>
                    <a:ext cx="86301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Bob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2085909733" name=""/>
                <p:cNvGrpSpPr/>
                <p:nvPr/>
              </p:nvGrpSpPr>
              <p:grpSpPr bwMode="auto">
                <a:xfrm>
                  <a:off x="4688566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210082490" name=""/>
                  <p:cNvSpPr/>
                  <p:nvPr/>
                </p:nvSpPr>
                <p:spPr bwMode="auto">
                  <a:xfrm rot="0" flipH="0" flipV="0">
                    <a:off x="0" y="483629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0989375" name=""/>
                  <p:cNvSpPr txBox="1"/>
                  <p:nvPr/>
                </p:nvSpPr>
                <p:spPr bwMode="auto">
                  <a:xfrm rot="0" flipH="0" flipV="0">
                    <a:off x="803856" y="0"/>
                    <a:ext cx="1080286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529669363" name=""/>
                <p:cNvGrpSpPr/>
                <p:nvPr/>
              </p:nvGrpSpPr>
              <p:grpSpPr bwMode="auto">
                <a:xfrm>
                  <a:off x="7340240" y="0"/>
                  <a:ext cx="1074003" cy="2150503"/>
                  <a:chOff x="0" y="0"/>
                  <a:chExt cx="1074003" cy="2150503"/>
                </a:xfrm>
              </p:grpSpPr>
              <p:sp>
                <p:nvSpPr>
                  <p:cNvPr id="214688163" name=""/>
                  <p:cNvSpPr/>
                  <p:nvPr/>
                </p:nvSpPr>
                <p:spPr bwMode="auto">
                  <a:xfrm rot="0" flipH="0" flipV="0">
                    <a:off x="200271" y="483629"/>
                    <a:ext cx="634998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75336918" name=""/>
                  <p:cNvSpPr txBox="1"/>
                  <p:nvPr/>
                </p:nvSpPr>
                <p:spPr bwMode="auto">
                  <a:xfrm rot="0" flipH="0" flipV="0">
                    <a:off x="0" y="0"/>
                    <a:ext cx="107400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640173159" name=""/>
                <p:cNvGrpSpPr/>
                <p:nvPr/>
              </p:nvGrpSpPr>
              <p:grpSpPr bwMode="auto">
                <a:xfrm>
                  <a:off x="8359225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1470858541" name=""/>
                  <p:cNvSpPr/>
                  <p:nvPr/>
                </p:nvSpPr>
                <p:spPr bwMode="auto">
                  <a:xfrm rot="0" flipH="0" flipV="0">
                    <a:off x="0" y="483629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67887108" name=""/>
                  <p:cNvSpPr txBox="1"/>
                  <p:nvPr/>
                </p:nvSpPr>
                <p:spPr bwMode="auto">
                  <a:xfrm rot="0" flipH="0" flipV="0">
                    <a:off x="803856" y="0"/>
                    <a:ext cx="1080646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</p:grpSp>
          <p:grpSp>
            <p:nvGrpSpPr>
              <p:cNvPr id="1827653522" name=""/>
              <p:cNvGrpSpPr/>
              <p:nvPr/>
            </p:nvGrpSpPr>
            <p:grpSpPr bwMode="auto">
              <a:xfrm rot="0" flipH="0" flipV="0">
                <a:off x="227684" y="612306"/>
                <a:ext cx="11615722" cy="1408950"/>
                <a:chOff x="0" y="0"/>
                <a:chExt cx="11615722" cy="1408950"/>
              </a:xfrm>
            </p:grpSpPr>
            <p:grpSp>
              <p:nvGrpSpPr>
                <p:cNvPr id="2118267672" name=""/>
                <p:cNvGrpSpPr/>
                <p:nvPr/>
              </p:nvGrpSpPr>
              <p:grpSpPr bwMode="auto">
                <a:xfrm>
                  <a:off x="2248855" y="0"/>
                  <a:ext cx="3461333" cy="1408950"/>
                  <a:chOff x="0" y="0"/>
                  <a:chExt cx="3461333" cy="1408950"/>
                </a:xfrm>
              </p:grpSpPr>
              <p:grpSp>
                <p:nvGrpSpPr>
                  <p:cNvPr id="1673565893" name=""/>
                  <p:cNvGrpSpPr/>
                  <p:nvPr/>
                </p:nvGrpSpPr>
                <p:grpSpPr bwMode="auto">
                  <a:xfrm rot="10800000" flipH="0" flipV="0">
                    <a:off x="883779" y="167083"/>
                    <a:ext cx="1693775" cy="1067281"/>
                    <a:chOff x="0" y="0"/>
                    <a:chExt cx="1693774" cy="1067280"/>
                  </a:xfrm>
                </p:grpSpPr>
                <p:cxnSp>
                  <p:nvCxnSpPr>
                    <p:cNvPr id="1897947951" name=""/>
                    <p:cNvCxnSpPr/>
                    <p:nvPr/>
                  </p:nvCxnSpPr>
                  <p:spPr bwMode="auto">
                    <a:xfrm rot="0" flipH="0" flipV="0">
                      <a:off x="0" y="533639"/>
                      <a:ext cx="1693775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83427252" name=""/>
                    <p:cNvCxnSpPr/>
                    <p:nvPr/>
                  </p:nvCxnSpPr>
                  <p:spPr bwMode="auto">
                    <a:xfrm rot="0" flipH="0" flipV="0">
                      <a:off x="284323" y="0"/>
                      <a:ext cx="1409451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87620188" name=""/>
                    <p:cNvCxnSpPr/>
                    <p:nvPr/>
                  </p:nvCxnSpPr>
                  <p:spPr bwMode="auto">
                    <a:xfrm rot="0" flipH="0" flipV="0">
                      <a:off x="0" y="529889"/>
                      <a:ext cx="1409451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8030881" name=""/>
                    <p:cNvCxnSpPr/>
                    <p:nvPr/>
                  </p:nvCxnSpPr>
                  <p:spPr bwMode="auto">
                    <a:xfrm rot="0" flipH="0" flipV="0">
                      <a:off x="284323" y="1063531"/>
                      <a:ext cx="112512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02040422" name=""/>
                    <p:cNvCxnSpPr/>
                    <p:nvPr/>
                  </p:nvCxnSpPr>
                  <p:spPr bwMode="auto">
                    <a:xfrm rot="0" flipH="0" flipV="0">
                      <a:off x="284323" y="3749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0185853" name=""/>
                    <p:cNvCxnSpPr/>
                    <p:nvPr/>
                  </p:nvCxnSpPr>
                  <p:spPr bwMode="auto">
                    <a:xfrm rot="0" flipH="0" flipV="1">
                      <a:off x="0" y="7499"/>
                      <a:ext cx="1409451" cy="52238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8696846" name=""/>
                    <p:cNvCxnSpPr/>
                    <p:nvPr/>
                  </p:nvCxnSpPr>
                  <p:spPr bwMode="auto">
                    <a:xfrm rot="0" flipH="0" flipV="1">
                      <a:off x="284323" y="537390"/>
                      <a:ext cx="1409451" cy="522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62083919" name=""/>
                    <p:cNvCxnSpPr/>
                    <p:nvPr/>
                  </p:nvCxnSpPr>
                  <p:spPr bwMode="auto">
                    <a:xfrm rot="0" flipH="0" flipV="1">
                      <a:off x="284323" y="7499"/>
                      <a:ext cx="1125127" cy="10522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245092" name=""/>
                    <p:cNvCxnSpPr/>
                    <p:nvPr/>
                  </p:nvCxnSpPr>
                  <p:spPr bwMode="auto">
                    <a:xfrm rot="10800000" flipH="0" flipV="0">
                      <a:off x="284323" y="0"/>
                      <a:ext cx="1125126" cy="10672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72244283" name=""/>
                  <p:cNvSpPr/>
                  <p:nvPr/>
                </p:nvSpPr>
                <p:spPr bwMode="auto">
                  <a:xfrm rot="10800000" flipH="0" flipV="0">
                    <a:off x="2577556" y="52989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34570138" name=""/>
                  <p:cNvSpPr/>
                  <p:nvPr/>
                </p:nvSpPr>
                <p:spPr bwMode="auto">
                  <a:xfrm rot="10800000" flipH="0" flipV="0">
                    <a:off x="2293231" y="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12410755" name=""/>
                  <p:cNvSpPr/>
                  <p:nvPr/>
                </p:nvSpPr>
                <p:spPr bwMode="auto">
                  <a:xfrm rot="10800000" flipH="0" flipV="0">
                    <a:off x="2293230" y="1059780"/>
                    <a:ext cx="349169" cy="349169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39218659" name=""/>
                  <p:cNvCxnSpPr/>
                  <p:nvPr/>
                </p:nvCxnSpPr>
                <p:spPr bwMode="auto">
                  <a:xfrm rot="0" flipH="0" flipV="0">
                    <a:off x="349168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31439761" name=""/>
                  <p:cNvSpPr/>
                  <p:nvPr/>
                </p:nvSpPr>
                <p:spPr bwMode="auto">
                  <a:xfrm rot="0" flipH="0" flipV="0">
                    <a:off x="534609" y="52989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64243948" name=""/>
                  <p:cNvSpPr/>
                  <p:nvPr/>
                </p:nvSpPr>
                <p:spPr bwMode="auto">
                  <a:xfrm rot="0" flipH="0" flipV="0">
                    <a:off x="818933" y="1059781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24797811" name=""/>
                  <p:cNvSpPr/>
                  <p:nvPr/>
                </p:nvSpPr>
                <p:spPr bwMode="auto">
                  <a:xfrm rot="0" flipH="0" flipV="0">
                    <a:off x="818932" y="0"/>
                    <a:ext cx="349169" cy="349169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62015949" name=""/>
                  <p:cNvSpPr/>
                  <p:nvPr/>
                </p:nvSpPr>
                <p:spPr bwMode="auto">
                  <a:xfrm rot="0" flipH="0" flipV="0">
                    <a:off x="0" y="52989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53114699" name=""/>
                  <p:cNvSpPr/>
                  <p:nvPr/>
                </p:nvSpPr>
                <p:spPr bwMode="auto">
                  <a:xfrm rot="0" flipH="0" flipV="0">
                    <a:off x="0" y="105978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961703288" name=""/>
                  <p:cNvCxnSpPr/>
                  <p:nvPr/>
                </p:nvCxnSpPr>
                <p:spPr bwMode="auto">
                  <a:xfrm rot="0" flipH="0" flipV="0">
                    <a:off x="349167" y="704474"/>
                    <a:ext cx="185439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0417326" name=""/>
                  <p:cNvCxnSpPr/>
                  <p:nvPr/>
                </p:nvCxnSpPr>
                <p:spPr bwMode="auto">
                  <a:xfrm rot="0" flipH="0" flipV="1">
                    <a:off x="349168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58854352" name=""/>
                  <p:cNvSpPr/>
                  <p:nvPr/>
                </p:nvSpPr>
                <p:spPr bwMode="auto">
                  <a:xfrm rot="10800000" flipH="0" flipV="0">
                    <a:off x="3112165" y="52989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88558931" name=""/>
                  <p:cNvSpPr/>
                  <p:nvPr/>
                </p:nvSpPr>
                <p:spPr bwMode="auto">
                  <a:xfrm rot="0" flipH="0" flipV="0">
                    <a:off x="0" y="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6726150" name=""/>
                  <p:cNvSpPr/>
                  <p:nvPr/>
                </p:nvSpPr>
                <p:spPr bwMode="auto">
                  <a:xfrm rot="10800000" flipH="0" flipV="0">
                    <a:off x="3112165" y="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7324892" name=""/>
                  <p:cNvSpPr/>
                  <p:nvPr/>
                </p:nvSpPr>
                <p:spPr bwMode="auto">
                  <a:xfrm rot="10800000" flipH="0" flipV="0">
                    <a:off x="3112165" y="105978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0128701" name=""/>
                  <p:cNvCxnSpPr/>
                  <p:nvPr/>
                </p:nvCxnSpPr>
                <p:spPr bwMode="auto">
                  <a:xfrm rot="10800000" flipH="0" flipV="0">
                    <a:off x="2642400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7861373" name=""/>
                  <p:cNvCxnSpPr/>
                  <p:nvPr/>
                </p:nvCxnSpPr>
                <p:spPr bwMode="auto">
                  <a:xfrm rot="10800000" flipH="0" flipV="0">
                    <a:off x="2926726" y="704475"/>
                    <a:ext cx="185439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8460840" name=""/>
                  <p:cNvCxnSpPr/>
                  <p:nvPr/>
                </p:nvCxnSpPr>
                <p:spPr bwMode="auto">
                  <a:xfrm rot="10800000" flipH="0" flipV="1">
                    <a:off x="2642400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6513874" name=""/>
                <p:cNvGrpSpPr/>
                <p:nvPr/>
              </p:nvGrpSpPr>
              <p:grpSpPr bwMode="auto">
                <a:xfrm>
                  <a:off x="0" y="0"/>
                  <a:ext cx="2053512" cy="1408950"/>
                  <a:chOff x="0" y="0"/>
                  <a:chExt cx="2053512" cy="1408950"/>
                </a:xfrm>
              </p:grpSpPr>
              <p:cxnSp>
                <p:nvCxnSpPr>
                  <p:cNvPr id="69693197" name=""/>
                  <p:cNvCxnSpPr/>
                  <p:nvPr/>
                </p:nvCxnSpPr>
                <p:spPr bwMode="auto">
                  <a:xfrm rot="10800000" flipH="0" flipV="0">
                    <a:off x="1234579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60602225" name=""/>
                  <p:cNvSpPr/>
                  <p:nvPr/>
                </p:nvSpPr>
                <p:spPr bwMode="auto">
                  <a:xfrm rot="10800000" flipH="0" flipV="0">
                    <a:off x="885411" y="52989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15815395" name=""/>
                  <p:cNvSpPr/>
                  <p:nvPr/>
                </p:nvSpPr>
                <p:spPr bwMode="auto">
                  <a:xfrm rot="10800000" flipH="0" flipV="0">
                    <a:off x="885410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43108338" name=""/>
                  <p:cNvSpPr/>
                  <p:nvPr/>
                </p:nvSpPr>
                <p:spPr bwMode="auto">
                  <a:xfrm rot="10800000" flipH="0" flipV="0">
                    <a:off x="885409" y="105978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18767202" name=""/>
                  <p:cNvSpPr/>
                  <p:nvPr/>
                </p:nvSpPr>
                <p:spPr bwMode="auto">
                  <a:xfrm rot="10800000" flipH="0" flipV="0">
                    <a:off x="1704344" y="52989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71374763" name=""/>
                  <p:cNvSpPr/>
                  <p:nvPr/>
                </p:nvSpPr>
                <p:spPr bwMode="auto">
                  <a:xfrm rot="10800000" flipH="0" flipV="0">
                    <a:off x="170434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073403957" name=""/>
                  <p:cNvCxnSpPr>
                    <a:stCxn id="1718767202" idx="6"/>
                    <a:endCxn id="660602225" idx="2"/>
                  </p:cNvCxnSpPr>
                  <p:nvPr/>
                </p:nvCxnSpPr>
                <p:spPr bwMode="auto">
                  <a:xfrm rot="10800000" flipH="0" flipV="0">
                    <a:off x="1234579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89776652" name=""/>
                  <p:cNvCxnSpPr/>
                  <p:nvPr/>
                </p:nvCxnSpPr>
                <p:spPr bwMode="auto">
                  <a:xfrm rot="10800000" flipH="0" flipV="1">
                    <a:off x="1234579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4003838" name=""/>
                  <p:cNvCxnSpPr>
                    <a:stCxn id="1443108338" idx="6"/>
                    <a:endCxn id="756193033" idx="1"/>
                  </p:cNvCxnSpPr>
                  <p:nvPr/>
                </p:nvCxnSpPr>
                <p:spPr bwMode="auto">
                  <a:xfrm rot="10800000" flipH="0" flipV="0">
                    <a:off x="298033" y="827924"/>
                    <a:ext cx="587376" cy="40643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04737823" name=""/>
                  <p:cNvSpPr/>
                  <p:nvPr/>
                </p:nvSpPr>
                <p:spPr bwMode="auto">
                  <a:xfrm rot="10800000" flipH="0" flipV="0">
                    <a:off x="1704344" y="105978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629924769" name=""/>
                  <p:cNvCxnSpPr>
                    <a:stCxn id="660602225" idx="6"/>
                    <a:endCxn id="756193033" idx="2"/>
                  </p:cNvCxnSpPr>
                  <p:nvPr/>
                </p:nvCxnSpPr>
                <p:spPr bwMode="auto">
                  <a:xfrm rot="10800000" flipH="0" flipV="1">
                    <a:off x="349167" y="704475"/>
                    <a:ext cx="536243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8729069" name=""/>
                  <p:cNvCxnSpPr/>
                  <p:nvPr/>
                </p:nvCxnSpPr>
                <p:spPr bwMode="auto">
                  <a:xfrm rot="10800000" flipH="0" flipV="1">
                    <a:off x="298034" y="174583"/>
                    <a:ext cx="587377" cy="406442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56193033" name=""/>
                  <p:cNvSpPr/>
                  <p:nvPr/>
                </p:nvSpPr>
                <p:spPr bwMode="auto">
                  <a:xfrm rot="10800000" flipH="0" flipV="0">
                    <a:off x="0" y="529891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259686734" name=""/>
                <p:cNvGrpSpPr/>
                <p:nvPr/>
              </p:nvGrpSpPr>
              <p:grpSpPr bwMode="auto">
                <a:xfrm rot="10800000">
                  <a:off x="9562209" y="0"/>
                  <a:ext cx="2053512" cy="1408950"/>
                  <a:chOff x="0" y="0"/>
                  <a:chExt cx="2053512" cy="1408950"/>
                </a:xfrm>
              </p:grpSpPr>
              <p:cxnSp>
                <p:nvCxnSpPr>
                  <p:cNvPr id="593307257" name=""/>
                  <p:cNvCxnSpPr/>
                  <p:nvPr/>
                </p:nvCxnSpPr>
                <p:spPr bwMode="auto">
                  <a:xfrm rot="10800000" flipH="0" flipV="0">
                    <a:off x="1234579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60222690" name=""/>
                  <p:cNvSpPr/>
                  <p:nvPr/>
                </p:nvSpPr>
                <p:spPr bwMode="auto">
                  <a:xfrm rot="10800000" flipH="0" flipV="0">
                    <a:off x="885411" y="52989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31957039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92409233" name=""/>
                  <p:cNvSpPr/>
                  <p:nvPr/>
                </p:nvSpPr>
                <p:spPr bwMode="auto">
                  <a:xfrm rot="10800000" flipH="0" flipV="0">
                    <a:off x="885409" y="105978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02800300" name=""/>
                  <p:cNvSpPr/>
                  <p:nvPr/>
                </p:nvSpPr>
                <p:spPr bwMode="auto">
                  <a:xfrm rot="10800000" flipH="0" flipV="0">
                    <a:off x="1704344" y="52989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9077704" name=""/>
                  <p:cNvSpPr/>
                  <p:nvPr/>
                </p:nvSpPr>
                <p:spPr bwMode="auto">
                  <a:xfrm rot="10800000" flipH="0" flipV="0">
                    <a:off x="170434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013156967" name=""/>
                  <p:cNvCxnSpPr/>
                  <p:nvPr/>
                </p:nvCxnSpPr>
                <p:spPr bwMode="auto">
                  <a:xfrm rot="10800000" flipH="0" flipV="0">
                    <a:off x="1234579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6772376" name=""/>
                  <p:cNvCxnSpPr/>
                  <p:nvPr/>
                </p:nvCxnSpPr>
                <p:spPr bwMode="auto">
                  <a:xfrm rot="10800000" flipH="0" flipV="1">
                    <a:off x="1234579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7659624" name=""/>
                  <p:cNvCxnSpPr/>
                  <p:nvPr/>
                </p:nvCxnSpPr>
                <p:spPr bwMode="auto">
                  <a:xfrm rot="10800000" flipH="0" flipV="0">
                    <a:off x="298032" y="827924"/>
                    <a:ext cx="587376" cy="40643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4493056" name=""/>
                  <p:cNvSpPr/>
                  <p:nvPr/>
                </p:nvSpPr>
                <p:spPr bwMode="auto">
                  <a:xfrm rot="10800000" flipH="0" flipV="0">
                    <a:off x="1704344" y="105978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573105995" name=""/>
                  <p:cNvCxnSpPr/>
                  <p:nvPr/>
                </p:nvCxnSpPr>
                <p:spPr bwMode="auto">
                  <a:xfrm rot="10800000" flipH="0" flipV="1">
                    <a:off x="349167" y="704475"/>
                    <a:ext cx="536242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19340" name=""/>
                  <p:cNvCxnSpPr/>
                  <p:nvPr/>
                </p:nvCxnSpPr>
                <p:spPr bwMode="auto">
                  <a:xfrm rot="10800000" flipH="0" flipV="1">
                    <a:off x="298033" y="174583"/>
                    <a:ext cx="587376" cy="40644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04176722" name=""/>
                  <p:cNvSpPr/>
                  <p:nvPr/>
                </p:nvSpPr>
                <p:spPr bwMode="auto">
                  <a:xfrm rot="10800000" flipH="0" flipV="0">
                    <a:off x="0" y="529891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707504848" name=""/>
                <p:cNvGrpSpPr/>
                <p:nvPr/>
              </p:nvGrpSpPr>
              <p:grpSpPr bwMode="auto">
                <a:xfrm rot="10800000">
                  <a:off x="5905533" y="0"/>
                  <a:ext cx="3461332" cy="1408950"/>
                  <a:chOff x="0" y="0"/>
                  <a:chExt cx="3461332" cy="1408950"/>
                </a:xfrm>
              </p:grpSpPr>
              <p:grpSp>
                <p:nvGrpSpPr>
                  <p:cNvPr id="1893682641" name=""/>
                  <p:cNvGrpSpPr/>
                  <p:nvPr/>
                </p:nvGrpSpPr>
                <p:grpSpPr bwMode="auto">
                  <a:xfrm rot="10800000" flipH="0" flipV="0">
                    <a:off x="883778" y="167082"/>
                    <a:ext cx="1693774" cy="1067280"/>
                    <a:chOff x="0" y="0"/>
                    <a:chExt cx="1693774" cy="1067280"/>
                  </a:xfrm>
                </p:grpSpPr>
                <p:cxnSp>
                  <p:nvCxnSpPr>
                    <p:cNvPr id="1338277660" name=""/>
                    <p:cNvCxnSpPr/>
                    <p:nvPr/>
                  </p:nvCxnSpPr>
                  <p:spPr bwMode="auto">
                    <a:xfrm rot="0" flipH="0" flipV="0">
                      <a:off x="0" y="533638"/>
                      <a:ext cx="169377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0849151" name=""/>
                    <p:cNvCxnSpPr/>
                    <p:nvPr/>
                  </p:nvCxnSpPr>
                  <p:spPr bwMode="auto">
                    <a:xfrm rot="0" flipH="0" flipV="0">
                      <a:off x="284322" y="0"/>
                      <a:ext cx="1409450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6096105" name=""/>
                    <p:cNvCxnSpPr/>
                    <p:nvPr/>
                  </p:nvCxnSpPr>
                  <p:spPr bwMode="auto">
                    <a:xfrm rot="0" flipH="0" flipV="0">
                      <a:off x="0" y="529888"/>
                      <a:ext cx="1409450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7782727" name=""/>
                    <p:cNvCxnSpPr/>
                    <p:nvPr/>
                  </p:nvCxnSpPr>
                  <p:spPr bwMode="auto">
                    <a:xfrm rot="0" flipH="0" flipV="0">
                      <a:off x="284322" y="1063530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8278682" name=""/>
                    <p:cNvCxnSpPr/>
                    <p:nvPr/>
                  </p:nvCxnSpPr>
                  <p:spPr bwMode="auto">
                    <a:xfrm rot="0" flipH="0" flipV="0">
                      <a:off x="284322" y="3748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06702068" name=""/>
                    <p:cNvCxnSpPr/>
                    <p:nvPr/>
                  </p:nvCxnSpPr>
                  <p:spPr bwMode="auto">
                    <a:xfrm rot="0" flipH="0" flipV="1">
                      <a:off x="0" y="7498"/>
                      <a:ext cx="1409450" cy="52238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7578085" name=""/>
                    <p:cNvCxnSpPr/>
                    <p:nvPr/>
                  </p:nvCxnSpPr>
                  <p:spPr bwMode="auto">
                    <a:xfrm rot="0" flipH="0" flipV="1">
                      <a:off x="284322" y="537390"/>
                      <a:ext cx="1409450" cy="52238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2427278" name=""/>
                    <p:cNvCxnSpPr/>
                    <p:nvPr/>
                  </p:nvCxnSpPr>
                  <p:spPr bwMode="auto">
                    <a:xfrm rot="0" flipH="0" flipV="1">
                      <a:off x="284322" y="7498"/>
                      <a:ext cx="1125126" cy="10522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37131472" name=""/>
                    <p:cNvCxnSpPr/>
                    <p:nvPr/>
                  </p:nvCxnSpPr>
                  <p:spPr bwMode="auto">
                    <a:xfrm rot="10800000" flipH="0" flipV="0">
                      <a:off x="284322" y="0"/>
                      <a:ext cx="1125126" cy="10672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327122454" name=""/>
                  <p:cNvSpPr/>
                  <p:nvPr/>
                </p:nvSpPr>
                <p:spPr bwMode="auto">
                  <a:xfrm rot="10800000" flipH="0" flipV="0">
                    <a:off x="2577556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25087022" name=""/>
                  <p:cNvSpPr/>
                  <p:nvPr/>
                </p:nvSpPr>
                <p:spPr bwMode="auto">
                  <a:xfrm rot="10800000" flipH="0" flipV="0">
                    <a:off x="229323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02291562" name=""/>
                  <p:cNvSpPr/>
                  <p:nvPr/>
                </p:nvSpPr>
                <p:spPr bwMode="auto">
                  <a:xfrm rot="10800000" flipH="0" flipV="0">
                    <a:off x="2293229" y="105977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221866843" name=""/>
                  <p:cNvCxnSpPr/>
                  <p:nvPr/>
                </p:nvCxnSpPr>
                <p:spPr bwMode="auto">
                  <a:xfrm rot="0" flipH="0" flipV="0">
                    <a:off x="349168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8561871" name=""/>
                  <p:cNvSpPr/>
                  <p:nvPr/>
                </p:nvSpPr>
                <p:spPr bwMode="auto">
                  <a:xfrm rot="0" flipH="0" flipV="0">
                    <a:off x="534609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2983553" name=""/>
                  <p:cNvSpPr/>
                  <p:nvPr/>
                </p:nvSpPr>
                <p:spPr bwMode="auto">
                  <a:xfrm rot="0" flipH="0" flipV="0">
                    <a:off x="818933" y="105978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033505071" name=""/>
                  <p:cNvSpPr/>
                  <p:nvPr/>
                </p:nvSpPr>
                <p:spPr bwMode="auto">
                  <a:xfrm rot="0" flipH="0" flipV="0">
                    <a:off x="818931" y="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35566887" name=""/>
                  <p:cNvSpPr/>
                  <p:nvPr/>
                </p:nvSpPr>
                <p:spPr bwMode="auto">
                  <a:xfrm rot="0" flipH="0" flipV="0">
                    <a:off x="0" y="529889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06442261" name=""/>
                  <p:cNvSpPr/>
                  <p:nvPr/>
                </p:nvSpPr>
                <p:spPr bwMode="auto">
                  <a:xfrm rot="0" flipH="0" flipV="0">
                    <a:off x="0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828205570" name=""/>
                  <p:cNvCxnSpPr/>
                  <p:nvPr/>
                </p:nvCxnSpPr>
                <p:spPr bwMode="auto">
                  <a:xfrm rot="0" flipH="0" flipV="0">
                    <a:off x="349167" y="704473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5921146" name=""/>
                  <p:cNvCxnSpPr/>
                  <p:nvPr/>
                </p:nvCxnSpPr>
                <p:spPr bwMode="auto">
                  <a:xfrm rot="0" flipH="0" flipV="1">
                    <a:off x="349168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80085164" name=""/>
                  <p:cNvSpPr/>
                  <p:nvPr/>
                </p:nvSpPr>
                <p:spPr bwMode="auto">
                  <a:xfrm rot="10800000" flipH="0" flipV="0">
                    <a:off x="3112164" y="52989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11282433" name=""/>
                  <p:cNvSpPr/>
                  <p:nvPr/>
                </p:nvSpPr>
                <p:spPr bwMode="auto">
                  <a:xfrm rot="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92290018" name=""/>
                  <p:cNvSpPr/>
                  <p:nvPr/>
                </p:nvSpPr>
                <p:spPr bwMode="auto">
                  <a:xfrm rot="10800000" flipH="0" flipV="0">
                    <a:off x="311216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73983102" name=""/>
                  <p:cNvSpPr/>
                  <p:nvPr/>
                </p:nvSpPr>
                <p:spPr bwMode="auto">
                  <a:xfrm rot="10800000" flipH="0" flipV="0">
                    <a:off x="3112164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1090321" name=""/>
                  <p:cNvCxnSpPr/>
                  <p:nvPr/>
                </p:nvCxnSpPr>
                <p:spPr bwMode="auto">
                  <a:xfrm rot="10800000" flipH="0" flipV="0">
                    <a:off x="2642400" y="123436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5206324" name=""/>
                  <p:cNvCxnSpPr/>
                  <p:nvPr/>
                </p:nvCxnSpPr>
                <p:spPr bwMode="auto">
                  <a:xfrm rot="10800000" flipH="0" flipV="0">
                    <a:off x="2926725" y="704475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6300762" name=""/>
                  <p:cNvCxnSpPr/>
                  <p:nvPr/>
                </p:nvCxnSpPr>
                <p:spPr bwMode="auto">
                  <a:xfrm rot="10800000" flipH="0" flipV="1">
                    <a:off x="2642400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80593466" name=""/>
            <p:cNvGrpSpPr/>
            <p:nvPr/>
          </p:nvGrpSpPr>
          <p:grpSpPr bwMode="auto">
            <a:xfrm>
              <a:off x="1617602" y="1395996"/>
              <a:ext cx="8854313" cy="418523"/>
              <a:chOff x="0" y="0"/>
              <a:chExt cx="8854313" cy="418523"/>
            </a:xfrm>
          </p:grpSpPr>
          <p:sp>
            <p:nvSpPr>
              <p:cNvPr id="932496139" name=""/>
              <p:cNvSpPr txBox="1"/>
              <p:nvPr/>
            </p:nvSpPr>
            <p:spPr bwMode="auto">
              <a:xfrm rot="5400000" flipH="0" flipV="0">
                <a:off x="-25841" y="26201"/>
                <a:ext cx="41780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54588716" name=""/>
              <p:cNvSpPr txBox="1"/>
              <p:nvPr/>
            </p:nvSpPr>
            <p:spPr bwMode="auto">
              <a:xfrm rot="5400000" flipH="0" flipV="0">
                <a:off x="1231457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095916338" name=""/>
              <p:cNvSpPr txBox="1"/>
              <p:nvPr/>
            </p:nvSpPr>
            <p:spPr bwMode="auto">
              <a:xfrm rot="16199998" flipH="0" flipV="0">
                <a:off x="7204692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181572288" name=""/>
              <p:cNvSpPr txBox="1"/>
              <p:nvPr/>
            </p:nvSpPr>
            <p:spPr bwMode="auto">
              <a:xfrm rot="16199998" flipH="0" flipV="0">
                <a:off x="8461991" y="26201"/>
                <a:ext cx="41852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507439019" name=""/>
              <p:cNvSpPr txBox="1"/>
              <p:nvPr/>
            </p:nvSpPr>
            <p:spPr bwMode="auto">
              <a:xfrm rot="16199998" flipH="0" flipV="0">
                <a:off x="3555557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351725384" name=""/>
              <p:cNvSpPr txBox="1"/>
              <p:nvPr/>
            </p:nvSpPr>
            <p:spPr bwMode="auto">
              <a:xfrm rot="5400000" flipH="0" flipV="0">
                <a:off x="4889056" y="26201"/>
                <a:ext cx="41852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  <p:grpSp>
        <p:nvGrpSpPr>
          <p:cNvPr id="1144310930" name=""/>
          <p:cNvGrpSpPr/>
          <p:nvPr/>
        </p:nvGrpSpPr>
        <p:grpSpPr bwMode="auto">
          <a:xfrm>
            <a:off x="347777" y="6278989"/>
            <a:ext cx="3523259" cy="472023"/>
            <a:chOff x="0" y="0"/>
            <a:chExt cx="3523259" cy="472023"/>
          </a:xfrm>
        </p:grpSpPr>
        <p:sp>
          <p:nvSpPr>
            <p:cNvPr id="1813922069" name=""/>
            <p:cNvSpPr/>
            <p:nvPr/>
          </p:nvSpPr>
          <p:spPr bwMode="auto">
            <a:xfrm rot="0" flipH="0" flipV="0">
              <a:off x="0" y="0"/>
              <a:ext cx="1037485" cy="472023"/>
            </a:xfrm>
            <a:prstGeom prst="flowChartAlternateProcess">
              <a:avLst/>
            </a:prstGeom>
            <a:noFill/>
            <a:ln w="38100" cap="flat" cmpd="sng" algn="ctr">
              <a:solidFill>
                <a:srgbClr val="00FF73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1079021" name=""/>
            <p:cNvSpPr txBox="1"/>
            <p:nvPr/>
          </p:nvSpPr>
          <p:spPr bwMode="auto">
            <a:xfrm rot="0" flipH="0" flipV="0">
              <a:off x="1104660" y="52951"/>
              <a:ext cx="2418598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 Successful BSM</a:t>
              </a:r>
              <a:endParaRPr b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1524654918" name=""/>
          <p:cNvGrpSpPr/>
          <p:nvPr/>
        </p:nvGrpSpPr>
        <p:grpSpPr bwMode="auto">
          <a:xfrm>
            <a:off x="4459685" y="6278989"/>
            <a:ext cx="3468222" cy="472023"/>
            <a:chOff x="0" y="0"/>
            <a:chExt cx="3468222" cy="472023"/>
          </a:xfrm>
        </p:grpSpPr>
        <p:sp>
          <p:nvSpPr>
            <p:cNvPr id="1794370676" name=""/>
            <p:cNvSpPr/>
            <p:nvPr/>
          </p:nvSpPr>
          <p:spPr bwMode="auto">
            <a:xfrm rot="0" flipH="0" flipV="0">
              <a:off x="0" y="0"/>
              <a:ext cx="1037485" cy="472023"/>
            </a:xfrm>
            <a:prstGeom prst="flowChartAlternateProcess">
              <a:avLst/>
            </a:prstGeom>
            <a:noFill/>
            <a:ln w="38100" cap="flat" cmpd="sng" algn="ctr">
              <a:solidFill>
                <a:srgbClr val="FF0000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275838495" name=""/>
            <p:cNvSpPr txBox="1"/>
            <p:nvPr/>
          </p:nvSpPr>
          <p:spPr bwMode="auto">
            <a:xfrm rot="0" flipH="0" flipV="0">
              <a:off x="1104972" y="48752"/>
              <a:ext cx="236324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 Failed</a:t>
              </a: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 BSM</a:t>
              </a:r>
              <a:endParaRPr lang="fr-FR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1726386834" name=""/>
          <p:cNvGrpSpPr/>
          <p:nvPr/>
        </p:nvGrpSpPr>
        <p:grpSpPr bwMode="auto">
          <a:xfrm>
            <a:off x="8126868" y="6295941"/>
            <a:ext cx="3867607" cy="366119"/>
            <a:chOff x="0" y="0"/>
            <a:chExt cx="3867607" cy="366119"/>
          </a:xfrm>
        </p:grpSpPr>
        <p:cxnSp>
          <p:nvCxnSpPr>
            <p:cNvPr id="868129754" name=""/>
            <p:cNvCxnSpPr/>
            <p:nvPr/>
          </p:nvCxnSpPr>
          <p:spPr bwMode="auto">
            <a:xfrm rot="0" flipH="1" flipV="0">
              <a:off x="0" y="216960"/>
              <a:ext cx="808170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029244" name=""/>
            <p:cNvSpPr txBox="1"/>
            <p:nvPr/>
          </p:nvSpPr>
          <p:spPr bwMode="auto">
            <a:xfrm rot="0" flipH="0" flipV="0">
              <a:off x="886641" y="0"/>
              <a:ext cx="2980964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 Entanglement</a:t>
              </a:r>
              <a:endParaRPr lang="fr-FR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1712868132" name=""/>
          <p:cNvGrpSpPr/>
          <p:nvPr/>
        </p:nvGrpSpPr>
        <p:grpSpPr bwMode="auto">
          <a:xfrm>
            <a:off x="177687" y="2599507"/>
            <a:ext cx="11844779" cy="1666872"/>
            <a:chOff x="0" y="0"/>
            <a:chExt cx="11844779" cy="1666872"/>
          </a:xfrm>
        </p:grpSpPr>
        <p:grpSp>
          <p:nvGrpSpPr>
            <p:cNvPr id="50263691" name=""/>
            <p:cNvGrpSpPr/>
            <p:nvPr/>
          </p:nvGrpSpPr>
          <p:grpSpPr bwMode="auto">
            <a:xfrm>
              <a:off x="0" y="0"/>
              <a:ext cx="11844779" cy="1666872"/>
              <a:chOff x="0" y="0"/>
              <a:chExt cx="11844779" cy="1666872"/>
            </a:xfrm>
          </p:grpSpPr>
          <p:grpSp>
            <p:nvGrpSpPr>
              <p:cNvPr id="871639974" name=""/>
              <p:cNvGrpSpPr/>
              <p:nvPr/>
            </p:nvGrpSpPr>
            <p:grpSpPr bwMode="auto">
              <a:xfrm>
                <a:off x="0" y="0"/>
                <a:ext cx="11844779" cy="1666872"/>
                <a:chOff x="0" y="0"/>
                <a:chExt cx="11844779" cy="1666872"/>
              </a:xfrm>
            </p:grpSpPr>
            <p:grpSp>
              <p:nvGrpSpPr>
                <p:cNvPr id="36443502" name=""/>
                <p:cNvGrpSpPr/>
                <p:nvPr/>
              </p:nvGrpSpPr>
              <p:grpSpPr bwMode="auto">
                <a:xfrm>
                  <a:off x="0" y="0"/>
                  <a:ext cx="11844779" cy="1666872"/>
                  <a:chOff x="0" y="0"/>
                  <a:chExt cx="11844779" cy="1666872"/>
                </a:xfrm>
              </p:grpSpPr>
              <p:sp>
                <p:nvSpPr>
                  <p:cNvPr id="827901842" name=""/>
                  <p:cNvSpPr/>
                  <p:nvPr/>
                </p:nvSpPr>
                <p:spPr bwMode="auto">
                  <a:xfrm rot="0" flipH="0" flipV="0">
                    <a:off x="943589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099654888" name=""/>
                  <p:cNvSpPr/>
                  <p:nvPr/>
                </p:nvSpPr>
                <p:spPr bwMode="auto">
                  <a:xfrm rot="0" flipH="0" flipV="0">
                    <a:off x="3795536" y="0"/>
                    <a:ext cx="634996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12447481" name=""/>
                  <p:cNvSpPr/>
                  <p:nvPr/>
                </p:nvSpPr>
                <p:spPr bwMode="auto">
                  <a:xfrm rot="0" flipH="0" flipV="0">
                    <a:off x="4594842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716739008" name=""/>
                  <p:cNvSpPr/>
                  <p:nvPr/>
                </p:nvSpPr>
                <p:spPr bwMode="auto">
                  <a:xfrm rot="0" flipH="0" flipV="0">
                    <a:off x="7446785" y="0"/>
                    <a:ext cx="634996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18858683" name=""/>
                  <p:cNvSpPr/>
                  <p:nvPr/>
                </p:nvSpPr>
                <p:spPr bwMode="auto">
                  <a:xfrm rot="0" flipH="0" flipV="0">
                    <a:off x="8265501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687178306" name=""/>
                  <p:cNvSpPr/>
                  <p:nvPr/>
                </p:nvSpPr>
                <p:spPr bwMode="auto">
                  <a:xfrm rot="0" flipH="0" flipV="0">
                    <a:off x="11092294" y="0"/>
                    <a:ext cx="752484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85374163" name=""/>
                  <p:cNvSpPr/>
                  <p:nvPr/>
                </p:nvSpPr>
                <p:spPr bwMode="auto">
                  <a:xfrm rot="0" flipH="0" flipV="0">
                    <a:off x="0" y="0"/>
                    <a:ext cx="752484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1341692530" name=""/>
                <p:cNvGrpSpPr/>
                <p:nvPr/>
              </p:nvGrpSpPr>
              <p:grpSpPr bwMode="auto">
                <a:xfrm rot="0" flipH="0" flipV="0">
                  <a:off x="133956" y="136460"/>
                  <a:ext cx="11615717" cy="1408945"/>
                  <a:chOff x="0" y="0"/>
                  <a:chExt cx="11615717" cy="1408945"/>
                </a:xfrm>
              </p:grpSpPr>
              <p:grpSp>
                <p:nvGrpSpPr>
                  <p:cNvPr id="657592814" name=""/>
                  <p:cNvGrpSpPr/>
                  <p:nvPr/>
                </p:nvGrpSpPr>
                <p:grpSpPr bwMode="auto">
                  <a:xfrm>
                    <a:off x="2248853" y="0"/>
                    <a:ext cx="3461329" cy="1408944"/>
                    <a:chOff x="0" y="0"/>
                    <a:chExt cx="3461329" cy="1408944"/>
                  </a:xfrm>
                </p:grpSpPr>
                <p:grpSp>
                  <p:nvGrpSpPr>
                    <p:cNvPr id="870774342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632244096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856176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97865035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78194947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14536887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79234902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43753279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4722458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04481665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50093733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25282869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04633232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63431121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0280207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1152280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0988272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4726482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60094474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673827888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71370195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29360876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1770375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3225020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25254454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961232970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5334388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236164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467700319" name=""/>
                  <p:cNvGrpSpPr/>
                  <p:nvPr/>
                </p:nvGrpSpPr>
                <p:grpSpPr bwMode="auto">
                  <a:xfrm>
                    <a:off x="0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1837599371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99170799" name=""/>
                    <p:cNvSpPr/>
                    <p:nvPr/>
                  </p:nvSpPr>
                  <p:spPr bwMode="auto">
                    <a:xfrm rot="10800000" flipH="0" flipV="0">
                      <a:off x="885411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864589" name=""/>
                    <p:cNvSpPr/>
                    <p:nvPr/>
                  </p:nvSpPr>
                  <p:spPr bwMode="auto">
                    <a:xfrm rot="10800000" flipH="0" flipV="0">
                      <a:off x="885407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01679378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8507739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95161725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414189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1770027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224213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6" cy="40643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45340948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18104475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0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4109668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94604862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360994227" name=""/>
                  <p:cNvGrpSpPr/>
                  <p:nvPr/>
                </p:nvGrpSpPr>
                <p:grpSpPr bwMode="auto">
                  <a:xfrm rot="10800000">
                    <a:off x="9562209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511991122" name=""/>
                    <p:cNvCxnSpPr/>
                    <p:nvPr/>
                  </p:nvCxnSpPr>
                  <p:spPr bwMode="auto">
                    <a:xfrm rot="10800000" flipH="0" flipV="0">
                      <a:off x="1234577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97616689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83133919" name=""/>
                    <p:cNvSpPr/>
                    <p:nvPr/>
                  </p:nvSpPr>
                  <p:spPr bwMode="auto">
                    <a:xfrm rot="10800000" flipH="0" flipV="0">
                      <a:off x="88541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53942624" name=""/>
                    <p:cNvSpPr/>
                    <p:nvPr/>
                  </p:nvSpPr>
                  <p:spPr bwMode="auto">
                    <a:xfrm rot="10800000" flipH="0" flipV="0">
                      <a:off x="885406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8743790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91354923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191058" name=""/>
                    <p:cNvCxnSpPr/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37021497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5112261" name=""/>
                    <p:cNvCxnSpPr/>
                    <p:nvPr/>
                  </p:nvCxnSpPr>
                  <p:spPr bwMode="auto">
                    <a:xfrm rot="10800000" flipH="0" flipV="0">
                      <a:off x="298030" y="827921"/>
                      <a:ext cx="587376" cy="40643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03752693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952094410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0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5828248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48653138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228011180" name=""/>
                  <p:cNvGrpSpPr/>
                  <p:nvPr/>
                </p:nvGrpSpPr>
                <p:grpSpPr bwMode="auto">
                  <a:xfrm rot="10800000">
                    <a:off x="5905530" y="0"/>
                    <a:ext cx="3461329" cy="1408944"/>
                    <a:chOff x="0" y="0"/>
                    <a:chExt cx="3461329" cy="1408944"/>
                  </a:xfrm>
                </p:grpSpPr>
                <p:grpSp>
                  <p:nvGrpSpPr>
                    <p:cNvPr id="3416478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204831655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31692054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9187691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30322604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02779465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9297338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08094375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599566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8038202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66994155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56809884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55963345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30408613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66395656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29572886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39052485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75245629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15371513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37912878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9004045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26082057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4581313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97211746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71624688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71077160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2124656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2830102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1628648169" name=""/>
                <p:cNvSpPr/>
                <p:nvPr/>
              </p:nvSpPr>
              <p:spPr bwMode="auto">
                <a:xfrm rot="0" flipH="0" flipV="0">
                  <a:off x="5414166" y="68028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96269674" name=""/>
                <p:cNvSpPr/>
                <p:nvPr/>
              </p:nvSpPr>
              <p:spPr bwMode="auto">
                <a:xfrm rot="0" flipH="0" flipV="0">
                  <a:off x="1775308" y="1133389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91283562" name=""/>
                <p:cNvSpPr/>
                <p:nvPr/>
              </p:nvSpPr>
              <p:spPr bwMode="auto">
                <a:xfrm rot="0" flipH="0" flipV="0">
                  <a:off x="9090577" y="60375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704215998" name=""/>
              <p:cNvSpPr/>
              <p:nvPr/>
            </p:nvSpPr>
            <p:spPr bwMode="auto">
              <a:xfrm rot="0" flipH="0" flipV="0">
                <a:off x="5419918" y="601853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31975600" name=""/>
              <p:cNvSpPr/>
              <p:nvPr/>
            </p:nvSpPr>
            <p:spPr bwMode="auto">
              <a:xfrm rot="0" flipH="0" flipV="0">
                <a:off x="5429442" y="1136953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4387176" name=""/>
              <p:cNvSpPr/>
              <p:nvPr/>
            </p:nvSpPr>
            <p:spPr bwMode="auto">
              <a:xfrm rot="0" flipH="0" flipV="0">
                <a:off x="9082749" y="6753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70179463" name=""/>
              <p:cNvSpPr/>
              <p:nvPr/>
            </p:nvSpPr>
            <p:spPr bwMode="auto">
              <a:xfrm rot="0" flipH="0" flipV="0">
                <a:off x="9080370" y="113671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22758147" name=""/>
              <p:cNvSpPr/>
              <p:nvPr/>
            </p:nvSpPr>
            <p:spPr bwMode="auto">
              <a:xfrm rot="0" flipH="0" flipV="0">
                <a:off x="1768667" y="608675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68130242" name=""/>
              <p:cNvSpPr/>
              <p:nvPr/>
            </p:nvSpPr>
            <p:spPr bwMode="auto">
              <a:xfrm rot="0" flipH="0" flipV="0">
                <a:off x="1778193" y="7051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grpSp>
          <p:nvGrpSpPr>
            <p:cNvPr id="437540568" name=""/>
            <p:cNvGrpSpPr/>
            <p:nvPr/>
          </p:nvGrpSpPr>
          <p:grpSpPr bwMode="auto">
            <a:xfrm>
              <a:off x="1527556" y="945802"/>
              <a:ext cx="8911458" cy="458059"/>
              <a:chOff x="0" y="0"/>
              <a:chExt cx="8911458" cy="458059"/>
            </a:xfrm>
          </p:grpSpPr>
          <p:sp>
            <p:nvSpPr>
              <p:cNvPr id="519606962" name=""/>
              <p:cNvSpPr txBox="1"/>
              <p:nvPr/>
            </p:nvSpPr>
            <p:spPr bwMode="auto">
              <a:xfrm rot="5400000" flipH="0" flipV="0">
                <a:off x="-26560" y="26919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291787307" name=""/>
              <p:cNvSpPr txBox="1"/>
              <p:nvPr/>
            </p:nvSpPr>
            <p:spPr bwMode="auto">
              <a:xfrm rot="5400000" flipH="0" flipV="0">
                <a:off x="1230733" y="2691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978894953" name=""/>
              <p:cNvSpPr txBox="1"/>
              <p:nvPr/>
            </p:nvSpPr>
            <p:spPr bwMode="auto">
              <a:xfrm rot="16199998" flipH="0" flipV="0">
                <a:off x="7127769" y="4596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70320193" name=""/>
              <p:cNvSpPr txBox="1"/>
              <p:nvPr/>
            </p:nvSpPr>
            <p:spPr bwMode="auto">
              <a:xfrm rot="16199998" flipH="0" flipV="0">
                <a:off x="8518419" y="26919"/>
                <a:ext cx="419959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438319546" name=""/>
              <p:cNvSpPr txBox="1"/>
              <p:nvPr/>
            </p:nvSpPr>
            <p:spPr bwMode="auto">
              <a:xfrm rot="16199998" flipH="0" flipV="0">
                <a:off x="3459583" y="6501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344355010" name=""/>
              <p:cNvSpPr txBox="1"/>
              <p:nvPr/>
            </p:nvSpPr>
            <p:spPr bwMode="auto">
              <a:xfrm rot="5400000" flipH="0" flipV="0">
                <a:off x="4983582" y="65019"/>
                <a:ext cx="419959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925220" name=""/>
          <p:cNvSpPr txBox="1"/>
          <p:nvPr/>
        </p:nvSpPr>
        <p:spPr bwMode="auto">
          <a:xfrm rot="0" flipH="0" flipV="0">
            <a:off x="0" y="0"/>
            <a:ext cx="1152224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b ;	 alternative version of step 2 without highlight</a:t>
            </a:r>
            <a:r>
              <a:rPr lang="fr-FR"/>
              <a:t>ed path</a:t>
            </a:r>
            <a:endParaRPr lang="fr-FR"/>
          </a:p>
        </p:txBody>
      </p:sp>
      <p:grpSp>
        <p:nvGrpSpPr>
          <p:cNvPr id="295023531" name=""/>
          <p:cNvGrpSpPr/>
          <p:nvPr/>
        </p:nvGrpSpPr>
        <p:grpSpPr bwMode="auto">
          <a:xfrm>
            <a:off x="177688" y="4793660"/>
            <a:ext cx="11844780" cy="1666872"/>
            <a:chOff x="0" y="0"/>
            <a:chExt cx="11844780" cy="1666872"/>
          </a:xfrm>
        </p:grpSpPr>
        <p:grpSp>
          <p:nvGrpSpPr>
            <p:cNvPr id="732026207" name=""/>
            <p:cNvGrpSpPr/>
            <p:nvPr/>
          </p:nvGrpSpPr>
          <p:grpSpPr bwMode="auto">
            <a:xfrm>
              <a:off x="0" y="0"/>
              <a:ext cx="11844780" cy="1666872"/>
              <a:chOff x="0" y="0"/>
              <a:chExt cx="11844780" cy="1666872"/>
            </a:xfrm>
          </p:grpSpPr>
          <p:grpSp>
            <p:nvGrpSpPr>
              <p:cNvPr id="573085716" name=""/>
              <p:cNvGrpSpPr/>
              <p:nvPr/>
            </p:nvGrpSpPr>
            <p:grpSpPr bwMode="auto">
              <a:xfrm>
                <a:off x="0" y="0"/>
                <a:ext cx="11844780" cy="1666872"/>
                <a:chOff x="0" y="0"/>
                <a:chExt cx="11844780" cy="1666872"/>
              </a:xfrm>
            </p:grpSpPr>
            <p:grpSp>
              <p:nvGrpSpPr>
                <p:cNvPr id="770489036" name=""/>
                <p:cNvGrpSpPr/>
                <p:nvPr/>
              </p:nvGrpSpPr>
              <p:grpSpPr bwMode="auto">
                <a:xfrm>
                  <a:off x="0" y="0"/>
                  <a:ext cx="11844780" cy="1666872"/>
                  <a:chOff x="0" y="0"/>
                  <a:chExt cx="11844780" cy="1666872"/>
                </a:xfrm>
              </p:grpSpPr>
              <p:sp>
                <p:nvSpPr>
                  <p:cNvPr id="129053298" name=""/>
                  <p:cNvSpPr/>
                  <p:nvPr/>
                </p:nvSpPr>
                <p:spPr bwMode="auto">
                  <a:xfrm rot="0" flipH="0" flipV="0">
                    <a:off x="943589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42571140" name=""/>
                  <p:cNvSpPr/>
                  <p:nvPr/>
                </p:nvSpPr>
                <p:spPr bwMode="auto">
                  <a:xfrm rot="0" flipH="0" flipV="0">
                    <a:off x="3795536" y="0"/>
                    <a:ext cx="634997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81851710" name=""/>
                  <p:cNvSpPr/>
                  <p:nvPr/>
                </p:nvSpPr>
                <p:spPr bwMode="auto">
                  <a:xfrm rot="0" flipH="0" flipV="0">
                    <a:off x="4594842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643702542" name=""/>
                  <p:cNvSpPr/>
                  <p:nvPr/>
                </p:nvSpPr>
                <p:spPr bwMode="auto">
                  <a:xfrm rot="0" flipH="0" flipV="0">
                    <a:off x="7446785" y="0"/>
                    <a:ext cx="634997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77710387" name=""/>
                  <p:cNvSpPr/>
                  <p:nvPr/>
                </p:nvSpPr>
                <p:spPr bwMode="auto">
                  <a:xfrm rot="0" flipH="0" flipV="0">
                    <a:off x="8265501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317991206" name=""/>
                  <p:cNvSpPr/>
                  <p:nvPr/>
                </p:nvSpPr>
                <p:spPr bwMode="auto">
                  <a:xfrm rot="0" flipH="0" flipV="0">
                    <a:off x="11092294" y="0"/>
                    <a:ext cx="752485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910947509" name=""/>
                  <p:cNvSpPr/>
                  <p:nvPr/>
                </p:nvSpPr>
                <p:spPr bwMode="auto">
                  <a:xfrm rot="0" flipH="0" flipV="0">
                    <a:off x="0" y="0"/>
                    <a:ext cx="752485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2106259981" name=""/>
                <p:cNvGrpSpPr/>
                <p:nvPr/>
              </p:nvGrpSpPr>
              <p:grpSpPr bwMode="auto">
                <a:xfrm rot="0" flipH="0" flipV="0">
                  <a:off x="133958" y="136460"/>
                  <a:ext cx="11615718" cy="1408947"/>
                  <a:chOff x="0" y="0"/>
                  <a:chExt cx="11615718" cy="1408947"/>
                </a:xfrm>
              </p:grpSpPr>
              <p:grpSp>
                <p:nvGrpSpPr>
                  <p:cNvPr id="244080252" name=""/>
                  <p:cNvGrpSpPr/>
                  <p:nvPr/>
                </p:nvGrpSpPr>
                <p:grpSpPr bwMode="auto">
                  <a:xfrm>
                    <a:off x="2248853" y="0"/>
                    <a:ext cx="3461330" cy="1408945"/>
                    <a:chOff x="0" y="0"/>
                    <a:chExt cx="3461330" cy="1408945"/>
                  </a:xfrm>
                </p:grpSpPr>
                <p:grpSp>
                  <p:nvGrpSpPr>
                    <p:cNvPr id="1731509318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79"/>
                      <a:chOff x="0" y="0"/>
                      <a:chExt cx="1693773" cy="1067279"/>
                    </a:xfrm>
                  </p:grpSpPr>
                  <p:cxnSp>
                    <p:nvCxnSpPr>
                      <p:cNvPr id="47185434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3068998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02331419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8010176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53435771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99517561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3571882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9419593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FF73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67765569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0535565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32528156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28516840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911853455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71156927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84921932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65356697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0396191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8849415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75282036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41399561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4675121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98163920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642981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1612384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751628293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4250816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420890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053389432" name=""/>
                  <p:cNvGrpSpPr/>
                  <p:nvPr/>
                </p:nvGrpSpPr>
                <p:grpSpPr bwMode="auto">
                  <a:xfrm>
                    <a:off x="0" y="0"/>
                    <a:ext cx="2053508" cy="1408946"/>
                    <a:chOff x="0" y="0"/>
                    <a:chExt cx="2053508" cy="1408946"/>
                  </a:xfrm>
                </p:grpSpPr>
                <p:cxnSp>
                  <p:nvCxnSpPr>
                    <p:cNvPr id="846219580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29378745" name=""/>
                    <p:cNvSpPr/>
                    <p:nvPr/>
                  </p:nvSpPr>
                  <p:spPr bwMode="auto">
                    <a:xfrm rot="10800000" flipH="0" flipV="0">
                      <a:off x="885411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94938940" name=""/>
                    <p:cNvSpPr/>
                    <p:nvPr/>
                  </p:nvSpPr>
                  <p:spPr bwMode="auto">
                    <a:xfrm rot="10800000" flipH="0" flipV="0">
                      <a:off x="885407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32961325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544347106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57078717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8515430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7348631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309389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6" cy="406437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15629954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33712777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5949822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3474673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245762823" name=""/>
                  <p:cNvGrpSpPr/>
                  <p:nvPr/>
                </p:nvGrpSpPr>
                <p:grpSpPr bwMode="auto">
                  <a:xfrm rot="10800000">
                    <a:off x="9562209" y="0"/>
                    <a:ext cx="2053508" cy="1408946"/>
                    <a:chOff x="0" y="0"/>
                    <a:chExt cx="2053508" cy="1408946"/>
                  </a:xfrm>
                </p:grpSpPr>
                <p:cxnSp>
                  <p:nvCxnSpPr>
                    <p:cNvPr id="158403908" name=""/>
                    <p:cNvCxnSpPr/>
                    <p:nvPr/>
                  </p:nvCxnSpPr>
                  <p:spPr bwMode="auto">
                    <a:xfrm rot="10800000" flipH="0" flipV="0">
                      <a:off x="1234577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75980845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70959705" name=""/>
                    <p:cNvSpPr/>
                    <p:nvPr/>
                  </p:nvSpPr>
                  <p:spPr bwMode="auto">
                    <a:xfrm rot="10800000" flipH="0" flipV="0">
                      <a:off x="88541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56093693" name=""/>
                    <p:cNvSpPr/>
                    <p:nvPr/>
                  </p:nvSpPr>
                  <p:spPr bwMode="auto">
                    <a:xfrm rot="10800000" flipH="0" flipV="0">
                      <a:off x="885406" y="1059778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3133228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97715050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54219122" name=""/>
                    <p:cNvCxnSpPr/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17927802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5691069" name=""/>
                    <p:cNvCxnSpPr/>
                    <p:nvPr/>
                  </p:nvCxnSpPr>
                  <p:spPr bwMode="auto">
                    <a:xfrm rot="10800000" flipH="0" flipV="0">
                      <a:off x="298030" y="827921"/>
                      <a:ext cx="587376" cy="40643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17305813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4226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52756081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77006990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733186455" name=""/>
                  <p:cNvGrpSpPr/>
                  <p:nvPr/>
                </p:nvGrpSpPr>
                <p:grpSpPr bwMode="auto">
                  <a:xfrm rot="10800000">
                    <a:off x="5905530" y="0"/>
                    <a:ext cx="3461330" cy="1408945"/>
                    <a:chOff x="0" y="0"/>
                    <a:chExt cx="3461330" cy="1408945"/>
                  </a:xfrm>
                </p:grpSpPr>
                <p:grpSp>
                  <p:nvGrpSpPr>
                    <p:cNvPr id="1844507306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79"/>
                      <a:chOff x="0" y="0"/>
                      <a:chExt cx="1693773" cy="1067279"/>
                    </a:xfrm>
                  </p:grpSpPr>
                  <p:cxnSp>
                    <p:nvCxnSpPr>
                      <p:cNvPr id="2130945583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26377117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9" cy="53739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FF73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3037545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3380088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25662949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68164715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702289971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8384798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87735422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2205200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63069982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34683388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819898325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77248638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85621318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9868746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61531382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30223326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06939633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7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0872072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83746328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200898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66830670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97019201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491222036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8840215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8192622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937033755" name=""/>
                <p:cNvSpPr/>
                <p:nvPr/>
              </p:nvSpPr>
              <p:spPr bwMode="auto">
                <a:xfrm rot="0" flipH="0" flipV="0">
                  <a:off x="5414166" y="68028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63094847" name=""/>
                <p:cNvSpPr/>
                <p:nvPr/>
              </p:nvSpPr>
              <p:spPr bwMode="auto">
                <a:xfrm rot="0" flipH="0" flipV="0">
                  <a:off x="1775308" y="1133389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01922936" name=""/>
                <p:cNvSpPr/>
                <p:nvPr/>
              </p:nvSpPr>
              <p:spPr bwMode="auto">
                <a:xfrm rot="0" flipH="0" flipV="0">
                  <a:off x="9090577" y="603750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322822111" name=""/>
              <p:cNvSpPr/>
              <p:nvPr/>
            </p:nvSpPr>
            <p:spPr bwMode="auto">
              <a:xfrm rot="0" flipH="0" flipV="0">
                <a:off x="5419918" y="601853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67654294" name=""/>
              <p:cNvSpPr/>
              <p:nvPr/>
            </p:nvSpPr>
            <p:spPr bwMode="auto">
              <a:xfrm rot="0" flipH="0" flipV="0">
                <a:off x="5429442" y="1136953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78695545" name=""/>
              <p:cNvSpPr/>
              <p:nvPr/>
            </p:nvSpPr>
            <p:spPr bwMode="auto">
              <a:xfrm rot="0" flipH="0" flipV="0">
                <a:off x="9082749" y="6753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08662213" name=""/>
              <p:cNvSpPr/>
              <p:nvPr/>
            </p:nvSpPr>
            <p:spPr bwMode="auto">
              <a:xfrm rot="0" flipH="0" flipV="0">
                <a:off x="9080370" y="113671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45740212" name=""/>
              <p:cNvSpPr/>
              <p:nvPr/>
            </p:nvSpPr>
            <p:spPr bwMode="auto">
              <a:xfrm rot="0" flipH="0" flipV="0">
                <a:off x="1768667" y="608675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0924849" name=""/>
              <p:cNvSpPr/>
              <p:nvPr/>
            </p:nvSpPr>
            <p:spPr bwMode="auto">
              <a:xfrm rot="0" flipH="0" flipV="0">
                <a:off x="1778193" y="7051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grpSp>
          <p:nvGrpSpPr>
            <p:cNvPr id="1402128869" name=""/>
            <p:cNvGrpSpPr/>
            <p:nvPr/>
          </p:nvGrpSpPr>
          <p:grpSpPr bwMode="auto">
            <a:xfrm>
              <a:off x="1527196" y="945804"/>
              <a:ext cx="8911460" cy="457341"/>
              <a:chOff x="0" y="0"/>
              <a:chExt cx="8911460" cy="457341"/>
            </a:xfrm>
          </p:grpSpPr>
          <p:sp>
            <p:nvSpPr>
              <p:cNvPr id="847348759" name=""/>
              <p:cNvSpPr txBox="1"/>
              <p:nvPr/>
            </p:nvSpPr>
            <p:spPr bwMode="auto">
              <a:xfrm rot="5400000" flipH="0" flipV="0">
                <a:off x="-26201" y="26559"/>
                <a:ext cx="41852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848785313" name=""/>
              <p:cNvSpPr txBox="1"/>
              <p:nvPr/>
            </p:nvSpPr>
            <p:spPr bwMode="auto">
              <a:xfrm rot="5400000" flipH="0" flipV="0">
                <a:off x="1231094" y="26559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464329369" name=""/>
              <p:cNvSpPr txBox="1"/>
              <p:nvPr/>
            </p:nvSpPr>
            <p:spPr bwMode="auto">
              <a:xfrm rot="16199998" flipH="0" flipV="0">
                <a:off x="7128130" y="45610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708139346" name=""/>
              <p:cNvSpPr txBox="1"/>
              <p:nvPr/>
            </p:nvSpPr>
            <p:spPr bwMode="auto">
              <a:xfrm rot="16199998" flipH="0" flipV="0">
                <a:off x="8518779" y="26560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084465711" name=""/>
              <p:cNvSpPr txBox="1"/>
              <p:nvPr/>
            </p:nvSpPr>
            <p:spPr bwMode="auto">
              <a:xfrm rot="16199998" flipH="0" flipV="0">
                <a:off x="3459944" y="64660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904263406" name=""/>
              <p:cNvSpPr txBox="1"/>
              <p:nvPr/>
            </p:nvSpPr>
            <p:spPr bwMode="auto">
              <a:xfrm rot="5400000" flipH="0" flipV="0">
                <a:off x="4983943" y="64660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040321" name="Title 1"/>
          <p:cNvSpPr>
            <a:spLocks noGrp="1"/>
          </p:cNvSpPr>
          <p:nvPr>
            <p:ph type="title"/>
          </p:nvPr>
        </p:nvSpPr>
        <p:spPr bwMode="auto">
          <a:xfrm>
            <a:off x="838198" y="793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fr-FR"/>
              <a:t>Alternatives to last step(s) of prev slide</a:t>
            </a:r>
            <a:endParaRPr/>
          </a:p>
        </p:txBody>
      </p:sp>
      <p:grpSp>
        <p:nvGrpSpPr>
          <p:cNvPr id="1560016957" name=""/>
          <p:cNvGrpSpPr/>
          <p:nvPr/>
        </p:nvGrpSpPr>
        <p:grpSpPr bwMode="auto">
          <a:xfrm>
            <a:off x="135653" y="3011641"/>
            <a:ext cx="11844783" cy="1666873"/>
            <a:chOff x="0" y="0"/>
            <a:chExt cx="11844783" cy="1666873"/>
          </a:xfrm>
        </p:grpSpPr>
        <p:sp>
          <p:nvSpPr>
            <p:cNvPr id="332074662" name=""/>
            <p:cNvSpPr/>
            <p:nvPr/>
          </p:nvSpPr>
          <p:spPr bwMode="auto">
            <a:xfrm rot="0" flipH="0" flipV="0">
              <a:off x="94359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7924958" name=""/>
            <p:cNvSpPr/>
            <p:nvPr/>
          </p:nvSpPr>
          <p:spPr bwMode="auto">
            <a:xfrm rot="0" flipH="0" flipV="0">
              <a:off x="3795538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8732387" name=""/>
            <p:cNvSpPr/>
            <p:nvPr/>
          </p:nvSpPr>
          <p:spPr bwMode="auto">
            <a:xfrm rot="0" flipH="0" flipV="0">
              <a:off x="4594842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45181204" name=""/>
            <p:cNvSpPr/>
            <p:nvPr/>
          </p:nvSpPr>
          <p:spPr bwMode="auto">
            <a:xfrm rot="0" flipH="0" flipV="0">
              <a:off x="7446787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14388406" name=""/>
            <p:cNvSpPr/>
            <p:nvPr/>
          </p:nvSpPr>
          <p:spPr bwMode="auto">
            <a:xfrm rot="0" flipH="0" flipV="0">
              <a:off x="826550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790579770" name=""/>
            <p:cNvSpPr/>
            <p:nvPr/>
          </p:nvSpPr>
          <p:spPr bwMode="auto">
            <a:xfrm rot="0" flipH="0" flipV="0">
              <a:off x="11092296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17943312" name=""/>
            <p:cNvSpPr/>
            <p:nvPr/>
          </p:nvSpPr>
          <p:spPr bwMode="auto">
            <a:xfrm rot="0" flipH="0" flipV="0">
              <a:off x="0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782671" name=""/>
            <p:cNvSpPr/>
            <p:nvPr/>
          </p:nvSpPr>
          <p:spPr bwMode="auto">
            <a:xfrm rot="10800000" flipH="0" flipV="0">
              <a:off x="5764078" y="136461"/>
              <a:ext cx="349167" cy="349167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61481522" name=""/>
            <p:cNvSpPr/>
            <p:nvPr/>
          </p:nvSpPr>
          <p:spPr bwMode="auto">
            <a:xfrm rot="10800000" flipH="0" flipV="0">
              <a:off x="2112828" y="1213560"/>
              <a:ext cx="349168" cy="349168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72815339" name=""/>
            <p:cNvSpPr/>
            <p:nvPr/>
          </p:nvSpPr>
          <p:spPr bwMode="auto">
            <a:xfrm rot="10800000" flipH="0" flipV="0">
              <a:off x="133957" y="666353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47994557" name=""/>
            <p:cNvSpPr/>
            <p:nvPr/>
          </p:nvSpPr>
          <p:spPr bwMode="auto">
            <a:xfrm rot="0" flipH="0" flipV="0">
              <a:off x="9434738" y="666351"/>
              <a:ext cx="349167" cy="349167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61579451" name=""/>
            <p:cNvSpPr/>
            <p:nvPr/>
          </p:nvSpPr>
          <p:spPr bwMode="auto">
            <a:xfrm rot="0" flipH="0" flipV="0">
              <a:off x="11400512" y="666351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138305965" name=""/>
            <p:cNvGrpSpPr/>
            <p:nvPr/>
          </p:nvGrpSpPr>
          <p:grpSpPr bwMode="auto">
            <a:xfrm rot="1140159" flipH="0" flipV="0">
              <a:off x="479414" y="1023134"/>
              <a:ext cx="1641186" cy="148114"/>
              <a:chOff x="0" y="0"/>
              <a:chExt cx="1641186" cy="148114"/>
            </a:xfrm>
          </p:grpSpPr>
          <p:grpSp>
            <p:nvGrpSpPr>
              <p:cNvPr id="1797210763" name=""/>
              <p:cNvGrpSpPr/>
              <p:nvPr/>
            </p:nvGrpSpPr>
            <p:grpSpPr bwMode="auto">
              <a:xfrm flipH="0" flipV="0">
                <a:off x="0" y="0"/>
                <a:ext cx="550910" cy="148114"/>
                <a:chOff x="0" y="0"/>
                <a:chExt cx="550910" cy="148114"/>
              </a:xfrm>
            </p:grpSpPr>
            <p:grpSp>
              <p:nvGrpSpPr>
                <p:cNvPr id="1298119127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996999292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5959409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93514309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95025692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967577628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35229663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1721446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00122331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29982187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82803230" name=""/>
              <p:cNvGrpSpPr/>
              <p:nvPr/>
            </p:nvGrpSpPr>
            <p:grpSpPr bwMode="auto">
              <a:xfrm flipH="0" flipV="0">
                <a:off x="545135" y="0"/>
                <a:ext cx="550910" cy="148114"/>
                <a:chOff x="0" y="0"/>
                <a:chExt cx="550910" cy="148114"/>
              </a:xfrm>
            </p:grpSpPr>
            <p:grpSp>
              <p:nvGrpSpPr>
                <p:cNvPr id="2140403840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622779190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57332466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63409458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6339460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178700061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947847278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20003670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32435964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02385061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26784246" name=""/>
              <p:cNvGrpSpPr/>
              <p:nvPr/>
            </p:nvGrpSpPr>
            <p:grpSpPr bwMode="auto">
              <a:xfrm flipH="0" flipV="0">
                <a:off x="1090271" y="0"/>
                <a:ext cx="550910" cy="148114"/>
                <a:chOff x="0" y="0"/>
                <a:chExt cx="550910" cy="148114"/>
              </a:xfrm>
            </p:grpSpPr>
            <p:grpSp>
              <p:nvGrpSpPr>
                <p:cNvPr id="600869947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387240376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4928508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94985057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9153437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129917649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104657250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05616422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140102290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10923609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663661083" name=""/>
            <p:cNvGrpSpPr/>
            <p:nvPr/>
          </p:nvGrpSpPr>
          <p:grpSpPr bwMode="auto">
            <a:xfrm rot="20450642" flipH="0" flipV="0">
              <a:off x="2413080" y="759992"/>
              <a:ext cx="3405907" cy="170654"/>
              <a:chOff x="0" y="0"/>
              <a:chExt cx="3405907" cy="170654"/>
            </a:xfrm>
          </p:grpSpPr>
          <p:grpSp>
            <p:nvGrpSpPr>
              <p:cNvPr id="399910104" name=""/>
              <p:cNvGrpSpPr/>
              <p:nvPr/>
            </p:nvGrpSpPr>
            <p:grpSpPr bwMode="auto">
              <a:xfrm flipH="0" flipV="0">
                <a:off x="0" y="0"/>
                <a:ext cx="1143290" cy="170654"/>
                <a:chOff x="0" y="0"/>
                <a:chExt cx="1143290" cy="170654"/>
              </a:xfrm>
            </p:grpSpPr>
            <p:grpSp>
              <p:nvGrpSpPr>
                <p:cNvPr id="2081633581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1096615941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780541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714925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6191833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42530770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24749142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04311491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331302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81850556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844299343" name=""/>
              <p:cNvGrpSpPr/>
              <p:nvPr/>
            </p:nvGrpSpPr>
            <p:grpSpPr bwMode="auto">
              <a:xfrm flipH="0" flipV="0">
                <a:off x="1131304" y="0"/>
                <a:ext cx="1143290" cy="170654"/>
                <a:chOff x="0" y="0"/>
                <a:chExt cx="1143290" cy="170654"/>
              </a:xfrm>
            </p:grpSpPr>
            <p:grpSp>
              <p:nvGrpSpPr>
                <p:cNvPr id="1543190300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553861256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64473048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5432463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54011108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890792759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47639771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48573712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48623304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171234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846444746" name=""/>
              <p:cNvGrpSpPr/>
              <p:nvPr/>
            </p:nvGrpSpPr>
            <p:grpSpPr bwMode="auto">
              <a:xfrm flipH="0" flipV="0">
                <a:off x="2262610" y="0"/>
                <a:ext cx="1143290" cy="170654"/>
                <a:chOff x="0" y="0"/>
                <a:chExt cx="1143290" cy="170654"/>
              </a:xfrm>
            </p:grpSpPr>
            <p:grpSp>
              <p:nvGrpSpPr>
                <p:cNvPr id="748175574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10620520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3222628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90269052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4712599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562195159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481964542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06946626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9756894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81108119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659423939" name=""/>
            <p:cNvGrpSpPr/>
            <p:nvPr/>
          </p:nvGrpSpPr>
          <p:grpSpPr bwMode="auto">
            <a:xfrm rot="0" flipH="0" flipV="0">
              <a:off x="9813127" y="784320"/>
              <a:ext cx="1587373" cy="148114"/>
              <a:chOff x="0" y="0"/>
              <a:chExt cx="1587373" cy="148114"/>
            </a:xfrm>
          </p:grpSpPr>
          <p:grpSp>
            <p:nvGrpSpPr>
              <p:cNvPr id="1830651526" name=""/>
              <p:cNvGrpSpPr/>
              <p:nvPr/>
            </p:nvGrpSpPr>
            <p:grpSpPr bwMode="auto">
              <a:xfrm flipH="0" flipV="0">
                <a:off x="0" y="0"/>
                <a:ext cx="532847" cy="148114"/>
                <a:chOff x="0" y="0"/>
                <a:chExt cx="532847" cy="148114"/>
              </a:xfrm>
            </p:grpSpPr>
            <p:grpSp>
              <p:nvGrpSpPr>
                <p:cNvPr id="109789773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857402845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28526290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3149825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76527615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782549440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877747877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6153728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0823126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62782833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48731875" name=""/>
              <p:cNvGrpSpPr/>
              <p:nvPr/>
            </p:nvGrpSpPr>
            <p:grpSpPr bwMode="auto">
              <a:xfrm flipH="0" flipV="0">
                <a:off x="527260" y="0"/>
                <a:ext cx="532847" cy="148114"/>
                <a:chOff x="0" y="0"/>
                <a:chExt cx="532847" cy="148114"/>
              </a:xfrm>
            </p:grpSpPr>
            <p:grpSp>
              <p:nvGrpSpPr>
                <p:cNvPr id="123759783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705648693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20165771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76457162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14504048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609304673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833952981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29754064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42224999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83197385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549396305" name=""/>
              <p:cNvGrpSpPr/>
              <p:nvPr/>
            </p:nvGrpSpPr>
            <p:grpSpPr bwMode="auto">
              <a:xfrm flipH="0" flipV="0">
                <a:off x="1054522" y="0"/>
                <a:ext cx="532847" cy="148114"/>
                <a:chOff x="0" y="0"/>
                <a:chExt cx="532847" cy="148114"/>
              </a:xfrm>
            </p:grpSpPr>
            <p:grpSp>
              <p:nvGrpSpPr>
                <p:cNvPr id="51341562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338652811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18683324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19779843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23652502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686360435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113244265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18493161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996476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0881218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100468184" name=""/>
            <p:cNvGrpSpPr/>
            <p:nvPr/>
          </p:nvGrpSpPr>
          <p:grpSpPr bwMode="auto">
            <a:xfrm rot="489418" flipH="0" flipV="0">
              <a:off x="6114163" y="479603"/>
              <a:ext cx="3343214" cy="170654"/>
              <a:chOff x="0" y="0"/>
              <a:chExt cx="3343214" cy="170654"/>
            </a:xfrm>
          </p:grpSpPr>
          <p:grpSp>
            <p:nvGrpSpPr>
              <p:cNvPr id="138143904" name=""/>
              <p:cNvGrpSpPr/>
              <p:nvPr/>
            </p:nvGrpSpPr>
            <p:grpSpPr bwMode="auto">
              <a:xfrm flipH="0" flipV="0">
                <a:off x="0" y="0"/>
                <a:ext cx="1122246" cy="170654"/>
                <a:chOff x="0" y="0"/>
                <a:chExt cx="1122246" cy="170654"/>
              </a:xfrm>
            </p:grpSpPr>
            <p:grpSp>
              <p:nvGrpSpPr>
                <p:cNvPr id="669349577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25618827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81341515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26356232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34036245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473987024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125976413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83861342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71380295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40253609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820687623" name=""/>
              <p:cNvGrpSpPr/>
              <p:nvPr/>
            </p:nvGrpSpPr>
            <p:grpSpPr bwMode="auto">
              <a:xfrm flipH="0" flipV="0">
                <a:off x="1110479" y="0"/>
                <a:ext cx="1122246" cy="170654"/>
                <a:chOff x="0" y="0"/>
                <a:chExt cx="1122246" cy="170654"/>
              </a:xfrm>
            </p:grpSpPr>
            <p:grpSp>
              <p:nvGrpSpPr>
                <p:cNvPr id="105247474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2106219892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97067083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78104230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1403408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20883541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417927676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61661878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85256164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50384514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210822541" name=""/>
              <p:cNvGrpSpPr/>
              <p:nvPr/>
            </p:nvGrpSpPr>
            <p:grpSpPr bwMode="auto">
              <a:xfrm flipH="0" flipV="0">
                <a:off x="2220961" y="0"/>
                <a:ext cx="1122246" cy="170654"/>
                <a:chOff x="0" y="0"/>
                <a:chExt cx="1122246" cy="170654"/>
              </a:xfrm>
            </p:grpSpPr>
            <p:grpSp>
              <p:nvGrpSpPr>
                <p:cNvPr id="2064509865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373298904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897870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35400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6014805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58842610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197418152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4771524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14688521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19890540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</p:grpSp>
      <p:grpSp>
        <p:nvGrpSpPr>
          <p:cNvPr id="886245875" name=""/>
          <p:cNvGrpSpPr/>
          <p:nvPr/>
        </p:nvGrpSpPr>
        <p:grpSpPr bwMode="auto">
          <a:xfrm>
            <a:off x="135654" y="4842029"/>
            <a:ext cx="11844783" cy="1666873"/>
            <a:chOff x="0" y="0"/>
            <a:chExt cx="11844783" cy="1666873"/>
          </a:xfrm>
        </p:grpSpPr>
        <p:grpSp>
          <p:nvGrpSpPr>
            <p:cNvPr id="645099237" name=""/>
            <p:cNvGrpSpPr/>
            <p:nvPr/>
          </p:nvGrpSpPr>
          <p:grpSpPr bwMode="auto">
            <a:xfrm rot="0" flipH="0" flipV="0">
              <a:off x="0" y="0"/>
              <a:ext cx="11844783" cy="1666873"/>
              <a:chOff x="0" y="0"/>
              <a:chExt cx="11844783" cy="1666873"/>
            </a:xfrm>
          </p:grpSpPr>
          <p:grpSp>
            <p:nvGrpSpPr>
              <p:cNvPr id="2077221660" name=""/>
              <p:cNvGrpSpPr/>
              <p:nvPr/>
            </p:nvGrpSpPr>
            <p:grpSpPr bwMode="auto">
              <a:xfrm>
                <a:off x="0" y="0"/>
                <a:ext cx="11844783" cy="1666873"/>
                <a:chOff x="0" y="0"/>
                <a:chExt cx="11844783" cy="1666873"/>
              </a:xfrm>
            </p:grpSpPr>
            <p:sp>
              <p:nvSpPr>
                <p:cNvPr id="662505603" name=""/>
                <p:cNvSpPr/>
                <p:nvPr/>
              </p:nvSpPr>
              <p:spPr bwMode="auto">
                <a:xfrm rot="0" flipH="0" flipV="0">
                  <a:off x="94359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40768279" name=""/>
                <p:cNvSpPr/>
                <p:nvPr/>
              </p:nvSpPr>
              <p:spPr bwMode="auto">
                <a:xfrm rot="0" flipH="0" flipV="0">
                  <a:off x="3795538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88475911" name=""/>
                <p:cNvSpPr/>
                <p:nvPr/>
              </p:nvSpPr>
              <p:spPr bwMode="auto">
                <a:xfrm rot="0" flipH="0" flipV="0">
                  <a:off x="4594842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521818167" name=""/>
                <p:cNvSpPr/>
                <p:nvPr/>
              </p:nvSpPr>
              <p:spPr bwMode="auto">
                <a:xfrm rot="0" flipH="0" flipV="0">
                  <a:off x="7446787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22946840" name=""/>
                <p:cNvSpPr/>
                <p:nvPr/>
              </p:nvSpPr>
              <p:spPr bwMode="auto">
                <a:xfrm rot="0" flipH="0" flipV="0">
                  <a:off x="826550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489152722" name=""/>
                <p:cNvSpPr/>
                <p:nvPr/>
              </p:nvSpPr>
              <p:spPr bwMode="auto">
                <a:xfrm rot="0" flipH="0" flipV="0">
                  <a:off x="11092296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608472971" name=""/>
                <p:cNvSpPr/>
                <p:nvPr/>
              </p:nvSpPr>
              <p:spPr bwMode="auto">
                <a:xfrm rot="0" flipH="0" flipV="0">
                  <a:off x="0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1751245379" name=""/>
              <p:cNvGrpSpPr/>
              <p:nvPr/>
            </p:nvGrpSpPr>
            <p:grpSpPr bwMode="auto">
              <a:xfrm rot="0" flipH="0" flipV="0">
                <a:off x="133957" y="666352"/>
                <a:ext cx="11615721" cy="349167"/>
                <a:chOff x="0" y="0"/>
                <a:chExt cx="11615721" cy="349167"/>
              </a:xfrm>
            </p:grpSpPr>
            <p:sp>
              <p:nvSpPr>
                <p:cNvPr id="489572068" name=""/>
                <p:cNvSpPr/>
                <p:nvPr/>
              </p:nvSpPr>
              <p:spPr bwMode="auto">
                <a:xfrm rot="10800000" flipH="0" flipV="0">
                  <a:off x="0" y="0"/>
                  <a:ext cx="349167" cy="349167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32488658" name=""/>
                <p:cNvSpPr/>
                <p:nvPr/>
              </p:nvSpPr>
              <p:spPr bwMode="auto">
                <a:xfrm rot="0" flipH="0" flipV="0">
                  <a:off x="11266553" y="0"/>
                  <a:ext cx="349167" cy="349167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077776329" name=""/>
            <p:cNvGrpSpPr/>
            <p:nvPr/>
          </p:nvGrpSpPr>
          <p:grpSpPr bwMode="auto">
            <a:xfrm flipH="0" flipV="0">
              <a:off x="497847" y="755428"/>
              <a:ext cx="10902663" cy="148114"/>
              <a:chOff x="0" y="0"/>
              <a:chExt cx="10902663" cy="148114"/>
            </a:xfrm>
          </p:grpSpPr>
          <p:grpSp>
            <p:nvGrpSpPr>
              <p:cNvPr id="1344535291" name=""/>
              <p:cNvGrpSpPr/>
              <p:nvPr/>
            </p:nvGrpSpPr>
            <p:grpSpPr bwMode="auto">
              <a:xfrm rot="0" flipH="0" flipV="0">
                <a:off x="0" y="0"/>
                <a:ext cx="3635721" cy="148115"/>
                <a:chOff x="0" y="0"/>
                <a:chExt cx="3635721" cy="148115"/>
              </a:xfrm>
            </p:grpSpPr>
            <p:grpSp>
              <p:nvGrpSpPr>
                <p:cNvPr id="290055678" name=""/>
                <p:cNvGrpSpPr/>
                <p:nvPr/>
              </p:nvGrpSpPr>
              <p:grpSpPr bwMode="auto">
                <a:xfrm flipH="0" flipV="0">
                  <a:off x="0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699552471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04169645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51838903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01302090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2607301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38178456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99926404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476363147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63292042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06486108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1146175146" name=""/>
                <p:cNvGrpSpPr/>
                <p:nvPr/>
              </p:nvGrpSpPr>
              <p:grpSpPr bwMode="auto">
                <a:xfrm flipH="0" flipV="0">
                  <a:off x="1207641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930721866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56254703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75995621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45341427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59545454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73577349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2315860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63272413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90440506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324879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636277893" name=""/>
                <p:cNvGrpSpPr/>
                <p:nvPr/>
              </p:nvGrpSpPr>
              <p:grpSpPr bwMode="auto">
                <a:xfrm flipH="0" flipV="0">
                  <a:off x="2415287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696305003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328483172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5605274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1184204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35185775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747089039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321143087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2551410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39493216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77689470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  <p:grpSp>
            <p:nvGrpSpPr>
              <p:cNvPr id="1603349847" name=""/>
              <p:cNvGrpSpPr/>
              <p:nvPr/>
            </p:nvGrpSpPr>
            <p:grpSpPr bwMode="auto">
              <a:xfrm rot="0" flipH="0" flipV="0">
                <a:off x="3633471" y="0"/>
                <a:ext cx="3635721" cy="148115"/>
                <a:chOff x="0" y="0"/>
                <a:chExt cx="3635721" cy="148115"/>
              </a:xfrm>
            </p:grpSpPr>
            <p:grpSp>
              <p:nvGrpSpPr>
                <p:cNvPr id="1478617598" name=""/>
                <p:cNvGrpSpPr/>
                <p:nvPr/>
              </p:nvGrpSpPr>
              <p:grpSpPr bwMode="auto">
                <a:xfrm flipH="0" flipV="0">
                  <a:off x="0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1324015631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209806252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68922027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56903499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919274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37817373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34665989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2848104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4400597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03301899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549282993" name=""/>
                <p:cNvGrpSpPr/>
                <p:nvPr/>
              </p:nvGrpSpPr>
              <p:grpSpPr bwMode="auto">
                <a:xfrm flipH="0" flipV="0">
                  <a:off x="1207641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458548144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30796867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4553494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9387839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06764509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301384663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559230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032598004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038107848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39174506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2008648969" name=""/>
                <p:cNvGrpSpPr/>
                <p:nvPr/>
              </p:nvGrpSpPr>
              <p:grpSpPr bwMode="auto">
                <a:xfrm flipH="0" flipV="0">
                  <a:off x="2415286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4900190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77115365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8856938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668918472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2721274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847175820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15857771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5883031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827778033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5699901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  <p:grpSp>
            <p:nvGrpSpPr>
              <p:cNvPr id="606397736" name=""/>
              <p:cNvGrpSpPr/>
              <p:nvPr/>
            </p:nvGrpSpPr>
            <p:grpSpPr bwMode="auto">
              <a:xfrm rot="0" flipH="0" flipV="0">
                <a:off x="7266942" y="0"/>
                <a:ext cx="3635721" cy="148115"/>
                <a:chOff x="0" y="0"/>
                <a:chExt cx="3635721" cy="148115"/>
              </a:xfrm>
            </p:grpSpPr>
            <p:grpSp>
              <p:nvGrpSpPr>
                <p:cNvPr id="1462091789" name=""/>
                <p:cNvGrpSpPr/>
                <p:nvPr/>
              </p:nvGrpSpPr>
              <p:grpSpPr bwMode="auto">
                <a:xfrm flipH="0" flipV="0">
                  <a:off x="0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112310023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09879293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66433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73647071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24622417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501915267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4456735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84113390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1688239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39455717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2015493056" name=""/>
                <p:cNvGrpSpPr/>
                <p:nvPr/>
              </p:nvGrpSpPr>
              <p:grpSpPr bwMode="auto">
                <a:xfrm flipH="0" flipV="0">
                  <a:off x="1207641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536950592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426276893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24150691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415935965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98747438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924084422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435102908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70741670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71575275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3105348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150345883" name=""/>
                <p:cNvGrpSpPr/>
                <p:nvPr/>
              </p:nvGrpSpPr>
              <p:grpSpPr bwMode="auto">
                <a:xfrm flipH="0" flipV="0">
                  <a:off x="2415286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7724263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9978927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70576947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9888333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1540179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94469613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9742030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34063587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97107088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85211661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</p:grpSp>
      </p:grpSp>
      <p:grpSp>
        <p:nvGrpSpPr>
          <p:cNvPr id="1770787412" name=""/>
          <p:cNvGrpSpPr/>
          <p:nvPr/>
        </p:nvGrpSpPr>
        <p:grpSpPr bwMode="auto">
          <a:xfrm>
            <a:off x="135653" y="1181254"/>
            <a:ext cx="11844783" cy="1666872"/>
            <a:chOff x="0" y="0"/>
            <a:chExt cx="11844783" cy="1666872"/>
          </a:xfrm>
        </p:grpSpPr>
        <p:grpSp>
          <p:nvGrpSpPr>
            <p:cNvPr id="1343662721" name=""/>
            <p:cNvGrpSpPr/>
            <p:nvPr/>
          </p:nvGrpSpPr>
          <p:grpSpPr bwMode="auto">
            <a:xfrm>
              <a:off x="0" y="0"/>
              <a:ext cx="11844783" cy="1666873"/>
              <a:chOff x="0" y="0"/>
              <a:chExt cx="11844783" cy="1666873"/>
            </a:xfrm>
          </p:grpSpPr>
          <p:grpSp>
            <p:nvGrpSpPr>
              <p:cNvPr id="2001403540" name=""/>
              <p:cNvGrpSpPr/>
              <p:nvPr/>
            </p:nvGrpSpPr>
            <p:grpSpPr bwMode="auto">
              <a:xfrm>
                <a:off x="0" y="0"/>
                <a:ext cx="11844783" cy="1666873"/>
                <a:chOff x="0" y="0"/>
                <a:chExt cx="11844783" cy="1666873"/>
              </a:xfrm>
            </p:grpSpPr>
            <p:sp>
              <p:nvSpPr>
                <p:cNvPr id="789781366" name=""/>
                <p:cNvSpPr/>
                <p:nvPr/>
              </p:nvSpPr>
              <p:spPr bwMode="auto">
                <a:xfrm rot="0" flipH="0" flipV="0">
                  <a:off x="94359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62931782" name=""/>
                <p:cNvSpPr/>
                <p:nvPr/>
              </p:nvSpPr>
              <p:spPr bwMode="auto">
                <a:xfrm rot="0" flipH="0" flipV="0">
                  <a:off x="3795538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88205450" name=""/>
                <p:cNvSpPr/>
                <p:nvPr/>
              </p:nvSpPr>
              <p:spPr bwMode="auto">
                <a:xfrm rot="0" flipH="0" flipV="0">
                  <a:off x="4594842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41930724" name=""/>
                <p:cNvSpPr/>
                <p:nvPr/>
              </p:nvSpPr>
              <p:spPr bwMode="auto">
                <a:xfrm rot="0" flipH="0" flipV="0">
                  <a:off x="7446787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38940872" name=""/>
                <p:cNvSpPr/>
                <p:nvPr/>
              </p:nvSpPr>
              <p:spPr bwMode="auto">
                <a:xfrm rot="0" flipH="0" flipV="0">
                  <a:off x="826550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35196479" name=""/>
                <p:cNvSpPr/>
                <p:nvPr/>
              </p:nvSpPr>
              <p:spPr bwMode="auto">
                <a:xfrm rot="0" flipH="0" flipV="0">
                  <a:off x="11092296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908114431" name=""/>
                <p:cNvSpPr/>
                <p:nvPr/>
              </p:nvSpPr>
              <p:spPr bwMode="auto">
                <a:xfrm rot="0" flipH="0" flipV="0">
                  <a:off x="0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737289036" name=""/>
              <p:cNvGrpSpPr/>
              <p:nvPr/>
            </p:nvGrpSpPr>
            <p:grpSpPr bwMode="auto">
              <a:xfrm rot="0" flipH="0" flipV="0">
                <a:off x="133958" y="136461"/>
                <a:ext cx="11615721" cy="1408948"/>
                <a:chOff x="0" y="0"/>
                <a:chExt cx="11615721" cy="1408948"/>
              </a:xfrm>
            </p:grpSpPr>
            <p:grpSp>
              <p:nvGrpSpPr>
                <p:cNvPr id="596493714" name=""/>
                <p:cNvGrpSpPr/>
                <p:nvPr/>
              </p:nvGrpSpPr>
              <p:grpSpPr bwMode="auto">
                <a:xfrm>
                  <a:off x="3067788" y="0"/>
                  <a:ext cx="1823464" cy="1408948"/>
                  <a:chOff x="0" y="0"/>
                  <a:chExt cx="1823464" cy="1408948"/>
                </a:xfrm>
              </p:grpSpPr>
              <p:cxnSp>
                <p:nvCxnSpPr>
                  <p:cNvPr id="53151102" name=""/>
                  <p:cNvCxnSpPr/>
                  <p:nvPr/>
                </p:nvCxnSpPr>
                <p:spPr bwMode="auto">
                  <a:xfrm rot="10800000" flipH="0" flipV="1">
                    <a:off x="349167" y="174582"/>
                    <a:ext cx="1125126" cy="105228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8720639" name=""/>
                  <p:cNvSpPr/>
                  <p:nvPr/>
                </p:nvSpPr>
                <p:spPr bwMode="auto">
                  <a:xfrm rot="10800000" flipH="0" flipV="0">
                    <a:off x="1474297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54526527" name=""/>
                  <p:cNvSpPr/>
                  <p:nvPr/>
                </p:nvSpPr>
                <p:spPr bwMode="auto">
                  <a:xfrm rot="0" flipH="0" flipV="0">
                    <a:off x="0" y="105978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766188032" name=""/>
                <p:cNvGrpSpPr/>
                <p:nvPr/>
              </p:nvGrpSpPr>
              <p:grpSpPr bwMode="auto">
                <a:xfrm>
                  <a:off x="0" y="529891"/>
                  <a:ext cx="1234577" cy="879057"/>
                  <a:chOff x="0" y="0"/>
                  <a:chExt cx="1234577" cy="879057"/>
                </a:xfrm>
              </p:grpSpPr>
              <p:sp>
                <p:nvSpPr>
                  <p:cNvPr id="855084600" name=""/>
                  <p:cNvSpPr/>
                  <p:nvPr/>
                </p:nvSpPr>
                <p:spPr bwMode="auto">
                  <a:xfrm rot="10800000" flipH="0" flipV="0">
                    <a:off x="885408" y="529887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cxnSp>
                <p:nvCxnSpPr>
                  <p:cNvPr id="1944483445" name=""/>
                  <p:cNvCxnSpPr/>
                  <p:nvPr/>
                </p:nvCxnSpPr>
                <p:spPr bwMode="auto">
                  <a:xfrm rot="10800000" flipH="0" flipV="0">
                    <a:off x="298032" y="298031"/>
                    <a:ext cx="587376" cy="406438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3796038" name=""/>
                  <p:cNvSpPr/>
                  <p:nvPr/>
                </p:nvSpPr>
                <p:spPr bwMode="auto">
                  <a:xfrm rot="1080000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645250338" name=""/>
                <p:cNvGrpSpPr/>
                <p:nvPr/>
              </p:nvGrpSpPr>
              <p:grpSpPr bwMode="auto">
                <a:xfrm rot="10800000">
                  <a:off x="10381142" y="529889"/>
                  <a:ext cx="1234578" cy="349168"/>
                  <a:chOff x="0" y="0"/>
                  <a:chExt cx="1234578" cy="349168"/>
                </a:xfrm>
              </p:grpSpPr>
              <p:sp>
                <p:nvSpPr>
                  <p:cNvPr id="1846856090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86657638" name=""/>
                  <p:cNvCxnSpPr/>
                  <p:nvPr/>
                </p:nvCxnSpPr>
                <p:spPr bwMode="auto">
                  <a:xfrm rot="10800000" flipH="0" flipV="1">
                    <a:off x="349167" y="174583"/>
                    <a:ext cx="536242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98451606" name=""/>
                  <p:cNvSpPr/>
                  <p:nvPr/>
                </p:nvSpPr>
                <p:spPr bwMode="auto">
                  <a:xfrm rot="1080000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871019606" name=""/>
                <p:cNvGrpSpPr/>
                <p:nvPr/>
              </p:nvGrpSpPr>
              <p:grpSpPr bwMode="auto">
                <a:xfrm rot="10800000">
                  <a:off x="6724465" y="0"/>
                  <a:ext cx="2107789" cy="879058"/>
                  <a:chOff x="0" y="0"/>
                  <a:chExt cx="2107789" cy="879058"/>
                </a:xfrm>
              </p:grpSpPr>
              <p:cxnSp>
                <p:nvCxnSpPr>
                  <p:cNvPr id="1105523966" name=""/>
                  <p:cNvCxnSpPr/>
                  <p:nvPr/>
                </p:nvCxnSpPr>
                <p:spPr bwMode="auto">
                  <a:xfrm rot="10800000" flipH="0" flipV="0">
                    <a:off x="349169" y="167082"/>
                    <a:ext cx="1409450" cy="53739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54328479" name=""/>
                  <p:cNvSpPr/>
                  <p:nvPr/>
                </p:nvSpPr>
                <p:spPr bwMode="auto">
                  <a:xfrm rot="10800000" flipH="0" flipV="0">
                    <a:off x="1758620" y="52988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56689659" name=""/>
                  <p:cNvSpPr/>
                  <p:nvPr/>
                </p:nvSpPr>
                <p:spPr bwMode="auto">
                  <a:xfrm rot="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</p:grpSp>
        <p:grpSp>
          <p:nvGrpSpPr>
            <p:cNvPr id="510456521" name=""/>
            <p:cNvGrpSpPr/>
            <p:nvPr/>
          </p:nvGrpSpPr>
          <p:grpSpPr bwMode="auto">
            <a:xfrm flipH="0" flipV="0">
              <a:off x="1404216" y="1292294"/>
              <a:ext cx="1797529" cy="148114"/>
              <a:chOff x="0" y="0"/>
              <a:chExt cx="1797529" cy="148114"/>
            </a:xfrm>
          </p:grpSpPr>
          <p:grpSp>
            <p:nvGrpSpPr>
              <p:cNvPr id="35191217" name=""/>
              <p:cNvGrpSpPr/>
              <p:nvPr/>
            </p:nvGrpSpPr>
            <p:grpSpPr bwMode="auto">
              <a:xfrm flipH="0" flipV="0">
                <a:off x="0" y="0"/>
                <a:ext cx="603392" cy="148114"/>
                <a:chOff x="0" y="0"/>
                <a:chExt cx="603392" cy="148114"/>
              </a:xfrm>
            </p:grpSpPr>
            <p:grpSp>
              <p:nvGrpSpPr>
                <p:cNvPr id="753402029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51657319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15243868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71591708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20686153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649488630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69864781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2371270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5866808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338983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681203356" name=""/>
              <p:cNvGrpSpPr/>
              <p:nvPr/>
            </p:nvGrpSpPr>
            <p:grpSpPr bwMode="auto">
              <a:xfrm flipH="0" flipV="0">
                <a:off x="597066" y="0"/>
                <a:ext cx="603392" cy="148114"/>
                <a:chOff x="0" y="0"/>
                <a:chExt cx="603392" cy="148114"/>
              </a:xfrm>
            </p:grpSpPr>
            <p:grpSp>
              <p:nvGrpSpPr>
                <p:cNvPr id="983025544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79333249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54083140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9302602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6795243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470289388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806982107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6334554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43192074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82897612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116142465" name=""/>
              <p:cNvGrpSpPr/>
              <p:nvPr/>
            </p:nvGrpSpPr>
            <p:grpSpPr bwMode="auto">
              <a:xfrm flipH="0" flipV="0">
                <a:off x="1194133" y="0"/>
                <a:ext cx="603392" cy="148114"/>
                <a:chOff x="0" y="0"/>
                <a:chExt cx="603392" cy="148114"/>
              </a:xfrm>
            </p:grpSpPr>
            <p:grpSp>
              <p:nvGrpSpPr>
                <p:cNvPr id="1115630225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379795419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51733379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09556267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81452789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84601832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2044088552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8117296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9456049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6709673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737353718" name=""/>
            <p:cNvGrpSpPr/>
            <p:nvPr/>
          </p:nvGrpSpPr>
          <p:grpSpPr bwMode="auto">
            <a:xfrm flipH="0" flipV="0">
              <a:off x="5046230" y="223762"/>
              <a:ext cx="1797529" cy="148114"/>
              <a:chOff x="0" y="0"/>
              <a:chExt cx="1797529" cy="148114"/>
            </a:xfrm>
          </p:grpSpPr>
          <p:grpSp>
            <p:nvGrpSpPr>
              <p:cNvPr id="775085777" name=""/>
              <p:cNvGrpSpPr/>
              <p:nvPr/>
            </p:nvGrpSpPr>
            <p:grpSpPr bwMode="auto">
              <a:xfrm flipH="0" flipV="0">
                <a:off x="0" y="0"/>
                <a:ext cx="603392" cy="148114"/>
                <a:chOff x="0" y="0"/>
                <a:chExt cx="603392" cy="148114"/>
              </a:xfrm>
            </p:grpSpPr>
            <p:grpSp>
              <p:nvGrpSpPr>
                <p:cNvPr id="1134339484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94201268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13290383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17554409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87906600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40260895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90427500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0442313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9694129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5582720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02241979" name=""/>
              <p:cNvGrpSpPr/>
              <p:nvPr/>
            </p:nvGrpSpPr>
            <p:grpSpPr bwMode="auto">
              <a:xfrm flipH="0" flipV="0">
                <a:off x="597066" y="0"/>
                <a:ext cx="603392" cy="148114"/>
                <a:chOff x="0" y="0"/>
                <a:chExt cx="603392" cy="148114"/>
              </a:xfrm>
            </p:grpSpPr>
            <p:grpSp>
              <p:nvGrpSpPr>
                <p:cNvPr id="1414834948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3730619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06220187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82147422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883144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71292393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268233770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13370183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08140227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77784987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521719403" name=""/>
              <p:cNvGrpSpPr/>
              <p:nvPr/>
            </p:nvGrpSpPr>
            <p:grpSpPr bwMode="auto">
              <a:xfrm flipH="0" flipV="0">
                <a:off x="1194133" y="0"/>
                <a:ext cx="603392" cy="148114"/>
                <a:chOff x="0" y="0"/>
                <a:chExt cx="603392" cy="148114"/>
              </a:xfrm>
            </p:grpSpPr>
            <p:grpSp>
              <p:nvGrpSpPr>
                <p:cNvPr id="1832911025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81734539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0900408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78909396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7734552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261831208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42419496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3868949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5791670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96737074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680459073" name=""/>
            <p:cNvGrpSpPr/>
            <p:nvPr/>
          </p:nvGrpSpPr>
          <p:grpSpPr bwMode="auto">
            <a:xfrm flipH="0" flipV="0">
              <a:off x="8994096" y="774479"/>
              <a:ext cx="1521004" cy="148114"/>
              <a:chOff x="0" y="0"/>
              <a:chExt cx="1521004" cy="148114"/>
            </a:xfrm>
          </p:grpSpPr>
          <p:grpSp>
            <p:nvGrpSpPr>
              <p:cNvPr id="434688499" name=""/>
              <p:cNvGrpSpPr/>
              <p:nvPr/>
            </p:nvGrpSpPr>
            <p:grpSpPr bwMode="auto">
              <a:xfrm flipH="0" flipV="0">
                <a:off x="0" y="0"/>
                <a:ext cx="510568" cy="148114"/>
                <a:chOff x="0" y="0"/>
                <a:chExt cx="510568" cy="148114"/>
              </a:xfrm>
            </p:grpSpPr>
            <p:grpSp>
              <p:nvGrpSpPr>
                <p:cNvPr id="549793104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2028570663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09808123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03000045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9350345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98247781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108524661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5319338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33643491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67601190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997374290" name=""/>
              <p:cNvGrpSpPr/>
              <p:nvPr/>
            </p:nvGrpSpPr>
            <p:grpSpPr bwMode="auto">
              <a:xfrm flipH="0" flipV="0">
                <a:off x="505215" y="0"/>
                <a:ext cx="510568" cy="148114"/>
                <a:chOff x="0" y="0"/>
                <a:chExt cx="510568" cy="148114"/>
              </a:xfrm>
            </p:grpSpPr>
            <p:grpSp>
              <p:nvGrpSpPr>
                <p:cNvPr id="280266476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835649315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35684476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21897407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40848485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915404528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012682690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47445570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5696056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10648263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16229259" name=""/>
              <p:cNvGrpSpPr/>
              <p:nvPr/>
            </p:nvGrpSpPr>
            <p:grpSpPr bwMode="auto">
              <a:xfrm flipH="0" flipV="0">
                <a:off x="1010432" y="0"/>
                <a:ext cx="510568" cy="148114"/>
                <a:chOff x="0" y="0"/>
                <a:chExt cx="510568" cy="148114"/>
              </a:xfrm>
            </p:grpSpPr>
            <p:grpSp>
              <p:nvGrpSpPr>
                <p:cNvPr id="244838229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2020212476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16290827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55359766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155985630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549455387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185458330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43828017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27807649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74133488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335853" name=""/>
          <p:cNvSpPr txBox="1"/>
          <p:nvPr/>
        </p:nvSpPr>
        <p:spPr bwMode="auto">
          <a:xfrm rot="0" flipH="0" flipV="0">
            <a:off x="0" y="0"/>
            <a:ext cx="836903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to represent entanglement swapping and/or span concept ?</a:t>
            </a:r>
            <a:br>
              <a:rPr lang="fr-FR"/>
            </a:br>
            <a:r>
              <a:rPr lang="fr-FR"/>
              <a:t>maybe enough if fig 3 &amp; 4 are given</a:t>
            </a:r>
            <a:endParaRPr/>
          </a:p>
        </p:txBody>
      </p:sp>
      <p:sp>
        <p:nvSpPr>
          <p:cNvPr id="1152344237" name=""/>
          <p:cNvSpPr txBox="1"/>
          <p:nvPr/>
        </p:nvSpPr>
        <p:spPr bwMode="auto">
          <a:xfrm rot="0" flipH="0" flipV="0">
            <a:off x="3562875" y="2971798"/>
            <a:ext cx="5397429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 ?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6098489" name=""/>
          <p:cNvGrpSpPr/>
          <p:nvPr/>
        </p:nvGrpSpPr>
        <p:grpSpPr bwMode="auto">
          <a:xfrm>
            <a:off x="3299963" y="981235"/>
            <a:ext cx="5020229" cy="5420827"/>
            <a:chOff x="0" y="0"/>
            <a:chExt cx="5020229" cy="5420827"/>
          </a:xfrm>
        </p:grpSpPr>
        <p:grpSp>
          <p:nvGrpSpPr>
            <p:cNvPr id="1017621890" name=""/>
            <p:cNvGrpSpPr/>
            <p:nvPr/>
          </p:nvGrpSpPr>
          <p:grpSpPr bwMode="auto">
            <a:xfrm rot="10800000">
              <a:off x="680617" y="837018"/>
              <a:ext cx="3974220" cy="3337515"/>
              <a:chOff x="0" y="0"/>
              <a:chExt cx="3974220" cy="3337515"/>
            </a:xfrm>
          </p:grpSpPr>
          <p:cxnSp>
            <p:nvCxnSpPr>
              <p:cNvPr id="1063751197" name=""/>
              <p:cNvCxnSpPr/>
              <p:nvPr/>
            </p:nvCxnSpPr>
            <p:spPr bwMode="auto">
              <a:xfrm rot="10800000" flipH="0" flipV="0">
                <a:off x="2436300" y="1668755"/>
                <a:ext cx="805230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7840371" name=""/>
              <p:cNvCxnSpPr/>
              <p:nvPr/>
            </p:nvCxnSpPr>
            <p:spPr bwMode="auto">
              <a:xfrm rot="16199998" flipH="0" flipV="1">
                <a:off x="2370881" y="431760"/>
                <a:ext cx="1043367" cy="91253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1957999" name=""/>
              <p:cNvCxnSpPr/>
              <p:nvPr/>
            </p:nvCxnSpPr>
            <p:spPr bwMode="auto">
              <a:xfrm rot="5399997" flipH="0" flipV="0">
                <a:off x="2370883" y="1993221"/>
                <a:ext cx="1043365" cy="91253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5767294" name=""/>
              <p:cNvSpPr/>
              <p:nvPr/>
            </p:nvSpPr>
            <p:spPr bwMode="auto">
              <a:xfrm rot="0" flipH="0" flipV="0">
                <a:off x="3241530" y="1302408"/>
                <a:ext cx="732690" cy="732690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695121882" name=""/>
              <p:cNvCxnSpPr/>
              <p:nvPr/>
            </p:nvCxnSpPr>
            <p:spPr bwMode="auto">
              <a:xfrm rot="10800000" flipH="0" flipV="0">
                <a:off x="732690" y="2971170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990950" name=""/>
              <p:cNvCxnSpPr/>
              <p:nvPr/>
            </p:nvCxnSpPr>
            <p:spPr bwMode="auto">
              <a:xfrm rot="10800000" flipH="0" flipV="1">
                <a:off x="732690" y="1668753"/>
                <a:ext cx="970921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675704" name=""/>
              <p:cNvCxnSpPr/>
              <p:nvPr/>
            </p:nvCxnSpPr>
            <p:spPr bwMode="auto">
              <a:xfrm rot="10800000" flipH="0" flipV="0">
                <a:off x="732690" y="366345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32796590" name=""/>
              <p:cNvGrpSpPr/>
              <p:nvPr/>
            </p:nvGrpSpPr>
            <p:grpSpPr bwMode="auto">
              <a:xfrm>
                <a:off x="0" y="0"/>
                <a:ext cx="732690" cy="3337515"/>
                <a:chOff x="0" y="0"/>
                <a:chExt cx="732690" cy="3337515"/>
              </a:xfrm>
            </p:grpSpPr>
            <p:sp>
              <p:nvSpPr>
                <p:cNvPr id="1574800068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29715383" name=""/>
                <p:cNvSpPr/>
                <p:nvPr/>
              </p:nvSpPr>
              <p:spPr bwMode="auto">
                <a:xfrm rot="0" flipH="0" flipV="0">
                  <a:off x="0" y="1302408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1805984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551237808" name=""/>
              <p:cNvGrpSpPr/>
              <p:nvPr/>
            </p:nvGrpSpPr>
            <p:grpSpPr bwMode="auto">
              <a:xfrm>
                <a:off x="1703610" y="0"/>
                <a:ext cx="732690" cy="3337515"/>
                <a:chOff x="0" y="0"/>
                <a:chExt cx="732690" cy="3337515"/>
              </a:xfrm>
            </p:grpSpPr>
            <p:sp>
              <p:nvSpPr>
                <p:cNvPr id="906432303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9754989" name=""/>
                <p:cNvSpPr/>
                <p:nvPr/>
              </p:nvSpPr>
              <p:spPr bwMode="auto">
                <a:xfrm rot="0" flipH="0" flipV="0">
                  <a:off x="0" y="1302408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97887070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330893085" name=""/>
            <p:cNvGrpSpPr/>
            <p:nvPr/>
          </p:nvGrpSpPr>
          <p:grpSpPr bwMode="auto">
            <a:xfrm>
              <a:off x="875828" y="4333519"/>
              <a:ext cx="3924297" cy="1087308"/>
              <a:chOff x="0" y="0"/>
              <a:chExt cx="3924297" cy="1087308"/>
            </a:xfrm>
          </p:grpSpPr>
          <p:sp>
            <p:nvSpPr>
              <p:cNvPr id="1333423444" name=""/>
              <p:cNvSpPr/>
              <p:nvPr/>
            </p:nvSpPr>
            <p:spPr bwMode="auto">
              <a:xfrm rot="16199998" flipH="0" flipV="0">
                <a:off x="1851862" y="-1851862"/>
                <a:ext cx="220572" cy="3924298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451463884" name=""/>
              <p:cNvSpPr txBox="1"/>
              <p:nvPr/>
            </p:nvSpPr>
            <p:spPr bwMode="auto">
              <a:xfrm rot="0" flipH="0" flipV="0">
                <a:off x="1268190" y="324409"/>
                <a:ext cx="1400876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1567320251" name=""/>
            <p:cNvSpPr txBox="1"/>
            <p:nvPr/>
          </p:nvSpPr>
          <p:spPr bwMode="auto">
            <a:xfrm rot="0" flipH="0" flipV="0">
              <a:off x="1866897" y="0"/>
              <a:ext cx="1455722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203964407" name=""/>
            <p:cNvSpPr txBox="1"/>
            <p:nvPr/>
          </p:nvSpPr>
          <p:spPr bwMode="auto">
            <a:xfrm rot="5400000" flipH="0" flipV="0">
              <a:off x="3259198" y="2849940"/>
              <a:ext cx="66760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31647007" name=""/>
            <p:cNvSpPr txBox="1"/>
            <p:nvPr/>
          </p:nvSpPr>
          <p:spPr bwMode="auto">
            <a:xfrm rot="0" flipH="0" flipV="0">
              <a:off x="3562347" y="0"/>
              <a:ext cx="1457882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7055502" name=""/>
            <p:cNvSpPr txBox="1"/>
            <p:nvPr/>
          </p:nvSpPr>
          <p:spPr bwMode="auto">
            <a:xfrm rot="0" flipH="0" flipV="0">
              <a:off x="0" y="1333497"/>
              <a:ext cx="1511793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421662770" name=""/>
          <p:cNvSpPr txBox="1"/>
          <p:nvPr/>
        </p:nvSpPr>
        <p:spPr bwMode="auto">
          <a:xfrm rot="0" flipH="0" flipV="0">
            <a:off x="1352549" y="400050"/>
            <a:ext cx="680157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</a:t>
            </a:r>
            <a:r>
              <a:rPr lang="fr-FR"/>
              <a:t>-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solo</a:t>
            </a:r>
            <a:r>
              <a:rPr lang="fr-FR"/>
              <a:t> HRGS 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807433" name=""/>
          <p:cNvSpPr txBox="1"/>
          <p:nvPr/>
        </p:nvSpPr>
        <p:spPr bwMode="auto">
          <a:xfrm rot="0" flipH="0" flipV="0">
            <a:off x="1352549" y="400050"/>
            <a:ext cx="939560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3 - HRGS joining procedure into RGS</a:t>
            </a:r>
            <a:endParaRPr lang="fr-FR"/>
          </a:p>
        </p:txBody>
      </p:sp>
      <p:grpSp>
        <p:nvGrpSpPr>
          <p:cNvPr id="1190919582" name=""/>
          <p:cNvGrpSpPr/>
          <p:nvPr/>
        </p:nvGrpSpPr>
        <p:grpSpPr bwMode="auto">
          <a:xfrm>
            <a:off x="964423" y="1071331"/>
            <a:ext cx="9778923" cy="5087066"/>
            <a:chOff x="0" y="0"/>
            <a:chExt cx="9778923" cy="5087066"/>
          </a:xfrm>
        </p:grpSpPr>
        <p:grpSp>
          <p:nvGrpSpPr>
            <p:cNvPr id="938686487" name=""/>
            <p:cNvGrpSpPr/>
            <p:nvPr/>
          </p:nvGrpSpPr>
          <p:grpSpPr bwMode="auto">
            <a:xfrm>
              <a:off x="0" y="0"/>
              <a:ext cx="9778923" cy="5087066"/>
              <a:chOff x="0" y="0"/>
              <a:chExt cx="9778923" cy="5087066"/>
            </a:xfrm>
          </p:grpSpPr>
          <p:cxnSp>
            <p:nvCxnSpPr>
              <p:cNvPr id="452288250" name=""/>
              <p:cNvCxnSpPr>
                <a:stCxn id="1690367939" idx="6"/>
                <a:endCxn id="628318772" idx="6"/>
              </p:cNvCxnSpPr>
              <p:nvPr/>
            </p:nvCxnSpPr>
            <p:spPr bwMode="auto">
              <a:xfrm rot="0" flipH="0" flipV="1">
                <a:off x="4368969" y="2507832"/>
                <a:ext cx="1290443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773661" name=""/>
              <p:cNvSpPr txBox="1"/>
              <p:nvPr/>
            </p:nvSpPr>
            <p:spPr bwMode="auto">
              <a:xfrm rot="0" flipH="0" flipV="0">
                <a:off x="1469197" y="0"/>
                <a:ext cx="1075527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E6B31C"/>
                    </a:solidFill>
                    <a:latin typeface="CMU Serif"/>
                    <a:ea typeface="CMU Serif"/>
                    <a:cs typeface="CMU Serif"/>
                  </a:rPr>
                  <a:t>Inner qubits</a:t>
                </a:r>
                <a:endParaRPr sz="2200" b="1">
                  <a:solidFill>
                    <a:srgbClr val="E6B31C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2141693964" name=""/>
              <p:cNvSpPr txBox="1"/>
              <p:nvPr/>
            </p:nvSpPr>
            <p:spPr bwMode="auto">
              <a:xfrm rot="0" flipH="0" flipV="0">
                <a:off x="0" y="4324348"/>
                <a:ext cx="1127434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qubits</a:t>
                </a:r>
                <a:endParaRPr sz="2200" b="1">
                  <a:solidFill>
                    <a:srgbClr val="FF4C4C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388802417" name=""/>
              <p:cNvGrpSpPr/>
              <p:nvPr/>
            </p:nvGrpSpPr>
            <p:grpSpPr bwMode="auto">
              <a:xfrm>
                <a:off x="394742" y="839073"/>
                <a:ext cx="3974222" cy="3337515"/>
                <a:chOff x="0" y="0"/>
                <a:chExt cx="3974222" cy="3337515"/>
              </a:xfrm>
            </p:grpSpPr>
            <p:cxnSp>
              <p:nvCxnSpPr>
                <p:cNvPr id="238677943" name=""/>
                <p:cNvCxnSpPr/>
                <p:nvPr/>
              </p:nvCxnSpPr>
              <p:spPr bwMode="auto">
                <a:xfrm rot="10800000" flipH="0" flipV="0">
                  <a:off x="2436302" y="1668756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450698" name=""/>
                <p:cNvCxnSpPr/>
                <p:nvPr/>
              </p:nvCxnSpPr>
              <p:spPr bwMode="auto">
                <a:xfrm rot="16199998" flipH="0" flipV="1">
                  <a:off x="2370883" y="431762"/>
                  <a:ext cx="1043367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5539551" name=""/>
                <p:cNvCxnSpPr/>
                <p:nvPr/>
              </p:nvCxnSpPr>
              <p:spPr bwMode="auto">
                <a:xfrm rot="5399997" flipH="0" flipV="0">
                  <a:off x="2370884" y="1993221"/>
                  <a:ext cx="1043365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0367939" name=""/>
                <p:cNvSpPr/>
                <p:nvPr/>
              </p:nvSpPr>
              <p:spPr bwMode="auto">
                <a:xfrm rot="0" flipH="0" flipV="0">
                  <a:off x="3241532" y="1302411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983538632" name=""/>
                <p:cNvCxnSpPr>
                  <a:stCxn id="254667520" idx="2"/>
                  <a:endCxn id="1253465757" idx="6"/>
                </p:cNvCxnSpPr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30879" name=""/>
                <p:cNvCxnSpPr>
                  <a:stCxn id="1408712568" idx="2"/>
                  <a:endCxn id="1312772892" idx="6"/>
                </p:cNvCxnSpPr>
                <p:nvPr/>
              </p:nvCxnSpPr>
              <p:spPr bwMode="auto">
                <a:xfrm rot="10800000" flipH="0" flipV="1">
                  <a:off x="732690" y="1668756"/>
                  <a:ext cx="970921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1625967" name=""/>
                <p:cNvCxnSpPr>
                  <a:stCxn id="885037124" idx="2"/>
                  <a:endCxn id="1728386857" idx="6"/>
                </p:cNvCxnSpPr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51667172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253465757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12772892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838685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643355375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254667520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08712568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85037124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779618887" name=""/>
              <p:cNvGrpSpPr/>
              <p:nvPr/>
            </p:nvGrpSpPr>
            <p:grpSpPr bwMode="auto">
              <a:xfrm rot="10800000">
                <a:off x="5659413" y="839073"/>
                <a:ext cx="3974221" cy="3337515"/>
                <a:chOff x="0" y="0"/>
                <a:chExt cx="3974221" cy="3337515"/>
              </a:xfrm>
            </p:grpSpPr>
            <p:cxnSp>
              <p:nvCxnSpPr>
                <p:cNvPr id="853645407" name=""/>
                <p:cNvCxnSpPr/>
                <p:nvPr/>
              </p:nvCxnSpPr>
              <p:spPr bwMode="auto">
                <a:xfrm rot="10800000" flipH="0" flipV="0">
                  <a:off x="2436300" y="1668756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7244845" name=""/>
                <p:cNvCxnSpPr/>
                <p:nvPr/>
              </p:nvCxnSpPr>
              <p:spPr bwMode="auto">
                <a:xfrm rot="16199998" flipH="0" flipV="1">
                  <a:off x="2370882" y="431761"/>
                  <a:ext cx="1043367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6850686" name=""/>
                <p:cNvCxnSpPr/>
                <p:nvPr/>
              </p:nvCxnSpPr>
              <p:spPr bwMode="auto">
                <a:xfrm rot="5399997" flipH="0" flipV="0">
                  <a:off x="2370884" y="1993221"/>
                  <a:ext cx="1043365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8318772" name=""/>
                <p:cNvSpPr/>
                <p:nvPr/>
              </p:nvSpPr>
              <p:spPr bwMode="auto">
                <a:xfrm rot="0" flipH="0" flipV="0">
                  <a:off x="3241531" y="1302409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575910645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3827335" name=""/>
                <p:cNvCxnSpPr/>
                <p:nvPr/>
              </p:nvCxnSpPr>
              <p:spPr bwMode="auto">
                <a:xfrm rot="10800000" flipH="0" flipV="1">
                  <a:off x="732690" y="1668755"/>
                  <a:ext cx="970921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0137356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07868700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317136761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27868752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588069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479028163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06346199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03677290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1382960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266524055" name=""/>
              <p:cNvGrpSpPr/>
              <p:nvPr/>
            </p:nvGrpSpPr>
            <p:grpSpPr bwMode="auto">
              <a:xfrm>
                <a:off x="5854624" y="4335573"/>
                <a:ext cx="3924297" cy="751492"/>
                <a:chOff x="0" y="0"/>
                <a:chExt cx="3924297" cy="751492"/>
              </a:xfrm>
            </p:grpSpPr>
            <p:sp>
              <p:nvSpPr>
                <p:cNvPr id="742574945" name=""/>
                <p:cNvSpPr/>
                <p:nvPr/>
              </p:nvSpPr>
              <p:spPr bwMode="auto">
                <a:xfrm rot="16199998" flipH="0" flipV="0">
                  <a:off x="1851862" y="-1851862"/>
                  <a:ext cx="220572" cy="3924298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439742750" name=""/>
                <p:cNvSpPr txBox="1"/>
                <p:nvPr/>
              </p:nvSpPr>
              <p:spPr bwMode="auto">
                <a:xfrm rot="0" flipH="0" flipV="0">
                  <a:off x="1268190" y="324414"/>
                  <a:ext cx="1388278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850970034" name=""/>
              <p:cNvSpPr txBox="1"/>
              <p:nvPr/>
            </p:nvSpPr>
            <p:spPr bwMode="auto">
              <a:xfrm rot="0" flipH="0" flipV="0">
                <a:off x="4629005" y="1877016"/>
                <a:ext cx="790384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490923440" name=""/>
              <p:cNvSpPr txBox="1"/>
              <p:nvPr/>
            </p:nvSpPr>
            <p:spPr bwMode="auto">
              <a:xfrm rot="0" flipH="0" flipV="0">
                <a:off x="4258113" y="2780166"/>
                <a:ext cx="151251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3211675" name=""/>
            <p:cNvSpPr txBox="1"/>
            <p:nvPr/>
          </p:nvSpPr>
          <p:spPr bwMode="auto">
            <a:xfrm rot="0" flipH="0" flipV="0">
              <a:off x="4634091" y="957312"/>
              <a:ext cx="795063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1548667952" name=""/>
            <p:cNvCxnSpPr/>
            <p:nvPr/>
          </p:nvCxnSpPr>
          <p:spPr bwMode="auto">
            <a:xfrm rot="10800000" flipH="0" flipV="1">
              <a:off x="4253231" y="1484766"/>
              <a:ext cx="514349" cy="590549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1830772" name=""/>
            <p:cNvCxnSpPr/>
            <p:nvPr/>
          </p:nvCxnSpPr>
          <p:spPr bwMode="auto">
            <a:xfrm rot="10800000" flipH="1" flipV="1">
              <a:off x="5262880" y="1446665"/>
              <a:ext cx="514348" cy="590549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8535743" name=""/>
            <p:cNvSpPr txBox="1"/>
            <p:nvPr/>
          </p:nvSpPr>
          <p:spPr bwMode="auto">
            <a:xfrm rot="5400000" flipH="0" flipV="0">
              <a:off x="1385568" y="2894151"/>
              <a:ext cx="66724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2654405" name=""/>
            <p:cNvSpPr txBox="1"/>
            <p:nvPr/>
          </p:nvSpPr>
          <p:spPr bwMode="auto">
            <a:xfrm rot="5400000" flipH="0" flipV="0">
              <a:off x="8302537" y="2894331"/>
              <a:ext cx="66760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553955" name=""/>
          <p:cNvSpPr txBox="1"/>
          <p:nvPr/>
        </p:nvSpPr>
        <p:spPr bwMode="auto">
          <a:xfrm rot="0" flipH="0" flipV="0">
            <a:off x="1352548" y="400050"/>
            <a:ext cx="940892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bis - tree encoded inner qubit helper</a:t>
            </a:r>
            <a:endParaRPr lang="fr-FR"/>
          </a:p>
        </p:txBody>
      </p:sp>
      <p:grpSp>
        <p:nvGrpSpPr>
          <p:cNvPr id="1518597930" name=""/>
          <p:cNvGrpSpPr/>
          <p:nvPr/>
        </p:nvGrpSpPr>
        <p:grpSpPr bwMode="auto">
          <a:xfrm>
            <a:off x="1562531" y="1832304"/>
            <a:ext cx="9885765" cy="4029048"/>
            <a:chOff x="0" y="0"/>
            <a:chExt cx="9885765" cy="4029048"/>
          </a:xfrm>
        </p:grpSpPr>
        <p:grpSp>
          <p:nvGrpSpPr>
            <p:cNvPr id="390891251" name=""/>
            <p:cNvGrpSpPr/>
            <p:nvPr/>
          </p:nvGrpSpPr>
          <p:grpSpPr bwMode="auto">
            <a:xfrm>
              <a:off x="2447685" y="0"/>
              <a:ext cx="7438080" cy="4029049"/>
              <a:chOff x="0" y="0"/>
              <a:chExt cx="7438080" cy="4029049"/>
            </a:xfrm>
          </p:grpSpPr>
          <p:sp>
            <p:nvSpPr>
              <p:cNvPr id="1446163310" name=""/>
              <p:cNvSpPr/>
              <p:nvPr/>
            </p:nvSpPr>
            <p:spPr bwMode="auto">
              <a:xfrm rot="10800000" flipH="0" flipV="0">
                <a:off x="1175726" y="1296059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70805513" name=""/>
              <p:cNvSpPr/>
              <p:nvPr/>
            </p:nvSpPr>
            <p:spPr bwMode="auto">
              <a:xfrm rot="10800000" flipH="0" flipV="0">
                <a:off x="1692938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60000027" name=""/>
              <p:cNvSpPr/>
              <p:nvPr/>
            </p:nvSpPr>
            <p:spPr bwMode="auto">
              <a:xfrm rot="10800000" flipH="0" flipV="0">
                <a:off x="687255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662698144" name=""/>
              <p:cNvCxnSpPr/>
              <p:nvPr/>
            </p:nvCxnSpPr>
            <p:spPr bwMode="auto">
              <a:xfrm rot="16199998" flipH="0" flipV="1">
                <a:off x="1736091" y="1943834"/>
                <a:ext cx="354408" cy="266997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421755" name=""/>
              <p:cNvCxnSpPr/>
              <p:nvPr/>
            </p:nvCxnSpPr>
            <p:spPr bwMode="auto">
              <a:xfrm rot="16199998" flipH="0" flipV="0">
                <a:off x="983035" y="1958203"/>
                <a:ext cx="354407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4302022" name=""/>
              <p:cNvSpPr/>
              <p:nvPr/>
            </p:nvSpPr>
            <p:spPr bwMode="auto">
              <a:xfrm rot="10800000" flipH="0" flipV="0">
                <a:off x="3075317" y="1296059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089055257" name=""/>
              <p:cNvSpPr/>
              <p:nvPr/>
            </p:nvSpPr>
            <p:spPr bwMode="auto">
              <a:xfrm rot="10800000" flipH="0" flipV="0">
                <a:off x="3589119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01041805" name=""/>
              <p:cNvSpPr/>
              <p:nvPr/>
            </p:nvSpPr>
            <p:spPr bwMode="auto">
              <a:xfrm rot="10800000" flipH="0" flipV="0">
                <a:off x="2583436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412123166" name=""/>
              <p:cNvCxnSpPr/>
              <p:nvPr/>
            </p:nvCxnSpPr>
            <p:spPr bwMode="auto">
              <a:xfrm rot="16199998" flipH="0" flipV="1">
                <a:off x="3632272" y="1943835"/>
                <a:ext cx="354409" cy="266996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745416" name=""/>
              <p:cNvCxnSpPr/>
              <p:nvPr/>
            </p:nvCxnSpPr>
            <p:spPr bwMode="auto">
              <a:xfrm rot="16199998" flipH="0" flipV="0">
                <a:off x="2879217" y="1958203"/>
                <a:ext cx="354408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725984" name=""/>
              <p:cNvSpPr/>
              <p:nvPr/>
            </p:nvSpPr>
            <p:spPr bwMode="auto">
              <a:xfrm rot="10800000" flipH="0" flipV="0">
                <a:off x="4968091" y="1315108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99681572" name=""/>
              <p:cNvSpPr/>
              <p:nvPr/>
            </p:nvSpPr>
            <p:spPr bwMode="auto">
              <a:xfrm rot="10800000" flipH="0" flipV="0">
                <a:off x="5485301" y="22735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8677027" name=""/>
              <p:cNvSpPr/>
              <p:nvPr/>
            </p:nvSpPr>
            <p:spPr bwMode="auto">
              <a:xfrm rot="10800000" flipH="0" flipV="0">
                <a:off x="4479618" y="22735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445977489" name=""/>
              <p:cNvCxnSpPr/>
              <p:nvPr/>
            </p:nvCxnSpPr>
            <p:spPr bwMode="auto">
              <a:xfrm rot="16199998" flipH="0" flipV="1">
                <a:off x="5528454" y="1962883"/>
                <a:ext cx="354409" cy="266996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907524" name=""/>
              <p:cNvCxnSpPr/>
              <p:nvPr/>
            </p:nvCxnSpPr>
            <p:spPr bwMode="auto">
              <a:xfrm rot="16199998" flipH="0" flipV="0">
                <a:off x="4775399" y="1977252"/>
                <a:ext cx="354408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7219599" name=""/>
              <p:cNvSpPr/>
              <p:nvPr/>
            </p:nvSpPr>
            <p:spPr bwMode="auto">
              <a:xfrm rot="10800000" flipH="0" flipV="0">
                <a:off x="1692938" y="330228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08453778" name=""/>
              <p:cNvSpPr/>
              <p:nvPr/>
            </p:nvSpPr>
            <p:spPr bwMode="auto">
              <a:xfrm rot="10800000" flipH="0" flipV="0">
                <a:off x="687255" y="33022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48933455" name=""/>
              <p:cNvSpPr/>
              <p:nvPr/>
            </p:nvSpPr>
            <p:spPr bwMode="auto">
              <a:xfrm rot="10800000" flipH="0" flipV="0">
                <a:off x="3589118" y="330228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32609869" name=""/>
              <p:cNvSpPr/>
              <p:nvPr/>
            </p:nvSpPr>
            <p:spPr bwMode="auto">
              <a:xfrm rot="10800000" flipH="0" flipV="0">
                <a:off x="2583435" y="33022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78425660" name=""/>
              <p:cNvSpPr/>
              <p:nvPr/>
            </p:nvSpPr>
            <p:spPr bwMode="auto">
              <a:xfrm rot="10800000" flipH="0" flipV="0">
                <a:off x="5485300" y="3321338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69743258" name=""/>
              <p:cNvSpPr/>
              <p:nvPr/>
            </p:nvSpPr>
            <p:spPr bwMode="auto">
              <a:xfrm rot="10800000" flipH="0" flipV="0">
                <a:off x="4479617" y="332133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167815183" name=""/>
              <p:cNvCxnSpPr>
                <a:stCxn id="1208453778" idx="4"/>
                <a:endCxn id="960000027" idx="0"/>
              </p:cNvCxnSpPr>
              <p:nvPr/>
            </p:nvCxnSpPr>
            <p:spPr bwMode="auto">
              <a:xfrm rot="16199998" flipH="0" flipV="1">
                <a:off x="871091" y="313226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1413538" name=""/>
              <p:cNvCxnSpPr>
                <a:stCxn id="1767219599" idx="4"/>
                <a:endCxn id="770805513" idx="0"/>
              </p:cNvCxnSpPr>
              <p:nvPr/>
            </p:nvCxnSpPr>
            <p:spPr bwMode="auto">
              <a:xfrm rot="16199998" flipH="0" flipV="0">
                <a:off x="1876776" y="3132268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9672006" name=""/>
              <p:cNvCxnSpPr>
                <a:stCxn id="1132609869" idx="4"/>
                <a:endCxn id="501041805" idx="0"/>
              </p:cNvCxnSpPr>
              <p:nvPr/>
            </p:nvCxnSpPr>
            <p:spPr bwMode="auto">
              <a:xfrm rot="16199998" flipH="0" flipV="0">
                <a:off x="2767273" y="313226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3987790" name=""/>
              <p:cNvCxnSpPr>
                <a:stCxn id="848933455" idx="4"/>
                <a:endCxn id="1089055257" idx="0"/>
              </p:cNvCxnSpPr>
              <p:nvPr/>
            </p:nvCxnSpPr>
            <p:spPr bwMode="auto">
              <a:xfrm rot="16199998" flipH="0" flipV="0">
                <a:off x="3772956" y="3132268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6772716" name=""/>
              <p:cNvCxnSpPr>
                <a:stCxn id="1869743258" idx="4"/>
                <a:endCxn id="208677027" idx="0"/>
              </p:cNvCxnSpPr>
              <p:nvPr/>
            </p:nvCxnSpPr>
            <p:spPr bwMode="auto">
              <a:xfrm rot="16199998" flipH="0" flipV="0">
                <a:off x="4663455" y="315131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4288228" name=""/>
              <p:cNvCxnSpPr>
                <a:stCxn id="978425660" idx="4"/>
                <a:endCxn id="499681572" idx="0"/>
              </p:cNvCxnSpPr>
              <p:nvPr/>
            </p:nvCxnSpPr>
            <p:spPr bwMode="auto">
              <a:xfrm rot="16199998" flipH="0" flipV="0">
                <a:off x="5669138" y="315131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4081993" name=""/>
              <p:cNvCxnSpPr>
                <a:stCxn id="34725984" idx="4"/>
              </p:cNvCxnSpPr>
              <p:nvPr/>
            </p:nvCxnSpPr>
            <p:spPr bwMode="auto">
              <a:xfrm rot="16199998" flipH="0" flipV="1">
                <a:off x="3983893" y="-22944"/>
                <a:ext cx="1033546" cy="164256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2499768" name=""/>
              <p:cNvCxnSpPr/>
              <p:nvPr/>
            </p:nvCxnSpPr>
            <p:spPr bwMode="auto">
              <a:xfrm rot="16199998" flipH="0" flipV="0">
                <a:off x="2973745" y="859680"/>
                <a:ext cx="910855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2136477" name=""/>
              <p:cNvCxnSpPr>
                <a:stCxn id="1446163310" idx="4"/>
              </p:cNvCxnSpPr>
              <p:nvPr/>
            </p:nvCxnSpPr>
            <p:spPr bwMode="auto">
              <a:xfrm rot="16199998" flipH="0" flipV="0">
                <a:off x="1847022" y="-35877"/>
                <a:ext cx="1014497" cy="1649377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9176216" name=""/>
              <p:cNvSpPr txBox="1"/>
              <p:nvPr/>
            </p:nvSpPr>
            <p:spPr bwMode="auto">
              <a:xfrm rot="0" flipH="0" flipV="0">
                <a:off x="0" y="0"/>
                <a:ext cx="2400649" cy="80850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45B5FF"/>
                    </a:solidFill>
                    <a:latin typeface="CMU Serif"/>
                    <a:ea typeface="CMU Serif"/>
                    <a:cs typeface="CMU Serif"/>
                  </a:rPr>
                  <a:t>Tree-Encoding with </a:t>
                </a: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box>
                            <m:boxPr>
                              <m:aln m:val="off"/>
                              <m:diff m:val="off"/>
                              <m:noBreak m:val="off"/>
                              <m:opEmu m:val="on"/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boxPr>
                            <m:e>
                              <m:acc>
                                <m:accPr>
                                  <m:chr m:val="⃗"/>
                                  <m:ctrlPr>
                                    <a:rPr lang="fr-FR" sz="2200" b="1" i="1" u="none" strike="noStrike" cap="none" spc="0">
                                      <a:solidFill>
                                        <a:srgbClr val="45B5FF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i"/>
                                    </m:rPr>
                                    <a:rPr lang="fr-FR" sz="2200" u="none" strike="noStrike" cap="none" spc="0">
                                      <a:solidFill>
                                        <a:srgbClr val="45B5FF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</m:acc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=(3,2,1)</m:t>
                              </m:r>
                            </m:e>
                          </m:box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cxnSp>
            <p:nvCxnSpPr>
              <p:cNvPr id="591759770" name=""/>
              <p:cNvCxnSpPr/>
              <p:nvPr/>
            </p:nvCxnSpPr>
            <p:spPr bwMode="auto">
              <a:xfrm rot="0" flipH="0" flipV="0">
                <a:off x="677146" y="2111043"/>
                <a:ext cx="5581649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741353" name=""/>
              <p:cNvCxnSpPr/>
              <p:nvPr/>
            </p:nvCxnSpPr>
            <p:spPr bwMode="auto">
              <a:xfrm rot="0" flipH="0" flipV="0">
                <a:off x="677146" y="3114649"/>
                <a:ext cx="5581649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4993116" name=""/>
              <p:cNvCxnSpPr/>
              <p:nvPr/>
            </p:nvCxnSpPr>
            <p:spPr bwMode="auto">
              <a:xfrm rot="0" flipH="0" flipV="0">
                <a:off x="1068949" y="1038198"/>
                <a:ext cx="4798044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7957834" name=""/>
              <p:cNvSpPr txBox="1"/>
              <p:nvPr/>
            </p:nvSpPr>
            <p:spPr bwMode="auto">
              <a:xfrm rot="0" flipH="0" flipV="0">
                <a:off x="6033263" y="1378572"/>
                <a:ext cx="1100924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=3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166610753" name=""/>
              <p:cNvSpPr txBox="1"/>
              <p:nvPr/>
            </p:nvSpPr>
            <p:spPr bwMode="auto">
              <a:xfrm rot="0" flipH="0" flipV="0">
                <a:off x="6334996" y="2415431"/>
                <a:ext cx="1102723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=2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743866029" name=""/>
              <p:cNvSpPr txBox="1"/>
              <p:nvPr/>
            </p:nvSpPr>
            <p:spPr bwMode="auto">
              <a:xfrm rot="0" flipH="0" flipV="0">
                <a:off x="6334996" y="3461652"/>
                <a:ext cx="1103083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=1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668539843" name=""/>
            <p:cNvGrpSpPr/>
            <p:nvPr/>
          </p:nvGrpSpPr>
          <p:grpSpPr bwMode="auto">
            <a:xfrm>
              <a:off x="0" y="1046994"/>
              <a:ext cx="2611364" cy="1883196"/>
              <a:chOff x="0" y="0"/>
              <a:chExt cx="2611364" cy="1883196"/>
            </a:xfrm>
          </p:grpSpPr>
          <p:grpSp>
            <p:nvGrpSpPr>
              <p:cNvPr id="150784941" name=""/>
              <p:cNvGrpSpPr/>
              <p:nvPr/>
            </p:nvGrpSpPr>
            <p:grpSpPr bwMode="auto">
              <a:xfrm>
                <a:off x="0" y="0"/>
                <a:ext cx="2611364" cy="1585676"/>
                <a:chOff x="0" y="0"/>
                <a:chExt cx="2611364" cy="1585676"/>
              </a:xfrm>
            </p:grpSpPr>
            <p:sp>
              <p:nvSpPr>
                <p:cNvPr id="1125391816" name=""/>
                <p:cNvSpPr txBox="1"/>
                <p:nvPr/>
              </p:nvSpPr>
              <p:spPr bwMode="auto">
                <a:xfrm rot="0" flipH="0" flipV="0">
                  <a:off x="0" y="0"/>
                  <a:ext cx="2230140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E6B31C"/>
                      </a:solidFill>
                      <a:latin typeface="CMU Serif"/>
                      <a:ea typeface="CMU Serif"/>
                      <a:cs typeface="CMU Serif"/>
                    </a:rPr>
                    <a:t>Tree-Encoded I</a:t>
                  </a:r>
                  <a:r>
                    <a:rPr lang="fr-FR" sz="2200" b="1">
                      <a:solidFill>
                        <a:srgbClr val="E6B31C"/>
                      </a:solidFill>
                      <a:latin typeface="CMU Serif"/>
                      <a:ea typeface="CMU Serif"/>
                      <a:cs typeface="CMU Serif"/>
                    </a:rPr>
                    <a:t>nner qubit</a:t>
                  </a:r>
                  <a:endParaRPr sz="2200" b="1">
                    <a:solidFill>
                      <a:srgbClr val="E6B31C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  <p:grpSp>
              <p:nvGrpSpPr>
                <p:cNvPr id="2081531008" name=""/>
                <p:cNvGrpSpPr/>
                <p:nvPr/>
              </p:nvGrpSpPr>
              <p:grpSpPr bwMode="auto">
                <a:xfrm>
                  <a:off x="768032" y="667108"/>
                  <a:ext cx="1843331" cy="918567"/>
                  <a:chOff x="0" y="0"/>
                  <a:chExt cx="1843331" cy="918567"/>
                </a:xfrm>
              </p:grpSpPr>
              <p:sp>
                <p:nvSpPr>
                  <p:cNvPr id="956073024" name=""/>
                  <p:cNvSpPr/>
                  <p:nvPr/>
                </p:nvSpPr>
                <p:spPr bwMode="auto">
                  <a:xfrm rot="10800000" flipH="0" flipV="0">
                    <a:off x="0" y="210857"/>
                    <a:ext cx="707710" cy="70771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rgbClr val="000000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508557913" name=""/>
                  <p:cNvSpPr txBox="1"/>
                  <p:nvPr/>
                </p:nvSpPr>
                <p:spPr bwMode="auto">
                  <a:xfrm rot="0" flipH="0" flipV="0">
                    <a:off x="869981" y="0"/>
                    <a:ext cx="973350" cy="82332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4800" b="1">
                        <a:latin typeface="CMU Serif"/>
                        <a:ea typeface="CMU Serif"/>
                        <a:cs typeface="CMU Serif"/>
                      </a:rPr>
                      <a:t>=</a:t>
                    </a:r>
                    <a:endParaRPr/>
                  </a:p>
                </p:txBody>
              </p:sp>
            </p:grpSp>
          </p:grpSp>
          <p:cxnSp>
            <p:nvCxnSpPr>
              <p:cNvPr id="1842681935" name=""/>
              <p:cNvCxnSpPr/>
              <p:nvPr/>
            </p:nvCxnSpPr>
            <p:spPr bwMode="auto">
              <a:xfrm rot="16199998" flipH="0" flipV="1">
                <a:off x="1517661" y="1335198"/>
                <a:ext cx="423287" cy="672708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955449" name=""/>
              <p:cNvCxnSpPr/>
              <p:nvPr/>
            </p:nvCxnSpPr>
            <p:spPr bwMode="auto">
              <a:xfrm rot="16199998" flipH="0" flipV="0">
                <a:off x="992379" y="1732837"/>
                <a:ext cx="300597" cy="118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081601" name=""/>
              <p:cNvCxnSpPr/>
              <p:nvPr/>
            </p:nvCxnSpPr>
            <p:spPr bwMode="auto">
              <a:xfrm rot="16199998" flipH="0" flipV="0">
                <a:off x="336787" y="1327460"/>
                <a:ext cx="423287" cy="688184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410695" name=""/>
          <p:cNvSpPr txBox="1"/>
          <p:nvPr/>
        </p:nvSpPr>
        <p:spPr bwMode="auto">
          <a:xfrm rot="0" flipH="0" flipV="0">
            <a:off x="1314450" y="285749"/>
            <a:ext cx="86926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4 vizualization of multiple hops ; maybe to merge with step by step ?</a:t>
            </a:r>
            <a:endParaRPr/>
          </a:p>
        </p:txBody>
      </p:sp>
      <p:sp>
        <p:nvSpPr>
          <p:cNvPr id="1404641680" name=""/>
          <p:cNvSpPr txBox="1"/>
          <p:nvPr/>
        </p:nvSpPr>
        <p:spPr bwMode="auto">
          <a:xfrm rot="0" flipH="0" flipV="0">
            <a:off x="879403" y="4045305"/>
            <a:ext cx="689566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simplified version ? probably top as SbS will have been shown b4</a:t>
            </a:r>
            <a:endParaRPr/>
          </a:p>
        </p:txBody>
      </p:sp>
      <p:grpSp>
        <p:nvGrpSpPr>
          <p:cNvPr id="2069807846" name=""/>
          <p:cNvGrpSpPr/>
          <p:nvPr/>
        </p:nvGrpSpPr>
        <p:grpSpPr bwMode="auto">
          <a:xfrm>
            <a:off x="716172" y="4475190"/>
            <a:ext cx="10718982" cy="2125199"/>
            <a:chOff x="0" y="0"/>
            <a:chExt cx="10718982" cy="2125199"/>
          </a:xfrm>
        </p:grpSpPr>
        <p:grpSp>
          <p:nvGrpSpPr>
            <p:cNvPr id="541948999" name=""/>
            <p:cNvGrpSpPr/>
            <p:nvPr/>
          </p:nvGrpSpPr>
          <p:grpSpPr bwMode="auto">
            <a:xfrm rot="0" flipH="0" flipV="0">
              <a:off x="4910922" y="32874"/>
              <a:ext cx="669046" cy="1516737"/>
              <a:chOff x="0" y="0"/>
              <a:chExt cx="669046" cy="1516737"/>
            </a:xfrm>
          </p:grpSpPr>
          <p:sp>
            <p:nvSpPr>
              <p:cNvPr id="973358059" name=""/>
              <p:cNvSpPr txBox="1"/>
              <p:nvPr/>
            </p:nvSpPr>
            <p:spPr bwMode="auto">
              <a:xfrm rot="0" flipH="0" flipV="0">
                <a:off x="357" y="0"/>
                <a:ext cx="66832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  <p:sp>
            <p:nvSpPr>
              <p:cNvPr id="58747563" name=""/>
              <p:cNvSpPr txBox="1"/>
              <p:nvPr/>
            </p:nvSpPr>
            <p:spPr bwMode="auto">
              <a:xfrm rot="0" flipH="0" flipV="0">
                <a:off x="177" y="438147"/>
                <a:ext cx="66868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  <p:sp>
            <p:nvSpPr>
              <p:cNvPr id="73433821" name=""/>
              <p:cNvSpPr txBox="1"/>
              <p:nvPr/>
            </p:nvSpPr>
            <p:spPr bwMode="auto">
              <a:xfrm rot="0" flipH="0" flipV="0">
                <a:off x="0" y="876297"/>
                <a:ext cx="66904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</p:grpSp>
        <p:sp>
          <p:nvSpPr>
            <p:cNvPr id="273392637" name=""/>
            <p:cNvSpPr txBox="1"/>
            <p:nvPr/>
          </p:nvSpPr>
          <p:spPr bwMode="auto">
            <a:xfrm rot="0" flipH="0" flipV="0">
              <a:off x="45779" y="1819784"/>
              <a:ext cx="1016653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0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281853739" name=""/>
            <p:cNvSpPr txBox="1"/>
            <p:nvPr/>
          </p:nvSpPr>
          <p:spPr bwMode="auto">
            <a:xfrm rot="0" flipH="0" flipV="0">
              <a:off x="3714080" y="1819784"/>
              <a:ext cx="1017013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663712744" name=""/>
            <p:cNvSpPr txBox="1"/>
            <p:nvPr/>
          </p:nvSpPr>
          <p:spPr bwMode="auto">
            <a:xfrm rot="0" flipH="0" flipV="0">
              <a:off x="1996903" y="1819784"/>
              <a:ext cx="819364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Hop 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454468788" name=""/>
            <p:cNvGrpSpPr/>
            <p:nvPr/>
          </p:nvGrpSpPr>
          <p:grpSpPr bwMode="auto">
            <a:xfrm>
              <a:off x="0" y="54087"/>
              <a:ext cx="4865172" cy="1666872"/>
              <a:chOff x="0" y="0"/>
              <a:chExt cx="4865172" cy="1666872"/>
            </a:xfrm>
          </p:grpSpPr>
          <p:grpSp>
            <p:nvGrpSpPr>
              <p:cNvPr id="452190417" name=""/>
              <p:cNvGrpSpPr/>
              <p:nvPr/>
            </p:nvGrpSpPr>
            <p:grpSpPr bwMode="auto">
              <a:xfrm>
                <a:off x="0" y="0"/>
                <a:ext cx="948726" cy="1666872"/>
                <a:chOff x="0" y="0"/>
                <a:chExt cx="948726" cy="1666872"/>
              </a:xfrm>
            </p:grpSpPr>
            <p:sp>
              <p:nvSpPr>
                <p:cNvPr id="2137463688" name=""/>
                <p:cNvSpPr/>
                <p:nvPr/>
              </p:nvSpPr>
              <p:spPr bwMode="auto">
                <a:xfrm rot="0" flipH="0" flipV="0">
                  <a:off x="0" y="0"/>
                  <a:ext cx="918703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134392296" name=""/>
                <p:cNvSpPr txBox="1"/>
                <p:nvPr/>
              </p:nvSpPr>
              <p:spPr bwMode="auto">
                <a:xfrm rot="0" flipH="0" flipV="0">
                  <a:off x="8073" y="619894"/>
                  <a:ext cx="94065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00B050"/>
                      </a:solidFill>
                      <a:latin typeface="CMU Serif"/>
                      <a:ea typeface="CMU Serif"/>
                      <a:cs typeface="CMU Serif"/>
                    </a:rPr>
                    <a:t>Alice</a:t>
                  </a:r>
                  <a:endParaRPr sz="2200" b="1">
                    <a:solidFill>
                      <a:srgbClr val="00B050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111518575" name=""/>
              <p:cNvGrpSpPr/>
              <p:nvPr/>
            </p:nvGrpSpPr>
            <p:grpSpPr bwMode="auto">
              <a:xfrm>
                <a:off x="1026127" y="0"/>
                <a:ext cx="2687643" cy="1666872"/>
                <a:chOff x="0" y="0"/>
                <a:chExt cx="2687643" cy="1666872"/>
              </a:xfrm>
            </p:grpSpPr>
            <p:sp>
              <p:nvSpPr>
                <p:cNvPr id="156898416" name=""/>
                <p:cNvSpPr/>
                <p:nvPr/>
              </p:nvSpPr>
              <p:spPr bwMode="auto">
                <a:xfrm rot="0" flipH="0" flipV="0">
                  <a:off x="0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76868735" name=""/>
                <p:cNvSpPr txBox="1"/>
                <p:nvPr/>
              </p:nvSpPr>
              <p:spPr bwMode="auto">
                <a:xfrm rot="0" flipH="0" flipV="0">
                  <a:off x="803676" y="619894"/>
                  <a:ext cx="1080286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ABSA</a:t>
                  </a:r>
                  <a:endParaRPr sz="22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973728346" name=""/>
              <p:cNvGrpSpPr/>
              <p:nvPr/>
            </p:nvGrpSpPr>
            <p:grpSpPr bwMode="auto">
              <a:xfrm>
                <a:off x="3791169" y="0"/>
                <a:ext cx="1074002" cy="1666872"/>
                <a:chOff x="0" y="0"/>
                <a:chExt cx="1074002" cy="1666872"/>
              </a:xfrm>
            </p:grpSpPr>
            <p:sp>
              <p:nvSpPr>
                <p:cNvPr id="1676875023" name=""/>
                <p:cNvSpPr/>
                <p:nvPr/>
              </p:nvSpPr>
              <p:spPr bwMode="auto">
                <a:xfrm rot="0" flipH="0" flipV="0">
                  <a:off x="32661" y="0"/>
                  <a:ext cx="970579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6526426" name=""/>
                <p:cNvSpPr txBox="1"/>
                <p:nvPr/>
              </p:nvSpPr>
              <p:spPr bwMode="auto">
                <a:xfrm rot="0" flipH="0" flipV="0">
                  <a:off x="0" y="619894"/>
                  <a:ext cx="107400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RGSS</a:t>
                  </a:r>
                  <a:endParaRPr sz="2200" b="1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2062147677" name=""/>
            <p:cNvGrpSpPr/>
            <p:nvPr/>
          </p:nvGrpSpPr>
          <p:grpSpPr bwMode="auto">
            <a:xfrm>
              <a:off x="5561797" y="0"/>
              <a:ext cx="1252426" cy="2097644"/>
              <a:chOff x="0" y="0"/>
              <a:chExt cx="1252426" cy="2097644"/>
            </a:xfrm>
          </p:grpSpPr>
          <p:sp>
            <p:nvSpPr>
              <p:cNvPr id="629361695" name=""/>
              <p:cNvSpPr txBox="1"/>
              <p:nvPr/>
            </p:nvSpPr>
            <p:spPr bwMode="auto">
              <a:xfrm rot="0" flipH="0" flipV="0">
                <a:off x="0" y="1792485"/>
                <a:ext cx="1252427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Station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-1</a:t>
                </a:r>
                <a:endParaRPr sz="1400" b="1" i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830953315" name=""/>
              <p:cNvGrpSpPr/>
              <p:nvPr/>
            </p:nvGrpSpPr>
            <p:grpSpPr bwMode="auto">
              <a:xfrm rot="0" flipH="0" flipV="0">
                <a:off x="89029" y="0"/>
                <a:ext cx="1074362" cy="1666872"/>
                <a:chOff x="0" y="0"/>
                <a:chExt cx="1074362" cy="1666872"/>
              </a:xfrm>
            </p:grpSpPr>
            <p:sp>
              <p:nvSpPr>
                <p:cNvPr id="1983930544" name=""/>
                <p:cNvSpPr/>
                <p:nvPr/>
              </p:nvSpPr>
              <p:spPr bwMode="auto">
                <a:xfrm rot="0" flipH="0" flipV="0">
                  <a:off x="32661" y="0"/>
                  <a:ext cx="97057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30305350" name=""/>
                <p:cNvSpPr txBox="1"/>
                <p:nvPr/>
              </p:nvSpPr>
              <p:spPr bwMode="auto">
                <a:xfrm rot="0" flipH="0" flipV="0">
                  <a:off x="0" y="592851"/>
                  <a:ext cx="107436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RGSS</a:t>
                  </a:r>
                  <a:endParaRPr sz="2200" b="1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66705004" name=""/>
            <p:cNvGrpSpPr/>
            <p:nvPr/>
          </p:nvGrpSpPr>
          <p:grpSpPr bwMode="auto">
            <a:xfrm>
              <a:off x="6756248" y="27043"/>
              <a:ext cx="2687643" cy="2098155"/>
              <a:chOff x="0" y="0"/>
              <a:chExt cx="2687643" cy="2098155"/>
            </a:xfrm>
          </p:grpSpPr>
          <p:sp>
            <p:nvSpPr>
              <p:cNvPr id="184758479" name=""/>
              <p:cNvSpPr txBox="1"/>
              <p:nvPr/>
            </p:nvSpPr>
            <p:spPr bwMode="auto">
              <a:xfrm rot="0" flipH="0" flipV="0">
                <a:off x="907926" y="1792995"/>
                <a:ext cx="871789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Hop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endPara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  <p:grpSp>
            <p:nvGrpSpPr>
              <p:cNvPr id="1022660824" name=""/>
              <p:cNvGrpSpPr/>
              <p:nvPr/>
            </p:nvGrpSpPr>
            <p:grpSpPr bwMode="auto">
              <a:xfrm rot="0" flipH="0" flipV="0">
                <a:off x="0" y="0"/>
                <a:ext cx="2687643" cy="1666872"/>
                <a:chOff x="0" y="0"/>
                <a:chExt cx="2687643" cy="1666872"/>
              </a:xfrm>
            </p:grpSpPr>
            <p:sp>
              <p:nvSpPr>
                <p:cNvPr id="468923788" name=""/>
                <p:cNvSpPr/>
                <p:nvPr/>
              </p:nvSpPr>
              <p:spPr bwMode="auto">
                <a:xfrm rot="0" flipH="0" flipV="0">
                  <a:off x="0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3148900" name=""/>
                <p:cNvSpPr txBox="1"/>
                <p:nvPr/>
              </p:nvSpPr>
              <p:spPr bwMode="auto">
                <a:xfrm rot="0" flipH="0" flipV="0">
                  <a:off x="803675" y="619894"/>
                  <a:ext cx="1080646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ABSA</a:t>
                  </a:r>
                  <a:endParaRPr sz="22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1991613471" name=""/>
            <p:cNvGrpSpPr/>
            <p:nvPr/>
          </p:nvGrpSpPr>
          <p:grpSpPr bwMode="auto">
            <a:xfrm>
              <a:off x="9347815" y="13520"/>
              <a:ext cx="1371165" cy="2111166"/>
              <a:chOff x="0" y="0"/>
              <a:chExt cx="1371165" cy="2111166"/>
            </a:xfrm>
          </p:grpSpPr>
          <p:sp>
            <p:nvSpPr>
              <p:cNvPr id="177282635" name=""/>
              <p:cNvSpPr txBox="1"/>
              <p:nvPr/>
            </p:nvSpPr>
            <p:spPr bwMode="auto">
              <a:xfrm rot="0" flipH="0" flipV="0">
                <a:off x="0" y="1806007"/>
                <a:ext cx="1371166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Station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endParaRPr sz="1400" b="1" i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328121767" name=""/>
              <p:cNvGrpSpPr/>
              <p:nvPr/>
            </p:nvGrpSpPr>
            <p:grpSpPr bwMode="auto">
              <a:xfrm>
                <a:off x="226230" y="0"/>
                <a:ext cx="918702" cy="1666872"/>
                <a:chOff x="0" y="0"/>
                <a:chExt cx="918702" cy="1666872"/>
              </a:xfrm>
            </p:grpSpPr>
            <p:sp>
              <p:nvSpPr>
                <p:cNvPr id="1472621057" name=""/>
                <p:cNvSpPr/>
                <p:nvPr/>
              </p:nvSpPr>
              <p:spPr bwMode="auto">
                <a:xfrm rot="0" flipH="0" flipV="0">
                  <a:off x="0" y="0"/>
                  <a:ext cx="918702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086576177" name=""/>
                <p:cNvSpPr txBox="1"/>
                <p:nvPr/>
              </p:nvSpPr>
              <p:spPr bwMode="auto">
                <a:xfrm rot="0" flipH="0" flipV="0">
                  <a:off x="77742" y="619894"/>
                  <a:ext cx="763218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00B050"/>
                      </a:solidFill>
                      <a:latin typeface="CMU Serif"/>
                      <a:ea typeface="CMU Serif"/>
                      <a:cs typeface="CMU Serif"/>
                    </a:rPr>
                    <a:t>Bob</a:t>
                  </a:r>
                  <a:endParaRPr sz="2200" b="1">
                    <a:solidFill>
                      <a:srgbClr val="00B050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</p:grpSp>
      <p:grpSp>
        <p:nvGrpSpPr>
          <p:cNvPr id="1184638299" name=""/>
          <p:cNvGrpSpPr/>
          <p:nvPr/>
        </p:nvGrpSpPr>
        <p:grpSpPr bwMode="auto">
          <a:xfrm>
            <a:off x="549258" y="1025401"/>
            <a:ext cx="10693531" cy="2455662"/>
            <a:chOff x="0" y="0"/>
            <a:chExt cx="10693531" cy="2455662"/>
          </a:xfrm>
        </p:grpSpPr>
        <p:grpSp>
          <p:nvGrpSpPr>
            <p:cNvPr id="1695842725" name=""/>
            <p:cNvGrpSpPr/>
            <p:nvPr/>
          </p:nvGrpSpPr>
          <p:grpSpPr bwMode="auto">
            <a:xfrm>
              <a:off x="0" y="0"/>
              <a:ext cx="10693531" cy="2455662"/>
              <a:chOff x="0" y="0"/>
              <a:chExt cx="10693531" cy="2455662"/>
            </a:xfrm>
          </p:grpSpPr>
          <p:grpSp>
            <p:nvGrpSpPr>
              <p:cNvPr id="1191140446" name=""/>
              <p:cNvGrpSpPr/>
              <p:nvPr/>
            </p:nvGrpSpPr>
            <p:grpSpPr bwMode="auto">
              <a:xfrm>
                <a:off x="5536706" y="0"/>
                <a:ext cx="5156824" cy="2455662"/>
                <a:chOff x="0" y="0"/>
                <a:chExt cx="5156824" cy="2455662"/>
              </a:xfrm>
            </p:grpSpPr>
            <p:grpSp>
              <p:nvGrpSpPr>
                <p:cNvPr id="1261118862" name=""/>
                <p:cNvGrpSpPr/>
                <p:nvPr/>
              </p:nvGrpSpPr>
              <p:grpSpPr bwMode="auto">
                <a:xfrm rot="0" flipH="0" flipV="0">
                  <a:off x="3912091" y="0"/>
                  <a:ext cx="863012" cy="2150501"/>
                  <a:chOff x="0" y="0"/>
                  <a:chExt cx="863012" cy="2150501"/>
                </a:xfrm>
              </p:grpSpPr>
              <p:sp>
                <p:nvSpPr>
                  <p:cNvPr id="432814983" name=""/>
                  <p:cNvSpPr/>
                  <p:nvPr/>
                </p:nvSpPr>
                <p:spPr bwMode="auto">
                  <a:xfrm rot="0" flipH="0" flipV="0">
                    <a:off x="22718" y="483628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469897363" name=""/>
                  <p:cNvSpPr txBox="1"/>
                  <p:nvPr/>
                </p:nvSpPr>
                <p:spPr bwMode="auto">
                  <a:xfrm rot="0" flipH="0" flipV="0">
                    <a:off x="0" y="0"/>
                    <a:ext cx="863013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Bob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1013035469" name=""/>
                <p:cNvGrpSpPr/>
                <p:nvPr/>
              </p:nvGrpSpPr>
              <p:grpSpPr bwMode="auto">
                <a:xfrm rot="0" flipH="0" flipV="0">
                  <a:off x="89029" y="0"/>
                  <a:ext cx="1074002" cy="2150501"/>
                  <a:chOff x="0" y="0"/>
                  <a:chExt cx="1074002" cy="2150501"/>
                </a:xfrm>
              </p:grpSpPr>
              <p:sp>
                <p:nvSpPr>
                  <p:cNvPr id="1158245808" name=""/>
                  <p:cNvSpPr/>
                  <p:nvPr/>
                </p:nvSpPr>
                <p:spPr bwMode="auto">
                  <a:xfrm rot="0" flipH="0" flipV="0">
                    <a:off x="200269" y="483628"/>
                    <a:ext cx="634998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78269896" name=""/>
                  <p:cNvSpPr txBox="1"/>
                  <p:nvPr/>
                </p:nvSpPr>
                <p:spPr bwMode="auto">
                  <a:xfrm rot="0" flipH="0" flipV="0">
                    <a:off x="0" y="0"/>
                    <a:ext cx="1074003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1917840635" name=""/>
                <p:cNvGrpSpPr/>
                <p:nvPr/>
              </p:nvGrpSpPr>
              <p:grpSpPr bwMode="auto">
                <a:xfrm rot="0" flipH="0" flipV="0">
                  <a:off x="1108017" y="0"/>
                  <a:ext cx="2687643" cy="2150501"/>
                  <a:chOff x="0" y="0"/>
                  <a:chExt cx="2687643" cy="2150501"/>
                </a:xfrm>
              </p:grpSpPr>
              <p:sp>
                <p:nvSpPr>
                  <p:cNvPr id="652376593" name=""/>
                  <p:cNvSpPr/>
                  <p:nvPr/>
                </p:nvSpPr>
                <p:spPr bwMode="auto">
                  <a:xfrm rot="0" flipH="0" flipV="0">
                    <a:off x="0" y="483628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7804827" name=""/>
                  <p:cNvSpPr txBox="1"/>
                  <p:nvPr/>
                </p:nvSpPr>
                <p:spPr bwMode="auto">
                  <a:xfrm rot="0" flipH="0" flipV="0">
                    <a:off x="803855" y="0"/>
                    <a:ext cx="1080646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710316569" name=""/>
                <p:cNvGrpSpPr/>
                <p:nvPr/>
              </p:nvGrpSpPr>
              <p:grpSpPr bwMode="auto">
                <a:xfrm rot="10800000" flipH="0" flipV="0">
                  <a:off x="2538687" y="612307"/>
                  <a:ext cx="2053509" cy="1408947"/>
                  <a:chOff x="0" y="0"/>
                  <a:chExt cx="2053509" cy="1408947"/>
                </a:xfrm>
              </p:grpSpPr>
              <p:cxnSp>
                <p:nvCxnSpPr>
                  <p:cNvPr id="1723504284" name=""/>
                  <p:cNvCxnSpPr/>
                  <p:nvPr/>
                </p:nvCxnSpPr>
                <p:spPr bwMode="auto">
                  <a:xfrm rot="10800000" flipH="0" flipV="0">
                    <a:off x="1234578" y="1234364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32307309" name=""/>
                  <p:cNvSpPr/>
                  <p:nvPr/>
                </p:nvSpPr>
                <p:spPr bwMode="auto">
                  <a:xfrm rot="10800000" flipH="0" flipV="0">
                    <a:off x="885411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10581870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4722948" name=""/>
                  <p:cNvSpPr/>
                  <p:nvPr/>
                </p:nvSpPr>
                <p:spPr bwMode="auto">
                  <a:xfrm rot="10800000" flipH="0" flipV="0">
                    <a:off x="885407" y="105977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80767564" name=""/>
                  <p:cNvSpPr/>
                  <p:nvPr/>
                </p:nvSpPr>
                <p:spPr bwMode="auto">
                  <a:xfrm rot="10800000" flipH="0" flipV="0">
                    <a:off x="1704342" y="52989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27428144" name=""/>
                  <p:cNvSpPr/>
                  <p:nvPr/>
                </p:nvSpPr>
                <p:spPr bwMode="auto">
                  <a:xfrm rot="10800000" flipH="0" flipV="0">
                    <a:off x="1704342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78304158" name=""/>
                  <p:cNvCxnSpPr/>
                  <p:nvPr/>
                </p:nvCxnSpPr>
                <p:spPr bwMode="auto">
                  <a:xfrm rot="10800000" flipH="0" flipV="0">
                    <a:off x="1234578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41802539" name=""/>
                  <p:cNvCxnSpPr/>
                  <p:nvPr/>
                </p:nvCxnSpPr>
                <p:spPr bwMode="auto">
                  <a:xfrm rot="10800000" flipH="0" flipV="1">
                    <a:off x="1234578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18993" name=""/>
                  <p:cNvCxnSpPr/>
                  <p:nvPr/>
                </p:nvCxnSpPr>
                <p:spPr bwMode="auto">
                  <a:xfrm rot="10800000" flipH="0" flipV="0">
                    <a:off x="298031" y="827922"/>
                    <a:ext cx="587376" cy="40643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22779015" name=""/>
                  <p:cNvSpPr/>
                  <p:nvPr/>
                </p:nvSpPr>
                <p:spPr bwMode="auto">
                  <a:xfrm rot="10800000" flipH="0" flipV="0">
                    <a:off x="1704342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978601456" name=""/>
                  <p:cNvCxnSpPr/>
                  <p:nvPr/>
                </p:nvCxnSpPr>
                <p:spPr bwMode="auto">
                  <a:xfrm rot="10800000" flipH="0" flipV="1">
                    <a:off x="349166" y="704475"/>
                    <a:ext cx="536242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2937500" name=""/>
                  <p:cNvCxnSpPr/>
                  <p:nvPr/>
                </p:nvCxnSpPr>
                <p:spPr bwMode="auto">
                  <a:xfrm rot="10800000" flipH="0" flipV="1">
                    <a:off x="298031" y="174582"/>
                    <a:ext cx="587376" cy="40644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48196424" name=""/>
                  <p:cNvSpPr/>
                  <p:nvPr/>
                </p:nvSpPr>
                <p:spPr bwMode="auto">
                  <a:xfrm rot="10800000" flipH="0" flipV="0">
                    <a:off x="0" y="52989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cxnSp>
              <p:nvCxnSpPr>
                <p:cNvPr id="314255371" name=""/>
                <p:cNvCxnSpPr/>
                <p:nvPr/>
              </p:nvCxnSpPr>
              <p:spPr bwMode="auto">
                <a:xfrm rot="10800000" flipH="0" flipV="0">
                  <a:off x="1524408" y="1846672"/>
                  <a:ext cx="469764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3039378" name=""/>
                <p:cNvSpPr/>
                <p:nvPr/>
              </p:nvSpPr>
              <p:spPr bwMode="auto">
                <a:xfrm rot="10800000" flipH="0" flipV="0">
                  <a:off x="1459563" y="1142197"/>
                  <a:ext cx="349167" cy="349167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37631509" name=""/>
                <p:cNvSpPr/>
                <p:nvPr/>
              </p:nvSpPr>
              <p:spPr bwMode="auto">
                <a:xfrm rot="10800000" flipH="0" flipV="0">
                  <a:off x="1175239" y="612306"/>
                  <a:ext cx="349167" cy="349167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1000174" name=""/>
                <p:cNvSpPr/>
                <p:nvPr/>
              </p:nvSpPr>
              <p:spPr bwMode="auto">
                <a:xfrm rot="10800000" flipH="0" flipV="0">
                  <a:off x="1175240" y="1672086"/>
                  <a:ext cx="349168" cy="349168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53239" name=""/>
                <p:cNvSpPr/>
                <p:nvPr/>
              </p:nvSpPr>
              <p:spPr bwMode="auto">
                <a:xfrm rot="10800000" flipH="0" flipV="0">
                  <a:off x="1994173" y="1142197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93895195" name=""/>
                <p:cNvSpPr/>
                <p:nvPr/>
              </p:nvSpPr>
              <p:spPr bwMode="auto">
                <a:xfrm rot="10800000" flipH="0" flipV="0">
                  <a:off x="1994173" y="612306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13612121" name=""/>
                <p:cNvCxnSpPr/>
                <p:nvPr/>
              </p:nvCxnSpPr>
              <p:spPr bwMode="auto">
                <a:xfrm rot="10800000" flipH="0" flipV="0">
                  <a:off x="1808734" y="1316781"/>
                  <a:ext cx="185438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6606449" name=""/>
                <p:cNvCxnSpPr/>
                <p:nvPr/>
              </p:nvCxnSpPr>
              <p:spPr bwMode="auto">
                <a:xfrm rot="10800000" flipH="0" flipV="1">
                  <a:off x="1524408" y="786888"/>
                  <a:ext cx="469764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5037514" name=""/>
                <p:cNvSpPr/>
                <p:nvPr/>
              </p:nvSpPr>
              <p:spPr bwMode="auto">
                <a:xfrm rot="10800000" flipH="0" flipV="0">
                  <a:off x="1994173" y="1672087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88328951" name=""/>
                <p:cNvSpPr txBox="1"/>
                <p:nvPr/>
              </p:nvSpPr>
              <p:spPr bwMode="auto">
                <a:xfrm rot="0" flipH="0" flipV="0">
                  <a:off x="0" y="2150248"/>
                  <a:ext cx="1252068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Station 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N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-1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075782907" name=""/>
                <p:cNvSpPr txBox="1"/>
                <p:nvPr/>
              </p:nvSpPr>
              <p:spPr bwMode="auto">
                <a:xfrm rot="0" flipH="0" flipV="0">
                  <a:off x="3786017" y="2149993"/>
                  <a:ext cx="1370807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Station 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N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grpSp>
              <p:nvGrpSpPr>
                <p:cNvPr id="1864961581" name=""/>
                <p:cNvGrpSpPr/>
                <p:nvPr/>
              </p:nvGrpSpPr>
              <p:grpSpPr bwMode="auto">
                <a:xfrm flipH="1">
                  <a:off x="441401" y="783912"/>
                  <a:ext cx="1002216" cy="1064197"/>
                  <a:chOff x="0" y="0"/>
                  <a:chExt cx="1002216" cy="1064197"/>
                </a:xfrm>
              </p:grpSpPr>
              <p:cxnSp>
                <p:nvCxnSpPr>
                  <p:cNvPr id="832352457" name=""/>
                  <p:cNvCxnSpPr/>
                  <p:nvPr/>
                </p:nvCxnSpPr>
                <p:spPr bwMode="auto">
                  <a:xfrm rot="10800000" flipH="0" flipV="0">
                    <a:off x="0" y="533639"/>
                    <a:ext cx="846441" cy="17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6925729" name=""/>
                  <p:cNvCxnSpPr/>
                  <p:nvPr/>
                </p:nvCxnSpPr>
                <p:spPr bwMode="auto">
                  <a:xfrm rot="10800000" flipH="0" flipV="0">
                    <a:off x="0" y="529888"/>
                    <a:ext cx="836816" cy="31905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6362213" name=""/>
                  <p:cNvCxnSpPr/>
                  <p:nvPr/>
                </p:nvCxnSpPr>
                <p:spPr bwMode="auto">
                  <a:xfrm rot="10800000" flipH="0" flipV="0">
                    <a:off x="284322" y="0"/>
                    <a:ext cx="552673" cy="21072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4791961" name=""/>
                  <p:cNvCxnSpPr/>
                  <p:nvPr/>
                </p:nvCxnSpPr>
                <p:spPr bwMode="auto">
                  <a:xfrm rot="10800000" flipH="0" flipV="0">
                    <a:off x="284323" y="3747"/>
                    <a:ext cx="562116" cy="17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34105739" name=""/>
                  <p:cNvCxnSpPr/>
                  <p:nvPr/>
                </p:nvCxnSpPr>
                <p:spPr bwMode="auto">
                  <a:xfrm rot="10800000" flipH="0" flipV="0">
                    <a:off x="284324" y="1063530"/>
                    <a:ext cx="552492" cy="175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2305541" name=""/>
                  <p:cNvCxnSpPr/>
                  <p:nvPr/>
                </p:nvCxnSpPr>
                <p:spPr bwMode="auto">
                  <a:xfrm rot="10800000" flipH="0" flipV="1">
                    <a:off x="284322" y="855009"/>
                    <a:ext cx="552493" cy="20477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7308156" name=""/>
                  <p:cNvCxnSpPr/>
                  <p:nvPr/>
                </p:nvCxnSpPr>
                <p:spPr bwMode="auto">
                  <a:xfrm rot="10800000" flipH="0" flipV="1">
                    <a:off x="0" y="210721"/>
                    <a:ext cx="861139" cy="31916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6162780" name=""/>
                  <p:cNvCxnSpPr/>
                  <p:nvPr/>
                </p:nvCxnSpPr>
                <p:spPr bwMode="auto">
                  <a:xfrm rot="10800000" flipH="0" flipV="1">
                    <a:off x="284323" y="537336"/>
                    <a:ext cx="558610" cy="522443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893513" name=""/>
                  <p:cNvCxnSpPr/>
                  <p:nvPr/>
                </p:nvCxnSpPr>
                <p:spPr bwMode="auto">
                  <a:xfrm rot="0" flipH="0" flipV="0">
                    <a:off x="284324" y="0"/>
                    <a:ext cx="558609" cy="52988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8309399" name=""/>
                  <p:cNvCxnSpPr/>
                  <p:nvPr/>
                </p:nvCxnSpPr>
                <p:spPr bwMode="auto">
                  <a:xfrm rot="0" flipH="0" flipV="0">
                    <a:off x="722475" y="416981"/>
                    <a:ext cx="258071" cy="244802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7343456" name=""/>
                  <p:cNvCxnSpPr/>
                  <p:nvPr/>
                </p:nvCxnSpPr>
                <p:spPr bwMode="auto">
                  <a:xfrm rot="10800000" flipH="0" flipV="1">
                    <a:off x="457889" y="405861"/>
                    <a:ext cx="522655" cy="488817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2661409" name=""/>
                  <p:cNvCxnSpPr/>
                  <p:nvPr/>
                </p:nvCxnSpPr>
                <p:spPr bwMode="auto">
                  <a:xfrm rot="10800000" flipH="0" flipV="0">
                    <a:off x="875421" y="859530"/>
                    <a:ext cx="105123" cy="40080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1674413" name=""/>
                  <p:cNvCxnSpPr/>
                  <p:nvPr/>
                </p:nvCxnSpPr>
                <p:spPr bwMode="auto">
                  <a:xfrm rot="10800000" flipH="0" flipV="1">
                    <a:off x="820941" y="793971"/>
                    <a:ext cx="170721" cy="65558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1754466" name=""/>
                  <p:cNvCxnSpPr/>
                  <p:nvPr/>
                </p:nvCxnSpPr>
                <p:spPr bwMode="auto">
                  <a:xfrm rot="10800000" flipH="0" flipV="0">
                    <a:off x="476024" y="1064022"/>
                    <a:ext cx="504520" cy="175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893621220" name=""/>
                  <p:cNvGrpSpPr/>
                  <p:nvPr/>
                </p:nvGrpSpPr>
                <p:grpSpPr bwMode="auto">
                  <a:xfrm flipV="1">
                    <a:off x="486579" y="5289"/>
                    <a:ext cx="515637" cy="270225"/>
                    <a:chOff x="0" y="0"/>
                    <a:chExt cx="515637" cy="270225"/>
                  </a:xfrm>
                </p:grpSpPr>
                <p:cxnSp>
                  <p:nvCxnSpPr>
                    <p:cNvPr id="1089747439" name=""/>
                    <p:cNvCxnSpPr/>
                    <p:nvPr/>
                  </p:nvCxnSpPr>
                  <p:spPr bwMode="auto">
                    <a:xfrm rot="10800000" flipH="0" flipV="0">
                      <a:off x="399395" y="65557"/>
                      <a:ext cx="105123" cy="400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68278224" name=""/>
                    <p:cNvCxnSpPr/>
                    <p:nvPr/>
                  </p:nvCxnSpPr>
                  <p:spPr bwMode="auto">
                    <a:xfrm rot="10800000" flipH="0" flipV="1">
                      <a:off x="344916" y="0"/>
                      <a:ext cx="170721" cy="6555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73339172" name=""/>
                    <p:cNvCxnSpPr/>
                    <p:nvPr/>
                  </p:nvCxnSpPr>
                  <p:spPr bwMode="auto">
                    <a:xfrm rot="10800000" flipH="0" flipV="0">
                      <a:off x="0" y="270050"/>
                      <a:ext cx="504520" cy="17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1202640005" name=""/>
                <p:cNvSpPr txBox="1"/>
                <p:nvPr/>
              </p:nvSpPr>
              <p:spPr bwMode="auto">
                <a:xfrm rot="0" flipH="0" flipV="0">
                  <a:off x="2041670" y="2150502"/>
                  <a:ext cx="820334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Hop 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N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2029455576" name=""/>
              <p:cNvGrpSpPr/>
              <p:nvPr/>
            </p:nvGrpSpPr>
            <p:grpSpPr bwMode="auto">
              <a:xfrm>
                <a:off x="0" y="0"/>
                <a:ext cx="5547759" cy="2455407"/>
                <a:chOff x="0" y="0"/>
                <a:chExt cx="5547759" cy="2455407"/>
              </a:xfrm>
            </p:grpSpPr>
            <p:grpSp>
              <p:nvGrpSpPr>
                <p:cNvPr id="622976778" name=""/>
                <p:cNvGrpSpPr/>
                <p:nvPr/>
              </p:nvGrpSpPr>
              <p:grpSpPr bwMode="auto">
                <a:xfrm>
                  <a:off x="4878712" y="363338"/>
                  <a:ext cx="669046" cy="1516738"/>
                  <a:chOff x="0" y="0"/>
                  <a:chExt cx="669046" cy="1516738"/>
                </a:xfrm>
              </p:grpSpPr>
              <p:sp>
                <p:nvSpPr>
                  <p:cNvPr id="1394203327" name=""/>
                  <p:cNvSpPr txBox="1"/>
                  <p:nvPr/>
                </p:nvSpPr>
                <p:spPr bwMode="auto">
                  <a:xfrm rot="0" flipH="0" flipV="0">
                    <a:off x="358" y="0"/>
                    <a:ext cx="668326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310156612" name=""/>
                  <p:cNvSpPr txBox="1"/>
                  <p:nvPr/>
                </p:nvSpPr>
                <p:spPr bwMode="auto">
                  <a:xfrm rot="0" flipH="0" flipV="0">
                    <a:off x="177" y="438148"/>
                    <a:ext cx="668686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1840223682" name=""/>
                  <p:cNvSpPr txBox="1"/>
                  <p:nvPr/>
                </p:nvSpPr>
                <p:spPr bwMode="auto">
                  <a:xfrm rot="0" flipH="0" flipV="0">
                    <a:off x="0" y="876298"/>
                    <a:ext cx="669046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</p:grpSp>
            <p:grpSp>
              <p:nvGrpSpPr>
                <p:cNvPr id="836138021" name=""/>
                <p:cNvGrpSpPr/>
                <p:nvPr/>
              </p:nvGrpSpPr>
              <p:grpSpPr bwMode="auto">
                <a:xfrm>
                  <a:off x="0" y="0"/>
                  <a:ext cx="4762631" cy="2455407"/>
                  <a:chOff x="0" y="0"/>
                  <a:chExt cx="4762631" cy="2455407"/>
                </a:xfrm>
              </p:grpSpPr>
              <p:grpSp>
                <p:nvGrpSpPr>
                  <p:cNvPr id="408023162" name=""/>
                  <p:cNvGrpSpPr/>
                  <p:nvPr/>
                </p:nvGrpSpPr>
                <p:grpSpPr bwMode="auto">
                  <a:xfrm rot="0" flipH="0" flipV="0">
                    <a:off x="0" y="0"/>
                    <a:ext cx="940293" cy="2150501"/>
                    <a:chOff x="0" y="0"/>
                    <a:chExt cx="940293" cy="2150501"/>
                  </a:xfrm>
                </p:grpSpPr>
                <p:sp>
                  <p:nvSpPr>
                    <p:cNvPr id="1181064407" name=""/>
                    <p:cNvSpPr/>
                    <p:nvPr/>
                  </p:nvSpPr>
                  <p:spPr bwMode="auto">
                    <a:xfrm rot="0" flipH="0" flipV="0">
                      <a:off x="93721" y="483628"/>
                      <a:ext cx="752486" cy="1666873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768436697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940293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00B050"/>
                          </a:solidFill>
                          <a:latin typeface="CMU Serif"/>
                          <a:ea typeface="CMU Serif"/>
                          <a:cs typeface="CMU Serif"/>
                        </a:rPr>
                        <a:t>Alice</a:t>
                      </a:r>
                      <a:endParaRPr sz="2200" b="1">
                        <a:solidFill>
                          <a:srgbClr val="00B050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557897172" name=""/>
                  <p:cNvGrpSpPr/>
                  <p:nvPr/>
                </p:nvGrpSpPr>
                <p:grpSpPr bwMode="auto">
                  <a:xfrm rot="0" flipH="0" flipV="0">
                    <a:off x="1037313" y="0"/>
                    <a:ext cx="2687643" cy="2150501"/>
                    <a:chOff x="0" y="0"/>
                    <a:chExt cx="2687643" cy="2150501"/>
                  </a:xfrm>
                </p:grpSpPr>
                <p:sp>
                  <p:nvSpPr>
                    <p:cNvPr id="429217138" name=""/>
                    <p:cNvSpPr/>
                    <p:nvPr/>
                  </p:nvSpPr>
                  <p:spPr bwMode="auto">
                    <a:xfrm rot="0" flipH="0" flipV="0">
                      <a:off x="0" y="483628"/>
                      <a:ext cx="2687643" cy="1666873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375959" name=""/>
                    <p:cNvSpPr txBox="1"/>
                    <p:nvPr/>
                  </p:nvSpPr>
                  <p:spPr bwMode="auto">
                    <a:xfrm rot="0" flipH="0" flipV="0">
                      <a:off x="803855" y="0"/>
                      <a:ext cx="1079926" cy="427078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306010788" name=""/>
                  <p:cNvGrpSpPr/>
                  <p:nvPr/>
                </p:nvGrpSpPr>
                <p:grpSpPr bwMode="auto">
                  <a:xfrm rot="0" flipH="0" flipV="0">
                    <a:off x="3688988" y="0"/>
                    <a:ext cx="1073642" cy="2150501"/>
                    <a:chOff x="0" y="0"/>
                    <a:chExt cx="1073642" cy="2150501"/>
                  </a:xfrm>
                </p:grpSpPr>
                <p:sp>
                  <p:nvSpPr>
                    <p:cNvPr id="972259242" name=""/>
                    <p:cNvSpPr/>
                    <p:nvPr/>
                  </p:nvSpPr>
                  <p:spPr bwMode="auto">
                    <a:xfrm rot="0" flipH="0" flipV="0">
                      <a:off x="200270" y="483628"/>
                      <a:ext cx="634998" cy="1666873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1268237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1073643" cy="427078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DB4CFF"/>
                          </a:solidFill>
                          <a:latin typeface="CMU Serif"/>
                          <a:ea typeface="CMU Serif"/>
                          <a:cs typeface="CMU Serif"/>
                        </a:rPr>
                        <a:t>RGSS</a:t>
                      </a:r>
                      <a:endParaRPr sz="2200" b="1">
                        <a:solidFill>
                          <a:srgbClr val="DB4C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cxnSp>
                <p:nvCxnSpPr>
                  <p:cNvPr id="696657984" name=""/>
                  <p:cNvCxnSpPr/>
                  <p:nvPr/>
                </p:nvCxnSpPr>
                <p:spPr bwMode="auto">
                  <a:xfrm rot="0" flipH="0" flipV="0">
                    <a:off x="2825707" y="786888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64491657" name=""/>
                  <p:cNvSpPr/>
                  <p:nvPr/>
                </p:nvSpPr>
                <p:spPr bwMode="auto">
                  <a:xfrm rot="0" flipH="0" flipV="0">
                    <a:off x="3011148" y="1142195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29260932" name=""/>
                  <p:cNvSpPr/>
                  <p:nvPr/>
                </p:nvSpPr>
                <p:spPr bwMode="auto">
                  <a:xfrm rot="0" flipH="0" flipV="0">
                    <a:off x="3295472" y="1672086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06256452" name=""/>
                  <p:cNvSpPr/>
                  <p:nvPr/>
                </p:nvSpPr>
                <p:spPr bwMode="auto">
                  <a:xfrm rot="0" flipH="0" flipV="0">
                    <a:off x="3295471" y="612306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54385782" name=""/>
                  <p:cNvSpPr/>
                  <p:nvPr/>
                </p:nvSpPr>
                <p:spPr bwMode="auto">
                  <a:xfrm rot="0" flipH="0" flipV="0">
                    <a:off x="2476539" y="1142195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58913124" name=""/>
                  <p:cNvSpPr/>
                  <p:nvPr/>
                </p:nvSpPr>
                <p:spPr bwMode="auto">
                  <a:xfrm rot="0" flipH="0" flipV="0">
                    <a:off x="2476539" y="1672086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26208244" name=""/>
                  <p:cNvCxnSpPr/>
                  <p:nvPr/>
                </p:nvCxnSpPr>
                <p:spPr bwMode="auto">
                  <a:xfrm rot="0" flipH="0" flipV="0">
                    <a:off x="2825707" y="1316781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5739382" name=""/>
                  <p:cNvCxnSpPr/>
                  <p:nvPr/>
                </p:nvCxnSpPr>
                <p:spPr bwMode="auto">
                  <a:xfrm rot="0" flipH="0" flipV="1">
                    <a:off x="2825707" y="1846674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7534218" name=""/>
                  <p:cNvSpPr/>
                  <p:nvPr/>
                </p:nvSpPr>
                <p:spPr bwMode="auto">
                  <a:xfrm rot="0" flipH="0" flipV="0">
                    <a:off x="2476539" y="612306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grpSp>
                <p:nvGrpSpPr>
                  <p:cNvPr id="1817102606" name=""/>
                  <p:cNvGrpSpPr/>
                  <p:nvPr/>
                </p:nvGrpSpPr>
                <p:grpSpPr bwMode="auto">
                  <a:xfrm rot="0" flipH="0" flipV="0">
                    <a:off x="227681" y="612306"/>
                    <a:ext cx="2053509" cy="1408947"/>
                    <a:chOff x="0" y="0"/>
                    <a:chExt cx="2053509" cy="1408947"/>
                  </a:xfrm>
                </p:grpSpPr>
                <p:cxnSp>
                  <p:nvCxnSpPr>
                    <p:cNvPr id="918502663" name=""/>
                    <p:cNvCxnSpPr/>
                    <p:nvPr/>
                  </p:nvCxnSpPr>
                  <p:spPr bwMode="auto">
                    <a:xfrm rot="10800000" flipH="0" flipV="0">
                      <a:off x="1234577" y="123436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2738683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87091541" name=""/>
                    <p:cNvSpPr/>
                    <p:nvPr/>
                  </p:nvSpPr>
                  <p:spPr bwMode="auto">
                    <a:xfrm rot="10800000" flipH="0" flipV="0">
                      <a:off x="885408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77447895" name=""/>
                    <p:cNvSpPr/>
                    <p:nvPr/>
                  </p:nvSpPr>
                  <p:spPr bwMode="auto">
                    <a:xfrm rot="10800000" flipH="0" flipV="0">
                      <a:off x="885407" y="1059778"/>
                      <a:ext cx="349168" cy="349168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02465239" name=""/>
                    <p:cNvSpPr/>
                    <p:nvPr/>
                  </p:nvSpPr>
                  <p:spPr bwMode="auto">
                    <a:xfrm rot="10800000" flipH="0" flipV="0">
                      <a:off x="1704342" y="529890"/>
                      <a:ext cx="349167" cy="349167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71773297" name=""/>
                    <p:cNvSpPr/>
                    <p:nvPr/>
                  </p:nvSpPr>
                  <p:spPr bwMode="auto">
                    <a:xfrm rot="10800000" flipH="0" flipV="0">
                      <a:off x="1704342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98172596" name=""/>
                    <p:cNvCxnSpPr>
                      <a:stCxn id="802465239" idx="6"/>
                      <a:endCxn id="172738683" idx="2"/>
                    </p:cNvCxnSpPr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2585272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43265076" name=""/>
                    <p:cNvCxnSpPr>
                      <a:stCxn id="77447895" idx="6"/>
                      <a:endCxn id="1803087752" idx="1"/>
                    </p:cNvCxnSpPr>
                    <p:nvPr/>
                  </p:nvCxnSpPr>
                  <p:spPr bwMode="auto">
                    <a:xfrm rot="10800000" flipH="0" flipV="0">
                      <a:off x="298031" y="827923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73072086" name=""/>
                    <p:cNvSpPr/>
                    <p:nvPr/>
                  </p:nvSpPr>
                  <p:spPr bwMode="auto">
                    <a:xfrm rot="10800000" flipH="0" flipV="0">
                      <a:off x="1704342" y="1059780"/>
                      <a:ext cx="349167" cy="349167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33129969" name=""/>
                    <p:cNvCxnSpPr>
                      <a:stCxn id="172738683" idx="6"/>
                      <a:endCxn id="1803087752" idx="2"/>
                    </p:cNvCxnSpPr>
                    <p:nvPr/>
                  </p:nvCxnSpPr>
                  <p:spPr bwMode="auto">
                    <a:xfrm rot="10800000" flipH="0" flipV="1">
                      <a:off x="349166" y="704475"/>
                      <a:ext cx="536242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9901259" name=""/>
                    <p:cNvCxnSpPr/>
                    <p:nvPr/>
                  </p:nvCxnSpPr>
                  <p:spPr bwMode="auto">
                    <a:xfrm rot="10800000" flipH="0" flipV="1">
                      <a:off x="298032" y="174582"/>
                      <a:ext cx="587376" cy="40644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03087752" name=""/>
                    <p:cNvSpPr/>
                    <p:nvPr/>
                  </p:nvSpPr>
                  <p:spPr bwMode="auto">
                    <a:xfrm rot="10800000" flipH="0" flipV="0">
                      <a:off x="0" y="529890"/>
                      <a:ext cx="349167" cy="349167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sp>
                <p:nvSpPr>
                  <p:cNvPr id="9158414" name=""/>
                  <p:cNvSpPr txBox="1"/>
                  <p:nvPr/>
                </p:nvSpPr>
                <p:spPr bwMode="auto">
                  <a:xfrm rot="0" flipH="0" flipV="0">
                    <a:off x="20688" y="2150248"/>
                    <a:ext cx="1016294" cy="3051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400" b="1" i="1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Station 0</a:t>
                    </a:r>
                    <a:endParaRPr sz="1400" b="1" i="1">
                      <a:solidFill>
                        <a:schemeClr val="tx1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243691414" name=""/>
                  <p:cNvSpPr txBox="1"/>
                  <p:nvPr/>
                </p:nvSpPr>
                <p:spPr bwMode="auto">
                  <a:xfrm rot="0" flipH="0" flipV="0">
                    <a:off x="3688988" y="2150248"/>
                    <a:ext cx="1016653" cy="3051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400" b="1" i="1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Station 1</a:t>
                    </a:r>
                    <a:endParaRPr sz="1400" b="1" i="1">
                      <a:solidFill>
                        <a:schemeClr val="tx1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399615349" name=""/>
                  <p:cNvSpPr txBox="1"/>
                  <p:nvPr/>
                </p:nvSpPr>
                <p:spPr bwMode="auto">
                  <a:xfrm rot="0" flipH="0" flipV="0">
                    <a:off x="1971812" y="2150248"/>
                    <a:ext cx="819005" cy="3051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400" b="1" i="1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Hop 1</a:t>
                    </a:r>
                    <a:endParaRPr sz="1400" b="1" i="1">
                      <a:solidFill>
                        <a:schemeClr val="tx1"/>
                      </a:solidFill>
                      <a:latin typeface="CMU Serif"/>
                      <a:cs typeface="CMU Serif"/>
                    </a:endParaRPr>
                  </a:p>
                </p:txBody>
              </p:sp>
              <p:grpSp>
                <p:nvGrpSpPr>
                  <p:cNvPr id="1303019172" name=""/>
                  <p:cNvGrpSpPr/>
                  <p:nvPr/>
                </p:nvGrpSpPr>
                <p:grpSpPr bwMode="auto">
                  <a:xfrm>
                    <a:off x="3360317" y="779388"/>
                    <a:ext cx="1002217" cy="1064198"/>
                    <a:chOff x="0" y="0"/>
                    <a:chExt cx="1002217" cy="1064198"/>
                  </a:xfrm>
                </p:grpSpPr>
                <p:cxnSp>
                  <p:nvCxnSpPr>
                    <p:cNvPr id="541858690" name=""/>
                    <p:cNvCxnSpPr/>
                    <p:nvPr/>
                  </p:nvCxnSpPr>
                  <p:spPr bwMode="auto">
                    <a:xfrm rot="10800000" flipH="0" flipV="0">
                      <a:off x="0" y="533640"/>
                      <a:ext cx="846442" cy="17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72503392" name=""/>
                    <p:cNvCxnSpPr/>
                    <p:nvPr/>
                  </p:nvCxnSpPr>
                  <p:spPr bwMode="auto">
                    <a:xfrm rot="10800000" flipH="0" flipV="0">
                      <a:off x="0" y="529889"/>
                      <a:ext cx="836816" cy="31905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88318696" name=""/>
                    <p:cNvCxnSpPr/>
                    <p:nvPr/>
                  </p:nvCxnSpPr>
                  <p:spPr bwMode="auto">
                    <a:xfrm rot="10800000" flipH="0" flipV="0">
                      <a:off x="284322" y="0"/>
                      <a:ext cx="552674" cy="21072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55147754" name=""/>
                    <p:cNvCxnSpPr/>
                    <p:nvPr/>
                  </p:nvCxnSpPr>
                  <p:spPr bwMode="auto">
                    <a:xfrm rot="10800000" flipH="0" flipV="0">
                      <a:off x="284323" y="3748"/>
                      <a:ext cx="562117" cy="17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3605106" name=""/>
                    <p:cNvCxnSpPr/>
                    <p:nvPr/>
                  </p:nvCxnSpPr>
                  <p:spPr bwMode="auto">
                    <a:xfrm rot="10800000" flipH="0" flipV="0">
                      <a:off x="284324" y="1063530"/>
                      <a:ext cx="552492" cy="17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66114030" name=""/>
                    <p:cNvCxnSpPr/>
                    <p:nvPr/>
                  </p:nvCxnSpPr>
                  <p:spPr bwMode="auto">
                    <a:xfrm rot="10800000" flipH="0" flipV="1">
                      <a:off x="284322" y="855009"/>
                      <a:ext cx="552493" cy="20477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9458339" name=""/>
                    <p:cNvCxnSpPr/>
                    <p:nvPr/>
                  </p:nvCxnSpPr>
                  <p:spPr bwMode="auto">
                    <a:xfrm rot="10800000" flipH="0" flipV="1">
                      <a:off x="0" y="210722"/>
                      <a:ext cx="861139" cy="31916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03330063" name=""/>
                    <p:cNvCxnSpPr/>
                    <p:nvPr/>
                  </p:nvCxnSpPr>
                  <p:spPr bwMode="auto">
                    <a:xfrm rot="10800000" flipH="0" flipV="1">
                      <a:off x="284323" y="537336"/>
                      <a:ext cx="558611" cy="522443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7302690" name=""/>
                    <p:cNvCxnSpPr/>
                    <p:nvPr/>
                  </p:nvCxnSpPr>
                  <p:spPr bwMode="auto">
                    <a:xfrm rot="0" flipH="0" flipV="0">
                      <a:off x="284324" y="0"/>
                      <a:ext cx="558610" cy="5298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4191677" name=""/>
                    <p:cNvCxnSpPr/>
                    <p:nvPr/>
                  </p:nvCxnSpPr>
                  <p:spPr bwMode="auto">
                    <a:xfrm rot="0" flipH="0" flipV="0">
                      <a:off x="722475" y="416982"/>
                      <a:ext cx="258072" cy="244803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3820014" name=""/>
                    <p:cNvCxnSpPr/>
                    <p:nvPr/>
                  </p:nvCxnSpPr>
                  <p:spPr bwMode="auto">
                    <a:xfrm rot="10800000" flipH="0" flipV="1">
                      <a:off x="805707" y="405862"/>
                      <a:ext cx="174839" cy="16351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5991940" name=""/>
                    <p:cNvCxnSpPr/>
                    <p:nvPr/>
                  </p:nvCxnSpPr>
                  <p:spPr bwMode="auto">
                    <a:xfrm rot="10800000" flipH="0" flipV="0">
                      <a:off x="875422" y="859531"/>
                      <a:ext cx="105124" cy="400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768305" name=""/>
                    <p:cNvCxnSpPr/>
                    <p:nvPr/>
                  </p:nvCxnSpPr>
                  <p:spPr bwMode="auto">
                    <a:xfrm rot="10800000" flipH="0" flipV="1">
                      <a:off x="820941" y="793971"/>
                      <a:ext cx="170722" cy="6555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40011562" name=""/>
                    <p:cNvCxnSpPr/>
                    <p:nvPr/>
                  </p:nvCxnSpPr>
                  <p:spPr bwMode="auto">
                    <a:xfrm rot="10800000" flipH="0" flipV="0">
                      <a:off x="476025" y="1064023"/>
                      <a:ext cx="504521" cy="17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38261641" name=""/>
                    <p:cNvGrpSpPr/>
                    <p:nvPr/>
                  </p:nvGrpSpPr>
                  <p:grpSpPr bwMode="auto">
                    <a:xfrm flipV="1">
                      <a:off x="486580" y="5291"/>
                      <a:ext cx="515637" cy="270225"/>
                      <a:chOff x="0" y="0"/>
                      <a:chExt cx="515637" cy="270225"/>
                    </a:xfrm>
                  </p:grpSpPr>
                  <p:cxnSp>
                    <p:nvCxnSpPr>
                      <p:cNvPr id="57521901" name=""/>
                      <p:cNvCxnSpPr/>
                      <p:nvPr/>
                    </p:nvCxnSpPr>
                    <p:spPr bwMode="auto">
                      <a:xfrm rot="10800000" flipH="0" flipV="0">
                        <a:off x="399395" y="65558"/>
                        <a:ext cx="105123" cy="400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rgbClr val="AEABAB"/>
                        </a:solidFill>
                        <a:prstDash val="sysDash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31961435" name=""/>
                      <p:cNvCxnSpPr/>
                      <p:nvPr/>
                    </p:nvCxnSpPr>
                    <p:spPr bwMode="auto">
                      <a:xfrm rot="10800000" flipH="0" flipV="1">
                        <a:off x="344916" y="0"/>
                        <a:ext cx="170721" cy="6555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rgbClr val="AEABAB"/>
                        </a:solidFill>
                        <a:prstDash val="sysDash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65005679" name=""/>
                      <p:cNvCxnSpPr/>
                      <p:nvPr/>
                    </p:nvCxnSpPr>
                    <p:spPr bwMode="auto">
                      <a:xfrm rot="10800000" flipH="0" flipV="0">
                        <a:off x="0" y="270050"/>
                        <a:ext cx="504520" cy="17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rgbClr val="AEABAB"/>
                        </a:solidFill>
                        <a:prstDash val="sysDash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</p:grpSp>
          </p:grpSp>
        </p:grpSp>
        <p:sp>
          <p:nvSpPr>
            <p:cNvPr id="704437160" name=""/>
            <p:cNvSpPr txBox="1"/>
            <p:nvPr/>
          </p:nvSpPr>
          <p:spPr bwMode="auto">
            <a:xfrm rot="5400000" flipH="0" flipV="0">
              <a:off x="1554116" y="1441393"/>
              <a:ext cx="41816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26733818" name=""/>
            <p:cNvSpPr txBox="1"/>
            <p:nvPr/>
          </p:nvSpPr>
          <p:spPr bwMode="auto">
            <a:xfrm rot="5400000" flipH="0" flipV="0">
              <a:off x="2811413" y="1441393"/>
              <a:ext cx="41852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142720670" name=""/>
            <p:cNvSpPr txBox="1"/>
            <p:nvPr/>
          </p:nvSpPr>
          <p:spPr bwMode="auto">
            <a:xfrm rot="16199998" flipH="0" flipV="0">
              <a:off x="7146350" y="1441394"/>
              <a:ext cx="41852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083556318" name=""/>
            <p:cNvSpPr txBox="1"/>
            <p:nvPr/>
          </p:nvSpPr>
          <p:spPr bwMode="auto">
            <a:xfrm rot="16199998" flipH="0" flipV="0">
              <a:off x="8327449" y="1441394"/>
              <a:ext cx="418882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824395" name=""/>
          <p:cNvSpPr txBox="1"/>
          <p:nvPr/>
        </p:nvSpPr>
        <p:spPr bwMode="auto">
          <a:xfrm rot="0" flipH="0" flipV="0">
            <a:off x="1314450" y="285748"/>
            <a:ext cx="87016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5 Purification circuits</a:t>
            </a:r>
            <a:endParaRPr/>
          </a:p>
        </p:txBody>
      </p:sp>
      <p:pic>
        <p:nvPicPr>
          <p:cNvPr id="207641352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071571" y="1781855"/>
            <a:ext cx="5347560" cy="1369026"/>
          </a:xfrm>
          <a:prstGeom prst="rect">
            <a:avLst/>
          </a:prstGeom>
        </p:spPr>
      </p:pic>
      <p:sp>
        <p:nvSpPr>
          <p:cNvPr id="2089461786" name=""/>
          <p:cNvSpPr txBox="1"/>
          <p:nvPr/>
        </p:nvSpPr>
        <p:spPr bwMode="auto">
          <a:xfrm rot="0" flipH="0" flipV="0">
            <a:off x="477309" y="636988"/>
            <a:ext cx="9812359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feature 2 input BP , 1 output BP</a:t>
            </a:r>
            <a:endParaRPr sz="1800"/>
          </a:p>
          <a:p>
            <a:pPr marL="283879" indent="-283879">
              <a:buFont typeface="Arial"/>
              <a:buChar char="•"/>
              <a:defRPr/>
            </a:pPr>
            <a:r>
              <a:rPr lang="fr-FR"/>
              <a:t>no circuits probably in main text but in appendix only or </a:t>
            </a:r>
            <a:r>
              <a:rPr lang="fr-FR"/>
              <a:t>in full version of thesis ?</a:t>
            </a:r>
            <a:endParaRPr lang="fr-FR"/>
          </a:p>
          <a:p>
            <a:pPr marL="283879" indent="-283879">
              <a:buFont typeface="Arial"/>
              <a:buChar char="•"/>
              <a:defRPr/>
            </a:pPr>
            <a:r>
              <a:rPr lang="fr-FR"/>
              <a:t>show purification at RGSS ?</a:t>
            </a:r>
            <a:endParaRPr/>
          </a:p>
        </p:txBody>
      </p:sp>
      <p:sp>
        <p:nvSpPr>
          <p:cNvPr id="1218318881" name=""/>
          <p:cNvSpPr txBox="1"/>
          <p:nvPr/>
        </p:nvSpPr>
        <p:spPr bwMode="auto">
          <a:xfrm rot="0" flipH="0" flipV="0">
            <a:off x="3791475" y="4000497"/>
            <a:ext cx="3564853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</cp:revision>
  <dcterms:modified xsi:type="dcterms:W3CDTF">2026-09-18T06:22:11Z</dcterms:modified>
</cp:coreProperties>
</file>