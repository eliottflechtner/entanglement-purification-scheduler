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36000000" cy="18000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11340"/>
        <p:guide pos="567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0767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757852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7630899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5017020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14071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20132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558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8508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5356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514025" name="Title 1"/>
          <p:cNvSpPr>
            <a:spLocks noGrp="1"/>
          </p:cNvSpPr>
          <p:nvPr>
            <p:ph type="ctrTitle"/>
          </p:nvPr>
        </p:nvSpPr>
        <p:spPr bwMode="auto">
          <a:xfrm>
            <a:off x="4499999" y="2945834"/>
            <a:ext cx="26999999" cy="6266666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1398187" name="Subtitle 2"/>
          <p:cNvSpPr>
            <a:spLocks noGrp="1"/>
          </p:cNvSpPr>
          <p:nvPr>
            <p:ph type="subTitle" idx="1"/>
          </p:nvPr>
        </p:nvSpPr>
        <p:spPr bwMode="auto">
          <a:xfrm>
            <a:off x="4499999" y="9454167"/>
            <a:ext cx="26999999" cy="43458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855397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11129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4280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4347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49744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71941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28820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30811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453702" name="Title 1"/>
          <p:cNvSpPr>
            <a:spLocks noGrp="1"/>
          </p:cNvSpPr>
          <p:nvPr>
            <p:ph type="title"/>
          </p:nvPr>
        </p:nvSpPr>
        <p:spPr bwMode="auto">
          <a:xfrm>
            <a:off x="2456249" y="4487501"/>
            <a:ext cx="31050000" cy="7487498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65208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456249" y="12045834"/>
            <a:ext cx="31050000" cy="393749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13587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716505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3931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9440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75726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475000" y="4791666"/>
            <a:ext cx="15300000" cy="1142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975151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8224999" y="4791666"/>
            <a:ext cx="15300000" cy="1142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78557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90861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371912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99408" name="Title 1"/>
          <p:cNvSpPr>
            <a:spLocks noGrp="1"/>
          </p:cNvSpPr>
          <p:nvPr>
            <p:ph type="title"/>
          </p:nvPr>
        </p:nvSpPr>
        <p:spPr bwMode="auto">
          <a:xfrm>
            <a:off x="2479688" y="958333"/>
            <a:ext cx="31050000" cy="34791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2616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479688" y="4412501"/>
            <a:ext cx="15229686" cy="21624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81488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2479688" y="6574999"/>
            <a:ext cx="15229686" cy="967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010268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18224999" y="4412501"/>
            <a:ext cx="15304688" cy="216249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764426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18224999" y="6574999"/>
            <a:ext cx="15304688" cy="967083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57366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2714264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76336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583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79312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0424305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830374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189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76692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546803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286632" name="Title 1"/>
          <p:cNvSpPr>
            <a:spLocks noGrp="1"/>
          </p:cNvSpPr>
          <p:nvPr>
            <p:ph type="title"/>
          </p:nvPr>
        </p:nvSpPr>
        <p:spPr bwMode="auto">
          <a:xfrm>
            <a:off x="2479688" y="1199999"/>
            <a:ext cx="11610936" cy="420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4522682" name="Content Placeholder 2"/>
          <p:cNvSpPr>
            <a:spLocks noGrp="1"/>
          </p:cNvSpPr>
          <p:nvPr>
            <p:ph idx="1"/>
          </p:nvPr>
        </p:nvSpPr>
        <p:spPr bwMode="auto">
          <a:xfrm>
            <a:off x="15304688" y="2591666"/>
            <a:ext cx="18224999" cy="12791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40716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479688" y="5400000"/>
            <a:ext cx="11610936" cy="100041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36667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86975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34832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894004" name="Title 1"/>
          <p:cNvSpPr>
            <a:spLocks noGrp="1"/>
          </p:cNvSpPr>
          <p:nvPr>
            <p:ph type="title"/>
          </p:nvPr>
        </p:nvSpPr>
        <p:spPr bwMode="auto">
          <a:xfrm>
            <a:off x="2479688" y="1199999"/>
            <a:ext cx="11610936" cy="420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05543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5304688" y="2591666"/>
            <a:ext cx="18224999" cy="1279166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458986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479688" y="5400000"/>
            <a:ext cx="11610936" cy="100041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60515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62154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41673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6842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743692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02576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56293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93377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0575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25762499" y="958333"/>
            <a:ext cx="7762500" cy="15254167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42076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475000" y="958333"/>
            <a:ext cx="22837500" cy="1525416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9946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13768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656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06942" name="Title Placeholder 1"/>
          <p:cNvSpPr>
            <a:spLocks noGrp="1"/>
          </p:cNvSpPr>
          <p:nvPr>
            <p:ph type="title"/>
          </p:nvPr>
        </p:nvSpPr>
        <p:spPr bwMode="auto">
          <a:xfrm>
            <a:off x="2475000" y="958333"/>
            <a:ext cx="31050000" cy="3479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21865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475000" y="4791666"/>
            <a:ext cx="31050000" cy="11420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96581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2475000" y="16683333"/>
            <a:ext cx="8099999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014832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1924999" y="16683333"/>
            <a:ext cx="12149999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45640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25425000" y="16683333"/>
            <a:ext cx="8099999" cy="958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060155" name=""/>
          <p:cNvGrpSpPr/>
          <p:nvPr/>
        </p:nvGrpSpPr>
        <p:grpSpPr bwMode="auto">
          <a:xfrm>
            <a:off x="21279943" y="954281"/>
            <a:ext cx="12027749" cy="6449544"/>
            <a:chOff x="0" y="0"/>
            <a:chExt cx="12027749" cy="6449544"/>
          </a:xfrm>
        </p:grpSpPr>
        <p:grpSp>
          <p:nvGrpSpPr>
            <p:cNvPr id="2041227300" name=""/>
            <p:cNvGrpSpPr/>
            <p:nvPr/>
          </p:nvGrpSpPr>
          <p:grpSpPr bwMode="auto">
            <a:xfrm>
              <a:off x="90763" y="4112451"/>
              <a:ext cx="11844780" cy="1666872"/>
              <a:chOff x="0" y="0"/>
              <a:chExt cx="11844780" cy="1666872"/>
            </a:xfrm>
          </p:grpSpPr>
          <p:sp>
            <p:nvSpPr>
              <p:cNvPr id="1557714869" name=""/>
              <p:cNvSpPr/>
              <p:nvPr/>
            </p:nvSpPr>
            <p:spPr bwMode="auto">
              <a:xfrm rot="0" flipH="0" flipV="0">
                <a:off x="943589" y="0"/>
                <a:ext cx="2687641" cy="1666872"/>
              </a:xfrm>
              <a:prstGeom prst="flowChartAlternateProcess">
                <a:avLst/>
              </a:prstGeom>
              <a:solidFill>
                <a:schemeClr val="accent1">
                  <a:lumMod val="40000"/>
                  <a:lumOff val="60000"/>
                  <a:alpha val="24999"/>
                </a:schemeClr>
              </a:solidFill>
              <a:ln w="28575" cap="flat" cmpd="sng" algn="ctr">
                <a:solidFill>
                  <a:srgbClr val="0095FF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33496923" name=""/>
              <p:cNvSpPr/>
              <p:nvPr/>
            </p:nvSpPr>
            <p:spPr bwMode="auto">
              <a:xfrm rot="0" flipH="0" flipV="0">
                <a:off x="3795536" y="0"/>
                <a:ext cx="634996" cy="1666872"/>
              </a:xfrm>
              <a:prstGeom prst="flowChartAlternateProcess">
                <a:avLst/>
              </a:prstGeom>
              <a:solidFill>
                <a:srgbClr val="E173FF">
                  <a:alpha val="24999"/>
                </a:srgbClr>
              </a:solidFill>
              <a:ln w="28575" cap="flat" cmpd="sng" algn="ctr">
                <a:solidFill>
                  <a:srgbClr val="DB4CFF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6754415" name=""/>
              <p:cNvSpPr/>
              <p:nvPr/>
            </p:nvSpPr>
            <p:spPr bwMode="auto">
              <a:xfrm rot="0" flipH="0" flipV="0">
                <a:off x="4594842" y="0"/>
                <a:ext cx="2687641" cy="1666872"/>
              </a:xfrm>
              <a:prstGeom prst="flowChartAlternateProcess">
                <a:avLst/>
              </a:prstGeom>
              <a:solidFill>
                <a:schemeClr val="accent1">
                  <a:lumMod val="40000"/>
                  <a:lumOff val="60000"/>
                  <a:alpha val="24999"/>
                </a:schemeClr>
              </a:solidFill>
              <a:ln w="28575" cap="flat" cmpd="sng" algn="ctr">
                <a:solidFill>
                  <a:srgbClr val="0095FF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804261293" name=""/>
              <p:cNvSpPr/>
              <p:nvPr/>
            </p:nvSpPr>
            <p:spPr bwMode="auto">
              <a:xfrm rot="0" flipH="0" flipV="0">
                <a:off x="7446786" y="0"/>
                <a:ext cx="634996" cy="1666872"/>
              </a:xfrm>
              <a:prstGeom prst="flowChartAlternateProcess">
                <a:avLst/>
              </a:prstGeom>
              <a:solidFill>
                <a:srgbClr val="E173FF">
                  <a:alpha val="24999"/>
                </a:srgbClr>
              </a:solidFill>
              <a:ln w="28575" cap="flat" cmpd="sng" algn="ctr">
                <a:solidFill>
                  <a:srgbClr val="DB4CFF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54096002" name=""/>
              <p:cNvSpPr/>
              <p:nvPr/>
            </p:nvSpPr>
            <p:spPr bwMode="auto">
              <a:xfrm rot="0" flipH="0" flipV="0">
                <a:off x="8265499" y="0"/>
                <a:ext cx="2687641" cy="1666872"/>
              </a:xfrm>
              <a:prstGeom prst="flowChartAlternateProcess">
                <a:avLst/>
              </a:prstGeom>
              <a:solidFill>
                <a:schemeClr val="accent1">
                  <a:lumMod val="40000"/>
                  <a:lumOff val="60000"/>
                  <a:alpha val="24999"/>
                </a:schemeClr>
              </a:solidFill>
              <a:ln w="28575" cap="flat" cmpd="sng" algn="ctr">
                <a:solidFill>
                  <a:srgbClr val="0095FF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622516745" name=""/>
              <p:cNvSpPr/>
              <p:nvPr/>
            </p:nvSpPr>
            <p:spPr bwMode="auto">
              <a:xfrm rot="0" flipH="0" flipV="0">
                <a:off x="11092295" y="0"/>
                <a:ext cx="752484" cy="1666872"/>
              </a:xfrm>
              <a:prstGeom prst="flowChartAlternateProcess">
                <a:avLst/>
              </a:prstGeom>
              <a:solidFill>
                <a:srgbClr val="92D050">
                  <a:alpha val="24999"/>
                </a:srgbClr>
              </a:solidFill>
              <a:ln w="28575" cap="flat" cmpd="sng" algn="ctr">
                <a:solidFill>
                  <a:srgbClr val="00B05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2074519772" name=""/>
              <p:cNvSpPr/>
              <p:nvPr/>
            </p:nvSpPr>
            <p:spPr bwMode="auto">
              <a:xfrm rot="0" flipH="0" flipV="0">
                <a:off x="0" y="0"/>
                <a:ext cx="752484" cy="1666872"/>
              </a:xfrm>
              <a:prstGeom prst="flowChartAlternateProcess">
                <a:avLst/>
              </a:prstGeom>
              <a:solidFill>
                <a:srgbClr val="92D050">
                  <a:alpha val="24999"/>
                </a:srgbClr>
              </a:solidFill>
              <a:ln w="28575" cap="flat" cmpd="sng" algn="ctr">
                <a:solidFill>
                  <a:srgbClr val="00B05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cxnSp>
            <p:nvCxnSpPr>
              <p:cNvPr id="1163571997" name=""/>
              <p:cNvCxnSpPr/>
              <p:nvPr/>
            </p:nvCxnSpPr>
            <p:spPr bwMode="auto">
              <a:xfrm rot="10800000" flipH="0" flipV="1">
                <a:off x="3550915" y="311044"/>
                <a:ext cx="1125126" cy="1052280"/>
              </a:xfrm>
              <a:prstGeom prst="line">
                <a:avLst/>
              </a:prstGeom>
              <a:ln w="444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2163980" name=""/>
              <p:cNvCxnSpPr/>
              <p:nvPr/>
            </p:nvCxnSpPr>
            <p:spPr bwMode="auto">
              <a:xfrm rot="0" flipH="1" flipV="1">
                <a:off x="4676044" y="311044"/>
                <a:ext cx="2531544" cy="0"/>
              </a:xfrm>
              <a:prstGeom prst="line">
                <a:avLst/>
              </a:prstGeom>
              <a:ln w="444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889625" name=""/>
              <p:cNvCxnSpPr/>
              <p:nvPr/>
            </p:nvCxnSpPr>
            <p:spPr bwMode="auto">
              <a:xfrm rot="0" flipH="1" flipV="0">
                <a:off x="998806" y="1370826"/>
                <a:ext cx="2552106" cy="0"/>
              </a:xfrm>
              <a:prstGeom prst="line">
                <a:avLst/>
              </a:prstGeom>
              <a:ln w="444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6421329" name=""/>
              <p:cNvCxnSpPr/>
              <p:nvPr/>
            </p:nvCxnSpPr>
            <p:spPr bwMode="auto">
              <a:xfrm rot="10800000" flipH="0" flipV="0">
                <a:off x="431991" y="964384"/>
                <a:ext cx="587373" cy="406435"/>
              </a:xfrm>
              <a:prstGeom prst="line">
                <a:avLst/>
              </a:prstGeom>
              <a:ln w="444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4740643" name=""/>
              <p:cNvSpPr/>
              <p:nvPr/>
            </p:nvSpPr>
            <p:spPr bwMode="auto">
              <a:xfrm rot="10800000" flipH="0" flipV="0">
                <a:off x="133957" y="666352"/>
                <a:ext cx="349166" cy="349166"/>
              </a:xfrm>
              <a:prstGeom prst="ellipse">
                <a:avLst/>
              </a:prstGeom>
              <a:solidFill>
                <a:srgbClr val="E173FF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43273436" name=""/>
              <p:cNvSpPr/>
              <p:nvPr/>
            </p:nvSpPr>
            <p:spPr bwMode="auto">
              <a:xfrm rot="0" flipH="0" flipV="0">
                <a:off x="11400511" y="666351"/>
                <a:ext cx="349166" cy="349166"/>
              </a:xfrm>
              <a:prstGeom prst="ellipse">
                <a:avLst/>
              </a:prstGeom>
              <a:solidFill>
                <a:srgbClr val="E173FF"/>
              </a:solidFill>
              <a:ln w="25400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364876254" name=""/>
              <p:cNvCxnSpPr/>
              <p:nvPr/>
            </p:nvCxnSpPr>
            <p:spPr bwMode="auto">
              <a:xfrm rot="0" flipH="0" flipV="0">
                <a:off x="7207592" y="311045"/>
                <a:ext cx="1409449" cy="537390"/>
              </a:xfrm>
              <a:prstGeom prst="line">
                <a:avLst/>
              </a:prstGeom>
              <a:ln w="444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9249972" name=""/>
              <p:cNvCxnSpPr/>
              <p:nvPr/>
            </p:nvCxnSpPr>
            <p:spPr bwMode="auto">
              <a:xfrm rot="10800000" flipH="0" flipV="1">
                <a:off x="8617044" y="840934"/>
                <a:ext cx="2783464" cy="0"/>
              </a:xfrm>
              <a:prstGeom prst="line">
                <a:avLst/>
              </a:prstGeom>
              <a:ln w="444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6702490" name=""/>
            <p:cNvGrpSpPr/>
            <p:nvPr/>
          </p:nvGrpSpPr>
          <p:grpSpPr bwMode="auto">
            <a:xfrm>
              <a:off x="0" y="0"/>
              <a:ext cx="12027749" cy="2150502"/>
              <a:chOff x="0" y="0"/>
              <a:chExt cx="12027749" cy="2150502"/>
            </a:xfrm>
          </p:grpSpPr>
          <p:grpSp>
            <p:nvGrpSpPr>
              <p:cNvPr id="1320517040" name=""/>
              <p:cNvGrpSpPr/>
              <p:nvPr/>
            </p:nvGrpSpPr>
            <p:grpSpPr bwMode="auto">
              <a:xfrm>
                <a:off x="0" y="0"/>
                <a:ext cx="12027749" cy="2150502"/>
                <a:chOff x="0" y="0"/>
                <a:chExt cx="12027749" cy="2150502"/>
              </a:xfrm>
            </p:grpSpPr>
            <p:grpSp>
              <p:nvGrpSpPr>
                <p:cNvPr id="1002663521" name=""/>
                <p:cNvGrpSpPr/>
                <p:nvPr/>
              </p:nvGrpSpPr>
              <p:grpSpPr bwMode="auto">
                <a:xfrm>
                  <a:off x="0" y="0"/>
                  <a:ext cx="12027749" cy="2150502"/>
                  <a:chOff x="0" y="0"/>
                  <a:chExt cx="12027749" cy="2150502"/>
                </a:xfrm>
              </p:grpSpPr>
              <p:grpSp>
                <p:nvGrpSpPr>
                  <p:cNvPr id="925051844" name=""/>
                  <p:cNvGrpSpPr/>
                  <p:nvPr/>
                </p:nvGrpSpPr>
                <p:grpSpPr bwMode="auto">
                  <a:xfrm>
                    <a:off x="0" y="0"/>
                    <a:ext cx="941371" cy="2150502"/>
                    <a:chOff x="0" y="0"/>
                    <a:chExt cx="941371" cy="2150502"/>
                  </a:xfrm>
                </p:grpSpPr>
                <p:sp>
                  <p:nvSpPr>
                    <p:cNvPr id="1832656777" name=""/>
                    <p:cNvSpPr/>
                    <p:nvPr/>
                  </p:nvSpPr>
                  <p:spPr bwMode="auto">
                    <a:xfrm rot="0" flipH="0" flipV="0">
                      <a:off x="93721" y="483629"/>
                      <a:ext cx="752484" cy="1666872"/>
                    </a:xfrm>
                    <a:prstGeom prst="flowChartAlternateProcess">
                      <a:avLst/>
                    </a:prstGeom>
                    <a:solidFill>
                      <a:srgbClr val="92D050">
                        <a:alpha val="24999"/>
                      </a:srgbClr>
                    </a:solidFill>
                    <a:ln w="28575" cap="flat" cmpd="sng" algn="ctr">
                      <a:solidFill>
                        <a:srgbClr val="00B05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1621453336" name=""/>
                    <p:cNvSpPr txBox="1"/>
                    <p:nvPr/>
                  </p:nvSpPr>
                  <p:spPr bwMode="auto">
                    <a:xfrm rot="0" flipH="0" flipV="0">
                      <a:off x="0" y="0"/>
                      <a:ext cx="941371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00B050"/>
                          </a:solidFill>
                          <a:latin typeface="CMU Serif"/>
                          <a:ea typeface="CMU Serif"/>
                          <a:cs typeface="CMU Serif"/>
                        </a:rPr>
                        <a:t>Alice</a:t>
                      </a:r>
                      <a:endParaRPr sz="2200" b="1">
                        <a:solidFill>
                          <a:srgbClr val="00B050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135929139" name=""/>
                  <p:cNvGrpSpPr/>
                  <p:nvPr/>
                </p:nvGrpSpPr>
                <p:grpSpPr bwMode="auto">
                  <a:xfrm>
                    <a:off x="1037313" y="0"/>
                    <a:ext cx="2687641" cy="2150502"/>
                    <a:chOff x="0" y="0"/>
                    <a:chExt cx="2687641" cy="2150502"/>
                  </a:xfrm>
                </p:grpSpPr>
                <p:sp>
                  <p:nvSpPr>
                    <p:cNvPr id="1323384242" name=""/>
                    <p:cNvSpPr/>
                    <p:nvPr/>
                  </p:nvSpPr>
                  <p:spPr bwMode="auto">
                    <a:xfrm rot="0" flipH="0" flipV="0">
                      <a:off x="0" y="483629"/>
                      <a:ext cx="2687641" cy="1666872"/>
                    </a:xfrm>
                    <a:prstGeom prst="flowChartAlternateProcess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24999"/>
                      </a:schemeClr>
                    </a:solidFill>
                    <a:ln w="28575" cap="flat" cmpd="sng" algn="ctr">
                      <a:solidFill>
                        <a:srgbClr val="0095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90401380" name=""/>
                    <p:cNvSpPr txBox="1"/>
                    <p:nvPr/>
                  </p:nvSpPr>
                  <p:spPr bwMode="auto">
                    <a:xfrm rot="0" flipH="0" flipV="0">
                      <a:off x="803855" y="0"/>
                      <a:ext cx="1081366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45B5FF"/>
                          </a:solidFill>
                          <a:latin typeface="CMU Serif"/>
                          <a:ea typeface="CMU Serif"/>
                          <a:cs typeface="CMU Serif"/>
                        </a:rPr>
                        <a:t>ABSA</a:t>
                      </a:r>
                      <a:endParaRPr sz="2200" b="1">
                        <a:solidFill>
                          <a:srgbClr val="45B5FF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1294488490" name=""/>
                  <p:cNvGrpSpPr/>
                  <p:nvPr/>
                </p:nvGrpSpPr>
                <p:grpSpPr bwMode="auto">
                  <a:xfrm>
                    <a:off x="3688987" y="0"/>
                    <a:ext cx="1075082" cy="2150502"/>
                    <a:chOff x="0" y="0"/>
                    <a:chExt cx="1075082" cy="2150502"/>
                  </a:xfrm>
                </p:grpSpPr>
                <p:sp>
                  <p:nvSpPr>
                    <p:cNvPr id="2051914073" name=""/>
                    <p:cNvSpPr/>
                    <p:nvPr/>
                  </p:nvSpPr>
                  <p:spPr bwMode="auto">
                    <a:xfrm rot="0" flipH="0" flipV="0">
                      <a:off x="200270" y="483629"/>
                      <a:ext cx="634997" cy="1666872"/>
                    </a:xfrm>
                    <a:prstGeom prst="flowChartAlternateProcess">
                      <a:avLst/>
                    </a:prstGeom>
                    <a:solidFill>
                      <a:srgbClr val="E173FF">
                        <a:alpha val="24999"/>
                      </a:srgbClr>
                    </a:solidFill>
                    <a:ln w="28575" cap="flat" cmpd="sng" algn="ctr">
                      <a:solidFill>
                        <a:srgbClr val="DB4C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1192535" name=""/>
                    <p:cNvSpPr txBox="1"/>
                    <p:nvPr/>
                  </p:nvSpPr>
                  <p:spPr bwMode="auto">
                    <a:xfrm rot="0" flipH="0" flipV="0">
                      <a:off x="0" y="0"/>
                      <a:ext cx="1075082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DB4CFF"/>
                          </a:solidFill>
                          <a:latin typeface="CMU Serif"/>
                          <a:ea typeface="CMU Serif"/>
                          <a:cs typeface="CMU Serif"/>
                        </a:rPr>
                        <a:t>RGSS</a:t>
                      </a:r>
                      <a:endParaRPr sz="2200" b="1">
                        <a:solidFill>
                          <a:srgbClr val="DB4CFF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84148755" name=""/>
                  <p:cNvGrpSpPr/>
                  <p:nvPr/>
                </p:nvGrpSpPr>
                <p:grpSpPr bwMode="auto">
                  <a:xfrm>
                    <a:off x="11163297" y="0"/>
                    <a:ext cx="864451" cy="2150502"/>
                    <a:chOff x="0" y="0"/>
                    <a:chExt cx="864451" cy="2150502"/>
                  </a:xfrm>
                </p:grpSpPr>
                <p:sp>
                  <p:nvSpPr>
                    <p:cNvPr id="547543806" name=""/>
                    <p:cNvSpPr/>
                    <p:nvPr/>
                  </p:nvSpPr>
                  <p:spPr bwMode="auto">
                    <a:xfrm rot="0" flipH="0" flipV="0">
                      <a:off x="22719" y="483629"/>
                      <a:ext cx="752484" cy="1666872"/>
                    </a:xfrm>
                    <a:prstGeom prst="flowChartAlternateProcess">
                      <a:avLst/>
                    </a:prstGeom>
                    <a:solidFill>
                      <a:srgbClr val="92D050">
                        <a:alpha val="24999"/>
                      </a:srgbClr>
                    </a:solidFill>
                    <a:ln w="28575" cap="flat" cmpd="sng" algn="ctr">
                      <a:solidFill>
                        <a:srgbClr val="00B05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364385010" name=""/>
                    <p:cNvSpPr txBox="1"/>
                    <p:nvPr/>
                  </p:nvSpPr>
                  <p:spPr bwMode="auto">
                    <a:xfrm rot="0" flipH="0" flipV="0">
                      <a:off x="0" y="0"/>
                      <a:ext cx="864451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00B050"/>
                          </a:solidFill>
                          <a:latin typeface="CMU Serif"/>
                          <a:ea typeface="CMU Serif"/>
                          <a:cs typeface="CMU Serif"/>
                        </a:rPr>
                        <a:t>Bob</a:t>
                      </a:r>
                      <a:endParaRPr sz="2200" b="1">
                        <a:solidFill>
                          <a:srgbClr val="00B050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2096620167" name=""/>
                  <p:cNvGrpSpPr/>
                  <p:nvPr/>
                </p:nvGrpSpPr>
                <p:grpSpPr bwMode="auto">
                  <a:xfrm>
                    <a:off x="4688564" y="0"/>
                    <a:ext cx="2687641" cy="2150501"/>
                    <a:chOff x="0" y="0"/>
                    <a:chExt cx="2687641" cy="2150501"/>
                  </a:xfrm>
                </p:grpSpPr>
                <p:sp>
                  <p:nvSpPr>
                    <p:cNvPr id="724068443" name=""/>
                    <p:cNvSpPr/>
                    <p:nvPr/>
                  </p:nvSpPr>
                  <p:spPr bwMode="auto">
                    <a:xfrm rot="0" flipH="0" flipV="0">
                      <a:off x="0" y="483628"/>
                      <a:ext cx="2687641" cy="1666872"/>
                    </a:xfrm>
                    <a:prstGeom prst="flowChartAlternateProcess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24999"/>
                      </a:schemeClr>
                    </a:solidFill>
                    <a:ln w="28575" cap="flat" cmpd="sng" algn="ctr">
                      <a:solidFill>
                        <a:srgbClr val="0095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27473313" name=""/>
                    <p:cNvSpPr txBox="1"/>
                    <p:nvPr/>
                  </p:nvSpPr>
                  <p:spPr bwMode="auto">
                    <a:xfrm rot="0" flipH="0" flipV="0">
                      <a:off x="803855" y="0"/>
                      <a:ext cx="1081724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45B5FF"/>
                          </a:solidFill>
                          <a:latin typeface="CMU Serif"/>
                          <a:ea typeface="CMU Serif"/>
                          <a:cs typeface="CMU Serif"/>
                        </a:rPr>
                        <a:t>ABSA</a:t>
                      </a:r>
                      <a:endParaRPr sz="2200" b="1">
                        <a:solidFill>
                          <a:srgbClr val="45B5FF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1420863967" name=""/>
                  <p:cNvGrpSpPr/>
                  <p:nvPr/>
                </p:nvGrpSpPr>
                <p:grpSpPr bwMode="auto">
                  <a:xfrm>
                    <a:off x="7340238" y="0"/>
                    <a:ext cx="1075442" cy="2150501"/>
                    <a:chOff x="0" y="0"/>
                    <a:chExt cx="1075442" cy="2150501"/>
                  </a:xfrm>
                </p:grpSpPr>
                <p:sp>
                  <p:nvSpPr>
                    <p:cNvPr id="2133739250" name=""/>
                    <p:cNvSpPr/>
                    <p:nvPr/>
                  </p:nvSpPr>
                  <p:spPr bwMode="auto">
                    <a:xfrm rot="0" flipH="0" flipV="0">
                      <a:off x="200270" y="483628"/>
                      <a:ext cx="634996" cy="1666872"/>
                    </a:xfrm>
                    <a:prstGeom prst="flowChartAlternateProcess">
                      <a:avLst/>
                    </a:prstGeom>
                    <a:solidFill>
                      <a:srgbClr val="E173FF">
                        <a:alpha val="24999"/>
                      </a:srgbClr>
                    </a:solidFill>
                    <a:ln w="28575" cap="flat" cmpd="sng" algn="ctr">
                      <a:solidFill>
                        <a:srgbClr val="DB4C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28667987" name=""/>
                    <p:cNvSpPr txBox="1"/>
                    <p:nvPr/>
                  </p:nvSpPr>
                  <p:spPr bwMode="auto">
                    <a:xfrm rot="0" flipH="0" flipV="0">
                      <a:off x="0" y="0"/>
                      <a:ext cx="1075442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DB4CFF"/>
                          </a:solidFill>
                          <a:latin typeface="CMU Serif"/>
                          <a:ea typeface="CMU Serif"/>
                          <a:cs typeface="CMU Serif"/>
                        </a:rPr>
                        <a:t>RGSS</a:t>
                      </a:r>
                      <a:endParaRPr sz="2200" b="1">
                        <a:solidFill>
                          <a:srgbClr val="DB4CFF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  <p:grpSp>
                <p:nvGrpSpPr>
                  <p:cNvPr id="2012592454" name=""/>
                  <p:cNvGrpSpPr/>
                  <p:nvPr/>
                </p:nvGrpSpPr>
                <p:grpSpPr bwMode="auto">
                  <a:xfrm>
                    <a:off x="8359223" y="0"/>
                    <a:ext cx="2687641" cy="2150501"/>
                    <a:chOff x="0" y="0"/>
                    <a:chExt cx="2687641" cy="2150501"/>
                  </a:xfrm>
                </p:grpSpPr>
                <p:sp>
                  <p:nvSpPr>
                    <p:cNvPr id="1892792502" name=""/>
                    <p:cNvSpPr/>
                    <p:nvPr/>
                  </p:nvSpPr>
                  <p:spPr bwMode="auto">
                    <a:xfrm rot="0" flipH="0" flipV="0">
                      <a:off x="0" y="483628"/>
                      <a:ext cx="2687641" cy="1666872"/>
                    </a:xfrm>
                    <a:prstGeom prst="flowChartAlternateProcess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24999"/>
                      </a:schemeClr>
                    </a:solidFill>
                    <a:ln w="28575" cap="flat" cmpd="sng" algn="ctr">
                      <a:solidFill>
                        <a:srgbClr val="0095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94872044" name=""/>
                    <p:cNvSpPr txBox="1"/>
                    <p:nvPr/>
                  </p:nvSpPr>
                  <p:spPr bwMode="auto">
                    <a:xfrm rot="0" flipH="0" flipV="0">
                      <a:off x="803855" y="0"/>
                      <a:ext cx="1082085" cy="427079"/>
                    </a:xfrm>
                    <a:prstGeom prst="rect">
                      <a:avLst/>
                    </a:prstGeom>
                    <a:noFill/>
                  </p:spPr>
                  <p:txBody>
    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    <a:spAutoFit/>
                    </a:bodyPr>
                    <a:p>
                      <a:pPr>
                        <a:defRPr/>
                      </a:pPr>
                      <a:r>
                        <a:rPr lang="fr-FR" sz="2200" b="1">
                          <a:solidFill>
                            <a:srgbClr val="45B5FF"/>
                          </a:solidFill>
                          <a:latin typeface="CMU Serif"/>
                          <a:ea typeface="CMU Serif"/>
                          <a:cs typeface="CMU Serif"/>
                        </a:rPr>
                        <a:t>ABSA</a:t>
                      </a:r>
                      <a:endParaRPr sz="2200" b="1">
                        <a:solidFill>
                          <a:srgbClr val="45B5FF"/>
                        </a:solidFill>
                        <a:latin typeface="CMU Serif"/>
                        <a:cs typeface="CMU Serif"/>
                      </a:endParaRPr>
                    </a:p>
                  </p:txBody>
                </p:sp>
              </p:grpSp>
            </p:grpSp>
            <p:grpSp>
              <p:nvGrpSpPr>
                <p:cNvPr id="249745825" name=""/>
                <p:cNvGrpSpPr/>
                <p:nvPr/>
              </p:nvGrpSpPr>
              <p:grpSpPr bwMode="auto">
                <a:xfrm rot="0" flipH="0" flipV="0">
                  <a:off x="227681" y="612303"/>
                  <a:ext cx="11615717" cy="1408949"/>
                  <a:chOff x="0" y="0"/>
                  <a:chExt cx="11615717" cy="1408949"/>
                </a:xfrm>
              </p:grpSpPr>
              <p:grpSp>
                <p:nvGrpSpPr>
                  <p:cNvPr id="572566747" name=""/>
                  <p:cNvGrpSpPr/>
                  <p:nvPr/>
                </p:nvGrpSpPr>
                <p:grpSpPr bwMode="auto">
                  <a:xfrm>
                    <a:off x="2248853" y="0"/>
                    <a:ext cx="3461330" cy="1408948"/>
                    <a:chOff x="0" y="0"/>
                    <a:chExt cx="3461330" cy="1408948"/>
                  </a:xfrm>
                </p:grpSpPr>
                <p:grpSp>
                  <p:nvGrpSpPr>
                    <p:cNvPr id="48706416" name=""/>
                    <p:cNvGrpSpPr/>
                    <p:nvPr/>
                  </p:nvGrpSpPr>
                  <p:grpSpPr bwMode="auto">
                    <a:xfrm rot="10800000" flipH="0" flipV="0">
                      <a:off x="883776" y="167080"/>
                      <a:ext cx="1693774" cy="1067281"/>
                      <a:chOff x="0" y="0"/>
                      <a:chExt cx="1693774" cy="1067281"/>
                    </a:xfrm>
                  </p:grpSpPr>
                  <p:cxnSp>
                    <p:nvCxnSpPr>
                      <p:cNvPr id="1583655700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4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73586051" name=""/>
                      <p:cNvCxnSpPr/>
                      <p:nvPr/>
                    </p:nvCxnSpPr>
                    <p:spPr bwMode="auto">
                      <a:xfrm rot="0" flipH="0" flipV="0">
                        <a:off x="284322" y="0"/>
                        <a:ext cx="1409450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3691784" name=""/>
                      <p:cNvCxnSpPr/>
                      <p:nvPr/>
                    </p:nvCxnSpPr>
                    <p:spPr bwMode="auto">
                      <a:xfrm rot="0" flipH="0" flipV="0">
                        <a:off x="0" y="529888"/>
                        <a:ext cx="1409450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12508766" name=""/>
                      <p:cNvCxnSpPr/>
                      <p:nvPr/>
                    </p:nvCxnSpPr>
                    <p:spPr bwMode="auto">
                      <a:xfrm rot="0" flipH="0" flipV="0">
                        <a:off x="284322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6916801" name=""/>
                      <p:cNvCxnSpPr/>
                      <p:nvPr/>
                    </p:nvCxnSpPr>
                    <p:spPr bwMode="auto">
                      <a:xfrm rot="0" flipH="0" flipV="0">
                        <a:off x="284322" y="3748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34216881" name=""/>
                      <p:cNvCxnSpPr/>
                      <p:nvPr/>
                    </p:nvCxnSpPr>
                    <p:spPr bwMode="auto">
                      <a:xfrm rot="0" flipH="0" flipV="1">
                        <a:off x="0" y="7498"/>
                        <a:ext cx="1409450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5921050" name=""/>
                      <p:cNvCxnSpPr/>
                      <p:nvPr/>
                    </p:nvCxnSpPr>
                    <p:spPr bwMode="auto">
                      <a:xfrm rot="0" flipH="0" flipV="1">
                        <a:off x="284322" y="537390"/>
                        <a:ext cx="1409450" cy="522389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3018233" name=""/>
                      <p:cNvCxnSpPr/>
                      <p:nvPr/>
                    </p:nvCxnSpPr>
                    <p:spPr bwMode="auto">
                      <a:xfrm rot="0" flipH="0" flipV="1">
                        <a:off x="284322" y="7498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39532498" name=""/>
                      <p:cNvCxnSpPr/>
                      <p:nvPr/>
                    </p:nvCxnSpPr>
                    <p:spPr bwMode="auto">
                      <a:xfrm rot="10800000" flipH="0" flipV="0">
                        <a:off x="284322" y="0"/>
                        <a:ext cx="1125126" cy="1067281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509452155" name=""/>
                    <p:cNvSpPr/>
                    <p:nvPr/>
                  </p:nvSpPr>
                  <p:spPr bwMode="auto">
                    <a:xfrm rot="10800000" flipH="0" flipV="0">
                      <a:off x="2577555" y="529888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495620486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26404233" name=""/>
                    <p:cNvSpPr/>
                    <p:nvPr/>
                  </p:nvSpPr>
                  <p:spPr bwMode="auto">
                    <a:xfrm rot="10800000" flipH="0" flipV="0">
                      <a:off x="2293229" y="1059778"/>
                      <a:ext cx="349167" cy="349168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450472477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58177860" name=""/>
                    <p:cNvSpPr/>
                    <p:nvPr/>
                  </p:nvSpPr>
                  <p:spPr bwMode="auto">
                    <a:xfrm rot="0" flipH="0" flipV="0">
                      <a:off x="534609" y="529888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47142585" name=""/>
                    <p:cNvSpPr/>
                    <p:nvPr/>
                  </p:nvSpPr>
                  <p:spPr bwMode="auto">
                    <a:xfrm rot="0" flipH="0" flipV="0">
                      <a:off x="818932" y="1059780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500040834" name=""/>
                    <p:cNvSpPr/>
                    <p:nvPr/>
                  </p:nvSpPr>
                  <p:spPr bwMode="auto">
                    <a:xfrm rot="0" flipH="0" flipV="0">
                      <a:off x="818930" y="0"/>
                      <a:ext cx="349167" cy="349168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23962016" name=""/>
                    <p:cNvSpPr/>
                    <p:nvPr/>
                  </p:nvSpPr>
                  <p:spPr bwMode="auto">
                    <a:xfrm rot="0" flipH="0" flipV="0">
                      <a:off x="0" y="529888"/>
                      <a:ext cx="349166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37585723" name=""/>
                    <p:cNvSpPr/>
                    <p:nvPr/>
                  </p:nvSpPr>
                  <p:spPr bwMode="auto">
                    <a:xfrm rot="0" flipH="0" flipV="0">
                      <a:off x="0" y="1059780"/>
                      <a:ext cx="349166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298370308" name=""/>
                    <p:cNvCxnSpPr/>
                    <p:nvPr/>
                  </p:nvCxnSpPr>
                  <p:spPr bwMode="auto">
                    <a:xfrm rot="0" flipH="0" flipV="0">
                      <a:off x="349166" y="704473"/>
                      <a:ext cx="185438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6781123" name=""/>
                    <p:cNvCxnSpPr/>
                    <p:nvPr/>
                  </p:nvCxnSpPr>
                  <p:spPr bwMode="auto">
                    <a:xfrm rot="0" flipH="0" flipV="1">
                      <a:off x="349166" y="1234365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47803674" name=""/>
                    <p:cNvSpPr/>
                    <p:nvPr/>
                  </p:nvSpPr>
                  <p:spPr bwMode="auto">
                    <a:xfrm rot="10800000" flipH="0" flipV="0">
                      <a:off x="3112164" y="529890"/>
                      <a:ext cx="349166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67776516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6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96410515" name=""/>
                    <p:cNvSpPr/>
                    <p:nvPr/>
                  </p:nvSpPr>
                  <p:spPr bwMode="auto">
                    <a:xfrm rot="10800000" flipH="0" flipV="0">
                      <a:off x="3112164" y="0"/>
                      <a:ext cx="349166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15909506" name=""/>
                    <p:cNvSpPr/>
                    <p:nvPr/>
                  </p:nvSpPr>
                  <p:spPr bwMode="auto">
                    <a:xfrm rot="10800000" flipH="0" flipV="0">
                      <a:off x="3112164" y="1059780"/>
                      <a:ext cx="349166" cy="349167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987520179" name=""/>
                    <p:cNvCxnSpPr/>
                    <p:nvPr/>
                  </p:nvCxnSpPr>
                  <p:spPr bwMode="auto">
                    <a:xfrm rot="10800000" flipH="0" flipV="0">
                      <a:off x="2642400" y="1234365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7819786" name=""/>
                    <p:cNvCxnSpPr/>
                    <p:nvPr/>
                  </p:nvCxnSpPr>
                  <p:spPr bwMode="auto">
                    <a:xfrm rot="10800000" flipH="0" flipV="0">
                      <a:off x="2926724" y="704475"/>
                      <a:ext cx="185438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7922240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4096983" name=""/>
                  <p:cNvGrpSpPr/>
                  <p:nvPr/>
                </p:nvGrpSpPr>
                <p:grpSpPr bwMode="auto">
                  <a:xfrm>
                    <a:off x="0" y="0"/>
                    <a:ext cx="2053509" cy="1408947"/>
                    <a:chOff x="0" y="0"/>
                    <a:chExt cx="2053509" cy="1408947"/>
                  </a:xfrm>
                </p:grpSpPr>
                <p:cxnSp>
                  <p:nvCxnSpPr>
                    <p:cNvPr id="1204661369" name=""/>
                    <p:cNvCxnSpPr/>
                    <p:nvPr/>
                  </p:nvCxnSpPr>
                  <p:spPr bwMode="auto">
                    <a:xfrm rot="10800000" flipH="0" flipV="0">
                      <a:off x="1234577" y="1234365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4810107" name=""/>
                    <p:cNvSpPr/>
                    <p:nvPr/>
                  </p:nvSpPr>
                  <p:spPr bwMode="auto">
                    <a:xfrm rot="10800000" flipH="0" flipV="0">
                      <a:off x="885409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716769947" name=""/>
                    <p:cNvSpPr/>
                    <p:nvPr/>
                  </p:nvSpPr>
                  <p:spPr bwMode="auto">
                    <a:xfrm rot="10800000" flipH="0" flipV="0">
                      <a:off x="88540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88341659" name=""/>
                    <p:cNvSpPr/>
                    <p:nvPr/>
                  </p:nvSpPr>
                  <p:spPr bwMode="auto">
                    <a:xfrm rot="10800000" flipH="0" flipV="0">
                      <a:off x="885407" y="1059778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63041215" name=""/>
                    <p:cNvSpPr/>
                    <p:nvPr/>
                  </p:nvSpPr>
                  <p:spPr bwMode="auto">
                    <a:xfrm rot="10800000" flipH="0" flipV="0">
                      <a:off x="1704342" y="52989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472147742" name=""/>
                    <p:cNvSpPr/>
                    <p:nvPr/>
                  </p:nvSpPr>
                  <p:spPr bwMode="auto">
                    <a:xfrm rot="10800000" flipH="0" flipV="0">
                      <a:off x="1704342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789603992" name=""/>
                    <p:cNvCxnSpPr/>
                    <p:nvPr/>
                  </p:nvCxnSpPr>
                  <p:spPr bwMode="auto">
                    <a:xfrm rot="10800000" flipH="0" flipV="0">
                      <a:off x="1234577" y="704475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6872571" name=""/>
                    <p:cNvCxnSpPr/>
                    <p:nvPr/>
                  </p:nvCxnSpPr>
                  <p:spPr bwMode="auto">
                    <a:xfrm rot="10800000" flipH="0" flipV="1">
                      <a:off x="1234577" y="174582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2524952" name=""/>
                    <p:cNvCxnSpPr/>
                    <p:nvPr/>
                  </p:nvCxnSpPr>
                  <p:spPr bwMode="auto">
                    <a:xfrm rot="10800000" flipH="0" flipV="0">
                      <a:off x="298031" y="827923"/>
                      <a:ext cx="587374" cy="406438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39334032" name=""/>
                    <p:cNvSpPr/>
                    <p:nvPr/>
                  </p:nvSpPr>
                  <p:spPr bwMode="auto">
                    <a:xfrm rot="10800000" flipH="0" flipV="0">
                      <a:off x="1704342" y="105978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018520746" name=""/>
                    <p:cNvCxnSpPr/>
                    <p:nvPr/>
                  </p:nvCxnSpPr>
                  <p:spPr bwMode="auto">
                    <a:xfrm rot="10800000" flipH="0" flipV="1">
                      <a:off x="349166" y="704475"/>
                      <a:ext cx="53624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0723952" name=""/>
                    <p:cNvCxnSpPr/>
                    <p:nvPr/>
                  </p:nvCxnSpPr>
                  <p:spPr bwMode="auto">
                    <a:xfrm rot="10800000" flipH="0" flipV="1">
                      <a:off x="298032" y="174582"/>
                      <a:ext cx="587376" cy="406441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15355098" name=""/>
                    <p:cNvSpPr/>
                    <p:nvPr/>
                  </p:nvSpPr>
                  <p:spPr bwMode="auto">
                    <a:xfrm rot="10800000" flipH="0" flipV="0">
                      <a:off x="0" y="529890"/>
                      <a:ext cx="349166" cy="349166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893230957" name=""/>
                  <p:cNvGrpSpPr/>
                  <p:nvPr/>
                </p:nvGrpSpPr>
                <p:grpSpPr bwMode="auto">
                  <a:xfrm rot="10800000">
                    <a:off x="9562207" y="0"/>
                    <a:ext cx="2053509" cy="1408947"/>
                    <a:chOff x="0" y="0"/>
                    <a:chExt cx="2053509" cy="1408947"/>
                  </a:xfrm>
                </p:grpSpPr>
                <p:cxnSp>
                  <p:nvCxnSpPr>
                    <p:cNvPr id="1181229382" name=""/>
                    <p:cNvCxnSpPr/>
                    <p:nvPr/>
                  </p:nvCxnSpPr>
                  <p:spPr bwMode="auto">
                    <a:xfrm rot="10800000" flipH="0" flipV="0">
                      <a:off x="1234577" y="1234365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11301240" name=""/>
                    <p:cNvSpPr/>
                    <p:nvPr/>
                  </p:nvSpPr>
                  <p:spPr bwMode="auto">
                    <a:xfrm rot="10800000" flipH="0" flipV="0">
                      <a:off x="885409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33912789" name=""/>
                    <p:cNvSpPr/>
                    <p:nvPr/>
                  </p:nvSpPr>
                  <p:spPr bwMode="auto">
                    <a:xfrm rot="10800000" flipH="0" flipV="0">
                      <a:off x="88540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956559568" name=""/>
                    <p:cNvSpPr/>
                    <p:nvPr/>
                  </p:nvSpPr>
                  <p:spPr bwMode="auto">
                    <a:xfrm rot="10800000" flipH="0" flipV="0">
                      <a:off x="885407" y="1059778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81383236" name=""/>
                    <p:cNvSpPr/>
                    <p:nvPr/>
                  </p:nvSpPr>
                  <p:spPr bwMode="auto">
                    <a:xfrm rot="10800000" flipH="0" flipV="0">
                      <a:off x="1704342" y="52989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28056751" name=""/>
                    <p:cNvSpPr/>
                    <p:nvPr/>
                  </p:nvSpPr>
                  <p:spPr bwMode="auto">
                    <a:xfrm rot="10800000" flipH="0" flipV="0">
                      <a:off x="1704342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063075648" name=""/>
                    <p:cNvCxnSpPr/>
                    <p:nvPr/>
                  </p:nvCxnSpPr>
                  <p:spPr bwMode="auto">
                    <a:xfrm rot="10800000" flipH="0" flipV="0">
                      <a:off x="1234577" y="704475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9854122" name=""/>
                    <p:cNvCxnSpPr/>
                    <p:nvPr/>
                  </p:nvCxnSpPr>
                  <p:spPr bwMode="auto">
                    <a:xfrm rot="10800000" flipH="0" flipV="1">
                      <a:off x="1234577" y="174582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3882642" name=""/>
                    <p:cNvCxnSpPr/>
                    <p:nvPr/>
                  </p:nvCxnSpPr>
                  <p:spPr bwMode="auto">
                    <a:xfrm rot="10800000" flipH="0" flipV="0">
                      <a:off x="298030" y="827923"/>
                      <a:ext cx="587374" cy="406436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31092149" name=""/>
                    <p:cNvSpPr/>
                    <p:nvPr/>
                  </p:nvSpPr>
                  <p:spPr bwMode="auto">
                    <a:xfrm rot="10800000" flipH="0" flipV="0">
                      <a:off x="1704342" y="105978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33790" name=""/>
                    <p:cNvCxnSpPr/>
                    <p:nvPr/>
                  </p:nvCxnSpPr>
                  <p:spPr bwMode="auto">
                    <a:xfrm rot="10800000" flipH="0" flipV="1">
                      <a:off x="349166" y="704475"/>
                      <a:ext cx="536240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3425986" name=""/>
                    <p:cNvCxnSpPr/>
                    <p:nvPr/>
                  </p:nvCxnSpPr>
                  <p:spPr bwMode="auto">
                    <a:xfrm rot="10800000" flipH="0" flipV="1">
                      <a:off x="298031" y="174582"/>
                      <a:ext cx="587374" cy="40644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16549157" name=""/>
                    <p:cNvSpPr/>
                    <p:nvPr/>
                  </p:nvSpPr>
                  <p:spPr bwMode="auto">
                    <a:xfrm rot="10800000" flipH="0" flipV="0">
                      <a:off x="0" y="529890"/>
                      <a:ext cx="349166" cy="349166"/>
                    </a:xfrm>
                    <a:prstGeom prst="ellipse">
                      <a:avLst/>
                    </a:prstGeom>
                    <a:solidFill>
                      <a:srgbClr val="E173FF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</p:grpSp>
              <p:grpSp>
                <p:nvGrpSpPr>
                  <p:cNvPr id="941669234" name=""/>
                  <p:cNvGrpSpPr/>
                  <p:nvPr/>
                </p:nvGrpSpPr>
                <p:grpSpPr bwMode="auto">
                  <a:xfrm rot="10800000">
                    <a:off x="5905533" y="2"/>
                    <a:ext cx="3461329" cy="1408945"/>
                    <a:chOff x="0" y="0"/>
                    <a:chExt cx="3461329" cy="1408945"/>
                  </a:xfrm>
                </p:grpSpPr>
                <p:grpSp>
                  <p:nvGrpSpPr>
                    <p:cNvPr id="1991584579" name=""/>
                    <p:cNvGrpSpPr/>
                    <p:nvPr/>
                  </p:nvGrpSpPr>
                  <p:grpSpPr bwMode="auto">
                    <a:xfrm rot="10800000" flipH="0" flipV="0">
                      <a:off x="883776" y="167081"/>
                      <a:ext cx="1693773" cy="1067279"/>
                      <a:chOff x="0" y="0"/>
                      <a:chExt cx="1693773" cy="1067279"/>
                    </a:xfrm>
                  </p:grpSpPr>
                  <p:cxnSp>
                    <p:nvCxnSpPr>
                      <p:cNvPr id="154718443" name=""/>
                      <p:cNvCxnSpPr/>
                      <p:nvPr/>
                    </p:nvCxnSpPr>
                    <p:spPr bwMode="auto">
                      <a:xfrm rot="0" flipH="0" flipV="0">
                        <a:off x="0" y="533637"/>
                        <a:ext cx="1693773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979386" name=""/>
                      <p:cNvCxnSpPr/>
                      <p:nvPr/>
                    </p:nvCxnSpPr>
                    <p:spPr bwMode="auto">
                      <a:xfrm rot="0" flipH="0" flipV="0">
                        <a:off x="284320" y="0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58206532" name=""/>
                      <p:cNvCxnSpPr/>
                      <p:nvPr/>
                    </p:nvCxnSpPr>
                    <p:spPr bwMode="auto">
                      <a:xfrm rot="0" flipH="0" flipV="0">
                        <a:off x="0" y="529887"/>
                        <a:ext cx="1409449" cy="53739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57697513" name=""/>
                      <p:cNvCxnSpPr/>
                      <p:nvPr/>
                    </p:nvCxnSpPr>
                    <p:spPr bwMode="auto">
                      <a:xfrm rot="0" flipH="0" flipV="0">
                        <a:off x="284320" y="1063530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08100177" name=""/>
                      <p:cNvCxnSpPr/>
                      <p:nvPr/>
                    </p:nvCxnSpPr>
                    <p:spPr bwMode="auto">
                      <a:xfrm rot="0" flipH="0" flipV="0">
                        <a:off x="284320" y="3747"/>
                        <a:ext cx="1125126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303529" name=""/>
                      <p:cNvCxnSpPr/>
                      <p:nvPr/>
                    </p:nvCxnSpPr>
                    <p:spPr bwMode="auto">
                      <a:xfrm rot="0" flipH="0" flipV="1">
                        <a:off x="0" y="7497"/>
                        <a:ext cx="1409449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4520614" name=""/>
                      <p:cNvCxnSpPr/>
                      <p:nvPr/>
                    </p:nvCxnSpPr>
                    <p:spPr bwMode="auto">
                      <a:xfrm rot="0" flipH="0" flipV="1">
                        <a:off x="284320" y="537390"/>
                        <a:ext cx="1409449" cy="522387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17097780" name=""/>
                      <p:cNvCxnSpPr/>
                      <p:nvPr/>
                    </p:nvCxnSpPr>
                    <p:spPr bwMode="auto">
                      <a:xfrm rot="0" flipH="0" flipV="1">
                        <a:off x="284320" y="7497"/>
                        <a:ext cx="1125126" cy="105228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4983663" name=""/>
                      <p:cNvCxnSpPr/>
                      <p:nvPr/>
                    </p:nvCxnSpPr>
                    <p:spPr bwMode="auto">
                      <a:xfrm rot="10800000" flipH="0" flipV="0">
                        <a:off x="284320" y="0"/>
                        <a:ext cx="1125126" cy="1067279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796606093" name=""/>
                    <p:cNvSpPr/>
                    <p:nvPr/>
                  </p:nvSpPr>
                  <p:spPr bwMode="auto">
                    <a:xfrm rot="10800000" flipH="0" flipV="0">
                      <a:off x="2577555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18283472" name=""/>
                    <p:cNvSpPr/>
                    <p:nvPr/>
                  </p:nvSpPr>
                  <p:spPr bwMode="auto">
                    <a:xfrm rot="10800000" flipH="0" flipV="0">
                      <a:off x="2293229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00537085" name=""/>
                    <p:cNvSpPr/>
                    <p:nvPr/>
                  </p:nvSpPr>
                  <p:spPr bwMode="auto">
                    <a:xfrm rot="10800000" flipH="0" flipV="0">
                      <a:off x="2293228" y="1059777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704413680" name=""/>
                    <p:cNvCxnSpPr/>
                    <p:nvPr/>
                  </p:nvCxnSpPr>
                  <p:spPr bwMode="auto">
                    <a:xfrm rot="0" flipH="0" flipV="0">
                      <a:off x="349166" y="174582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554210" name=""/>
                    <p:cNvSpPr/>
                    <p:nvPr/>
                  </p:nvSpPr>
                  <p:spPr bwMode="auto">
                    <a:xfrm rot="0" flipH="0" flipV="0">
                      <a:off x="534609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38303901" name=""/>
                    <p:cNvSpPr/>
                    <p:nvPr/>
                  </p:nvSpPr>
                  <p:spPr bwMode="auto">
                    <a:xfrm rot="0" flipH="0" flipV="0">
                      <a:off x="818932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41626331" name=""/>
                    <p:cNvSpPr/>
                    <p:nvPr/>
                  </p:nvSpPr>
                  <p:spPr bwMode="auto">
                    <a:xfrm rot="0" flipH="0" flipV="0">
                      <a:off x="818930" y="0"/>
                      <a:ext cx="349166" cy="349167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254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32658123" name=""/>
                    <p:cNvSpPr/>
                    <p:nvPr/>
                  </p:nvSpPr>
                  <p:spPr bwMode="auto">
                    <a:xfrm rot="0" flipH="0" flipV="0">
                      <a:off x="0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417303932" name=""/>
                    <p:cNvSpPr/>
                    <p:nvPr/>
                  </p:nvSpPr>
                  <p:spPr bwMode="auto">
                    <a:xfrm rot="0" flipH="0" flipV="0">
                      <a:off x="0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528495974" name=""/>
                    <p:cNvCxnSpPr/>
                    <p:nvPr/>
                  </p:nvCxnSpPr>
                  <p:spPr bwMode="auto">
                    <a:xfrm rot="0" flipH="0" flipV="0">
                      <a:off x="349166" y="704472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71675192" name=""/>
                    <p:cNvCxnSpPr/>
                    <p:nvPr/>
                  </p:nvCxnSpPr>
                  <p:spPr bwMode="auto">
                    <a:xfrm rot="0" flipH="0" flipV="1">
                      <a:off x="349166" y="1234365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41878585" name=""/>
                    <p:cNvSpPr/>
                    <p:nvPr/>
                  </p:nvSpPr>
                  <p:spPr bwMode="auto">
                    <a:xfrm rot="10800000" flipH="0" flipV="0">
                      <a:off x="3112162" y="52988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00567852" name=""/>
                    <p:cNvSpPr/>
                    <p:nvPr/>
                  </p:nvSpPr>
                  <p:spPr bwMode="auto">
                    <a:xfrm rot="0" flipH="0" flipV="0">
                      <a:off x="0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195454506" name=""/>
                    <p:cNvSpPr/>
                    <p:nvPr/>
                  </p:nvSpPr>
                  <p:spPr bwMode="auto">
                    <a:xfrm rot="10800000" flipH="0" flipV="0">
                      <a:off x="3112162" y="0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92412129" name=""/>
                    <p:cNvSpPr/>
                    <p:nvPr/>
                  </p:nvSpPr>
                  <p:spPr bwMode="auto">
                    <a:xfrm rot="10800000" flipH="0" flipV="0">
                      <a:off x="3112162" y="1059778"/>
                      <a:ext cx="349166" cy="349166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254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226424259" name=""/>
                    <p:cNvCxnSpPr/>
                    <p:nvPr/>
                  </p:nvCxnSpPr>
                  <p:spPr bwMode="auto">
                    <a:xfrm rot="10800000" flipH="0" flipV="0">
                      <a:off x="2642400" y="1234364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3187271" name=""/>
                    <p:cNvCxnSpPr/>
                    <p:nvPr/>
                  </p:nvCxnSpPr>
                  <p:spPr bwMode="auto">
                    <a:xfrm rot="10800000" flipH="0" flipV="0">
                      <a:off x="2926723" y="704475"/>
                      <a:ext cx="185436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5642754" name=""/>
                    <p:cNvCxnSpPr/>
                    <p:nvPr/>
                  </p:nvCxnSpPr>
                  <p:spPr bwMode="auto">
                    <a:xfrm rot="10800000" flipH="0" flipV="1">
                      <a:off x="2642400" y="174582"/>
                      <a:ext cx="469762" cy="0"/>
                    </a:xfrm>
                    <a:prstGeom prst="line">
                      <a:avLst/>
                    </a:prstGeom>
                    <a:ln w="28575" cap="flat" cmpd="sng" algn="ctr">
                      <a:solidFill>
                        <a:schemeClr val="bg2">
                          <a:lumMod val="74901"/>
                        </a:schemeClr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760617650" name=""/>
              <p:cNvGrpSpPr/>
              <p:nvPr/>
            </p:nvGrpSpPr>
            <p:grpSpPr bwMode="auto">
              <a:xfrm>
                <a:off x="1618322" y="1395993"/>
                <a:ext cx="8854308" cy="419959"/>
                <a:chOff x="0" y="0"/>
                <a:chExt cx="8854308" cy="419959"/>
              </a:xfrm>
            </p:grpSpPr>
            <p:sp>
              <p:nvSpPr>
                <p:cNvPr id="1788970188" name=""/>
                <p:cNvSpPr txBox="1"/>
                <p:nvPr/>
              </p:nvSpPr>
              <p:spPr bwMode="auto">
                <a:xfrm rot="5400000" flipH="0" flipV="0">
                  <a:off x="-26560" y="26919"/>
                  <a:ext cx="419241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2049164280" name=""/>
                <p:cNvSpPr txBox="1"/>
                <p:nvPr/>
              </p:nvSpPr>
              <p:spPr bwMode="auto">
                <a:xfrm rot="5400000" flipH="0" flipV="0">
                  <a:off x="1230733" y="26919"/>
                  <a:ext cx="419600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640893340" name=""/>
                <p:cNvSpPr txBox="1"/>
                <p:nvPr/>
              </p:nvSpPr>
              <p:spPr bwMode="auto">
                <a:xfrm rot="16199998" flipH="0" flipV="0">
                  <a:off x="7203967" y="26919"/>
                  <a:ext cx="419600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660259757" name=""/>
                <p:cNvSpPr txBox="1"/>
                <p:nvPr/>
              </p:nvSpPr>
              <p:spPr bwMode="auto">
                <a:xfrm rot="16199998" flipH="0" flipV="0">
                  <a:off x="8461268" y="26919"/>
                  <a:ext cx="419959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104004596" name=""/>
                <p:cNvSpPr txBox="1"/>
                <p:nvPr/>
              </p:nvSpPr>
              <p:spPr bwMode="auto">
                <a:xfrm rot="16199998" flipH="0" flipV="0">
                  <a:off x="3554834" y="26919"/>
                  <a:ext cx="419600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059600489" name=""/>
                <p:cNvSpPr txBox="1"/>
                <p:nvPr/>
              </p:nvSpPr>
              <p:spPr bwMode="auto">
                <a:xfrm rot="5400000" flipH="0" flipV="0">
                  <a:off x="4888330" y="26919"/>
                  <a:ext cx="419959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</p:grpSp>
        </p:grpSp>
        <p:grpSp>
          <p:nvGrpSpPr>
            <p:cNvPr id="2020479856" name=""/>
            <p:cNvGrpSpPr/>
            <p:nvPr/>
          </p:nvGrpSpPr>
          <p:grpSpPr bwMode="auto">
            <a:xfrm>
              <a:off x="260853" y="5977521"/>
              <a:ext cx="3524697" cy="472023"/>
              <a:chOff x="0" y="0"/>
              <a:chExt cx="3524697" cy="472023"/>
            </a:xfrm>
          </p:grpSpPr>
          <p:sp>
            <p:nvSpPr>
              <p:cNvPr id="1174354023" name=""/>
              <p:cNvSpPr/>
              <p:nvPr/>
            </p:nvSpPr>
            <p:spPr bwMode="auto">
              <a:xfrm rot="0" flipH="0" flipV="0">
                <a:off x="0" y="0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00FF73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44439485" name=""/>
              <p:cNvSpPr txBox="1"/>
              <p:nvPr/>
            </p:nvSpPr>
            <p:spPr bwMode="auto">
              <a:xfrm rot="0" flipH="0" flipV="0">
                <a:off x="1104660" y="52950"/>
                <a:ext cx="2420036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b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= Successful BSM</a:t>
                </a:r>
                <a:endParaRPr b="1">
                  <a:solidFill>
                    <a:schemeClr val="tx1"/>
                  </a:solidFill>
                  <a:latin typeface="CMU Serif"/>
                  <a:cs typeface="CMU Serif"/>
                </a:endParaRPr>
              </a:p>
            </p:txBody>
          </p:sp>
        </p:grpSp>
        <p:grpSp>
          <p:nvGrpSpPr>
            <p:cNvPr id="1388577993" name=""/>
            <p:cNvGrpSpPr/>
            <p:nvPr/>
          </p:nvGrpSpPr>
          <p:grpSpPr bwMode="auto">
            <a:xfrm>
              <a:off x="4372761" y="5977521"/>
              <a:ext cx="3469660" cy="472023"/>
              <a:chOff x="0" y="0"/>
              <a:chExt cx="3469660" cy="472023"/>
            </a:xfrm>
          </p:grpSpPr>
          <p:sp>
            <p:nvSpPr>
              <p:cNvPr id="1175991204" name=""/>
              <p:cNvSpPr/>
              <p:nvPr/>
            </p:nvSpPr>
            <p:spPr bwMode="auto">
              <a:xfrm rot="0" flipH="0" flipV="0">
                <a:off x="0" y="0"/>
                <a:ext cx="1037484" cy="472023"/>
              </a:xfrm>
              <a:prstGeom prst="flowChartAlternateProcess">
                <a:avLst/>
              </a:prstGeom>
              <a:noFill/>
              <a:ln w="38100" cap="flat" cmpd="sng" algn="ctr">
                <a:solidFill>
                  <a:srgbClr val="FF0000"/>
                </a:solidFill>
                <a:prstDash val="dash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633557454" name=""/>
              <p:cNvSpPr txBox="1"/>
              <p:nvPr/>
            </p:nvSpPr>
            <p:spPr bwMode="auto">
              <a:xfrm rot="0" flipH="0" flipV="0">
                <a:off x="1104971" y="48750"/>
                <a:ext cx="2364688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b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= Failed</a:t>
                </a:r>
                <a:r>
                  <a:rPr lang="fr-FR" b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BSM</a:t>
                </a:r>
                <a:endPara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endParaRPr>
              </a:p>
            </p:txBody>
          </p:sp>
        </p:grpSp>
        <p:grpSp>
          <p:nvGrpSpPr>
            <p:cNvPr id="1578731125" name=""/>
            <p:cNvGrpSpPr/>
            <p:nvPr/>
          </p:nvGrpSpPr>
          <p:grpSpPr bwMode="auto">
            <a:xfrm>
              <a:off x="8039943" y="5994473"/>
              <a:ext cx="3872283" cy="366119"/>
              <a:chOff x="0" y="0"/>
              <a:chExt cx="3872283" cy="366119"/>
            </a:xfrm>
          </p:grpSpPr>
          <p:cxnSp>
            <p:nvCxnSpPr>
              <p:cNvPr id="1346410473" name=""/>
              <p:cNvCxnSpPr/>
              <p:nvPr/>
            </p:nvCxnSpPr>
            <p:spPr bwMode="auto">
              <a:xfrm rot="0" flipH="1" flipV="0">
                <a:off x="0" y="216959"/>
                <a:ext cx="808168" cy="0"/>
              </a:xfrm>
              <a:prstGeom prst="line">
                <a:avLst/>
              </a:prstGeom>
              <a:ln w="44450" cap="flat" cmpd="sng" algn="ctr">
                <a:solidFill>
                  <a:srgbClr val="00FF73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435189" name=""/>
              <p:cNvSpPr txBox="1"/>
              <p:nvPr/>
            </p:nvSpPr>
            <p:spPr bwMode="auto">
              <a:xfrm rot="0" flipH="0" flipV="0">
                <a:off x="886639" y="0"/>
                <a:ext cx="2985643" cy="36611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>
                  <a:defRPr/>
                </a:pPr>
                <a:r>
                  <a:rPr lang="fr-FR" b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= Entanglement</a:t>
                </a:r>
                <a:r>
                  <a:rPr lang="fr-FR" b="1">
                    <a:solidFill>
                      <a:schemeClr val="tx1"/>
                    </a:solidFill>
                    <a:latin typeface="CMU Serif"/>
                    <a:ea typeface="CMU Serif"/>
                    <a:cs typeface="CMU Serif"/>
                  </a:rPr>
                  <a:t> Link</a:t>
                </a:r>
                <a:endParaRPr lang="fr-FR" b="1">
                  <a:solidFill>
                    <a:schemeClr val="tx1"/>
                  </a:solidFill>
                  <a:latin typeface="CMU Serif"/>
                  <a:ea typeface="CMU Serif"/>
                  <a:cs typeface="CMU Serif"/>
                </a:endParaRPr>
              </a:p>
            </p:txBody>
          </p:sp>
        </p:grpSp>
        <p:grpSp>
          <p:nvGrpSpPr>
            <p:cNvPr id="1975084436" name=""/>
            <p:cNvGrpSpPr/>
            <p:nvPr/>
          </p:nvGrpSpPr>
          <p:grpSpPr bwMode="auto">
            <a:xfrm>
              <a:off x="90760" y="2298038"/>
              <a:ext cx="11844776" cy="1666872"/>
              <a:chOff x="0" y="0"/>
              <a:chExt cx="11844776" cy="1666872"/>
            </a:xfrm>
          </p:grpSpPr>
          <p:grpSp>
            <p:nvGrpSpPr>
              <p:cNvPr id="349460932" name=""/>
              <p:cNvGrpSpPr/>
              <p:nvPr/>
            </p:nvGrpSpPr>
            <p:grpSpPr bwMode="auto">
              <a:xfrm>
                <a:off x="0" y="0"/>
                <a:ext cx="11844776" cy="1666872"/>
                <a:chOff x="0" y="0"/>
                <a:chExt cx="11844776" cy="1666872"/>
              </a:xfrm>
            </p:grpSpPr>
            <p:grpSp>
              <p:nvGrpSpPr>
                <p:cNvPr id="695375985" name=""/>
                <p:cNvGrpSpPr/>
                <p:nvPr/>
              </p:nvGrpSpPr>
              <p:grpSpPr bwMode="auto">
                <a:xfrm>
                  <a:off x="0" y="0"/>
                  <a:ext cx="11844776" cy="1666872"/>
                  <a:chOff x="0" y="0"/>
                  <a:chExt cx="11844776" cy="1666872"/>
                </a:xfrm>
              </p:grpSpPr>
              <p:grpSp>
                <p:nvGrpSpPr>
                  <p:cNvPr id="274902971" name=""/>
                  <p:cNvGrpSpPr/>
                  <p:nvPr/>
                </p:nvGrpSpPr>
                <p:grpSpPr bwMode="auto">
                  <a:xfrm>
                    <a:off x="0" y="0"/>
                    <a:ext cx="11844776" cy="1666872"/>
                    <a:chOff x="0" y="0"/>
                    <a:chExt cx="11844776" cy="1666872"/>
                  </a:xfrm>
                </p:grpSpPr>
                <p:sp>
                  <p:nvSpPr>
                    <p:cNvPr id="870873020" name=""/>
                    <p:cNvSpPr/>
                    <p:nvPr/>
                  </p:nvSpPr>
                  <p:spPr bwMode="auto">
                    <a:xfrm rot="0" flipH="0" flipV="0">
                      <a:off x="943587" y="0"/>
                      <a:ext cx="2687641" cy="1666872"/>
                    </a:xfrm>
                    <a:prstGeom prst="flowChartAlternateProcess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24999"/>
                      </a:schemeClr>
                    </a:solidFill>
                    <a:ln w="28575" cap="flat" cmpd="sng" algn="ctr">
                      <a:solidFill>
                        <a:srgbClr val="0095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781164015" name=""/>
                    <p:cNvSpPr/>
                    <p:nvPr/>
                  </p:nvSpPr>
                  <p:spPr bwMode="auto">
                    <a:xfrm rot="0" flipH="0" flipV="0">
                      <a:off x="3795534" y="0"/>
                      <a:ext cx="634995" cy="1666872"/>
                    </a:xfrm>
                    <a:prstGeom prst="flowChartAlternateProcess">
                      <a:avLst/>
                    </a:prstGeom>
                    <a:solidFill>
                      <a:srgbClr val="E173FF">
                        <a:alpha val="24999"/>
                      </a:srgbClr>
                    </a:solidFill>
                    <a:ln w="28575" cap="flat" cmpd="sng" algn="ctr">
                      <a:solidFill>
                        <a:srgbClr val="DB4C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201740201" name=""/>
                    <p:cNvSpPr/>
                    <p:nvPr/>
                  </p:nvSpPr>
                  <p:spPr bwMode="auto">
                    <a:xfrm rot="0" flipH="0" flipV="0">
                      <a:off x="4594842" y="0"/>
                      <a:ext cx="2687641" cy="1666872"/>
                    </a:xfrm>
                    <a:prstGeom prst="flowChartAlternateProcess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24999"/>
                      </a:schemeClr>
                    </a:solidFill>
                    <a:ln w="28575" cap="flat" cmpd="sng" algn="ctr">
                      <a:solidFill>
                        <a:srgbClr val="0095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151186948" name=""/>
                    <p:cNvSpPr/>
                    <p:nvPr/>
                  </p:nvSpPr>
                  <p:spPr bwMode="auto">
                    <a:xfrm rot="0" flipH="0" flipV="0">
                      <a:off x="7446784" y="0"/>
                      <a:ext cx="634995" cy="1666872"/>
                    </a:xfrm>
                    <a:prstGeom prst="flowChartAlternateProcess">
                      <a:avLst/>
                    </a:prstGeom>
                    <a:solidFill>
                      <a:srgbClr val="E173FF">
                        <a:alpha val="24999"/>
                      </a:srgbClr>
                    </a:solidFill>
                    <a:ln w="28575" cap="flat" cmpd="sng" algn="ctr">
                      <a:solidFill>
                        <a:srgbClr val="DB4C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975931596" name=""/>
                    <p:cNvSpPr/>
                    <p:nvPr/>
                  </p:nvSpPr>
                  <p:spPr bwMode="auto">
                    <a:xfrm rot="0" flipH="0" flipV="0">
                      <a:off x="8265499" y="0"/>
                      <a:ext cx="2687641" cy="1666872"/>
                    </a:xfrm>
                    <a:prstGeom prst="flowChartAlternateProcess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24999"/>
                      </a:schemeClr>
                    </a:solidFill>
                    <a:ln w="28575" cap="flat" cmpd="sng" algn="ctr">
                      <a:solidFill>
                        <a:srgbClr val="0095FF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80307759" name=""/>
                    <p:cNvSpPr/>
                    <p:nvPr/>
                  </p:nvSpPr>
                  <p:spPr bwMode="auto">
                    <a:xfrm rot="0" flipH="0" flipV="0">
                      <a:off x="11092293" y="0"/>
                      <a:ext cx="752483" cy="1666872"/>
                    </a:xfrm>
                    <a:prstGeom prst="flowChartAlternateProcess">
                      <a:avLst/>
                    </a:prstGeom>
                    <a:solidFill>
                      <a:srgbClr val="92D050">
                        <a:alpha val="24999"/>
                      </a:srgbClr>
                    </a:solidFill>
                    <a:ln w="28575" cap="flat" cmpd="sng" algn="ctr">
                      <a:solidFill>
                        <a:srgbClr val="00B05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  <p:sp>
                  <p:nvSpPr>
                    <p:cNvPr id="1178518373" name=""/>
                    <p:cNvSpPr/>
                    <p:nvPr/>
                  </p:nvSpPr>
                  <p:spPr bwMode="auto">
                    <a:xfrm rot="0" flipH="0" flipV="0">
                      <a:off x="0" y="0"/>
                      <a:ext cx="752483" cy="1666872"/>
                    </a:xfrm>
                    <a:prstGeom prst="flowChartAlternateProcess">
                      <a:avLst/>
                    </a:prstGeom>
                    <a:solidFill>
                      <a:srgbClr val="92D050">
                        <a:alpha val="24999"/>
                      </a:srgbClr>
                    </a:solidFill>
                    <a:ln w="28575" cap="flat" cmpd="sng" algn="ctr">
                      <a:solidFill>
                        <a:srgbClr val="00B05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p>
                      <a:pPr algn="ctr">
                        <a:defRPr/>
                      </a:pPr>
                      <a:endParaRPr/>
                    </a:p>
                  </p:txBody>
                </p:sp>
              </p:grpSp>
              <p:grpSp>
                <p:nvGrpSpPr>
                  <p:cNvPr id="2067123379" name=""/>
                  <p:cNvGrpSpPr/>
                  <p:nvPr/>
                </p:nvGrpSpPr>
                <p:grpSpPr bwMode="auto">
                  <a:xfrm rot="0" flipH="0" flipV="0">
                    <a:off x="133956" y="136459"/>
                    <a:ext cx="11615713" cy="1408943"/>
                    <a:chOff x="0" y="0"/>
                    <a:chExt cx="11615713" cy="1408943"/>
                  </a:xfrm>
                </p:grpSpPr>
                <p:grpSp>
                  <p:nvGrpSpPr>
                    <p:cNvPr id="286901315" name=""/>
                    <p:cNvGrpSpPr/>
                    <p:nvPr/>
                  </p:nvGrpSpPr>
                  <p:grpSpPr bwMode="auto">
                    <a:xfrm>
                      <a:off x="2248849" y="0"/>
                      <a:ext cx="3461328" cy="1408942"/>
                      <a:chOff x="0" y="0"/>
                      <a:chExt cx="3461328" cy="1408942"/>
                    </a:xfrm>
                  </p:grpSpPr>
                  <p:grpSp>
                    <p:nvGrpSpPr>
                      <p:cNvPr id="1118640238" name=""/>
                      <p:cNvGrpSpPr/>
                      <p:nvPr/>
                    </p:nvGrpSpPr>
                    <p:grpSpPr bwMode="auto">
                      <a:xfrm rot="10800000" flipH="0" flipV="0">
                        <a:off x="883774" y="167078"/>
                        <a:ext cx="1693773" cy="1067276"/>
                        <a:chOff x="0" y="0"/>
                        <a:chExt cx="1693773" cy="1067276"/>
                      </a:xfrm>
                    </p:grpSpPr>
                    <p:cxnSp>
                      <p:nvCxnSpPr>
                        <p:cNvPr id="196604085" name=""/>
                        <p:cNvCxnSpPr/>
                        <p:nvPr/>
                      </p:nvCxnSpPr>
                      <p:spPr bwMode="auto">
                        <a:xfrm rot="0" flipH="0" flipV="0">
                          <a:off x="0" y="533637"/>
                          <a:ext cx="1693773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42110720" name=""/>
                        <p:cNvCxnSpPr/>
                        <p:nvPr/>
                      </p:nvCxnSpPr>
                      <p:spPr bwMode="auto">
                        <a:xfrm rot="0" flipH="0" flipV="0">
                          <a:off x="284319" y="0"/>
                          <a:ext cx="1409446" cy="53739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90739483" name=""/>
                        <p:cNvCxnSpPr/>
                        <p:nvPr/>
                      </p:nvCxnSpPr>
                      <p:spPr bwMode="auto">
                        <a:xfrm rot="0" flipH="0" flipV="0">
                          <a:off x="0" y="529885"/>
                          <a:ext cx="1409446" cy="53739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68463750" name=""/>
                        <p:cNvCxnSpPr/>
                        <p:nvPr/>
                      </p:nvCxnSpPr>
                      <p:spPr bwMode="auto">
                        <a:xfrm rot="0" flipH="0" flipV="0">
                          <a:off x="284319" y="1063530"/>
                          <a:ext cx="1125126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29708604" name=""/>
                        <p:cNvCxnSpPr/>
                        <p:nvPr/>
                      </p:nvCxnSpPr>
                      <p:spPr bwMode="auto">
                        <a:xfrm rot="0" flipH="0" flipV="0">
                          <a:off x="284319" y="3745"/>
                          <a:ext cx="1125126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61944212" name=""/>
                        <p:cNvCxnSpPr/>
                        <p:nvPr/>
                      </p:nvCxnSpPr>
                      <p:spPr bwMode="auto">
                        <a:xfrm rot="0" flipH="0" flipV="1">
                          <a:off x="0" y="7497"/>
                          <a:ext cx="1409446" cy="522387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74064916" name=""/>
                        <p:cNvCxnSpPr/>
                        <p:nvPr/>
                      </p:nvCxnSpPr>
                      <p:spPr bwMode="auto">
                        <a:xfrm rot="0" flipH="0" flipV="1">
                          <a:off x="284319" y="537390"/>
                          <a:ext cx="1409446" cy="522387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45871023" name=""/>
                        <p:cNvCxnSpPr/>
                        <p:nvPr/>
                      </p:nvCxnSpPr>
                      <p:spPr bwMode="auto">
                        <a:xfrm rot="0" flipH="0" flipV="1">
                          <a:off x="284319" y="7497"/>
                          <a:ext cx="1125126" cy="105228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74676456" name=""/>
                        <p:cNvCxnSpPr/>
                        <p:nvPr/>
                      </p:nvCxnSpPr>
                      <p:spPr bwMode="auto">
                        <a:xfrm rot="10800000" flipH="0" flipV="0">
                          <a:off x="284319" y="0"/>
                          <a:ext cx="1125126" cy="1067276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1290562889" name=""/>
                      <p:cNvSpPr/>
                      <p:nvPr/>
                    </p:nvSpPr>
                    <p:spPr bwMode="auto">
                      <a:xfrm rot="10800000" flipH="0" flipV="0">
                        <a:off x="2577553" y="529886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2074159508" name=""/>
                      <p:cNvSpPr/>
                      <p:nvPr/>
                    </p:nvSpPr>
                    <p:spPr bwMode="auto">
                      <a:xfrm rot="10800000" flipH="0" flipV="0">
                        <a:off x="2293228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417938461" name=""/>
                      <p:cNvSpPr/>
                      <p:nvPr/>
                    </p:nvSpPr>
                    <p:spPr bwMode="auto">
                      <a:xfrm rot="10800000" flipH="0" flipV="0">
                        <a:off x="2293225" y="1059777"/>
                        <a:ext cx="349164" cy="349165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572785030" name=""/>
                      <p:cNvCxnSpPr/>
                      <p:nvPr/>
                    </p:nvCxnSpPr>
                    <p:spPr bwMode="auto">
                      <a:xfrm rot="0" flipH="0" flipV="0">
                        <a:off x="349164" y="17458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985738967" name=""/>
                      <p:cNvSpPr/>
                      <p:nvPr/>
                    </p:nvSpPr>
                    <p:spPr bwMode="auto">
                      <a:xfrm rot="0" flipH="0" flipV="0">
                        <a:off x="534609" y="529886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441542374" name=""/>
                      <p:cNvSpPr/>
                      <p:nvPr/>
                    </p:nvSpPr>
                    <p:spPr bwMode="auto">
                      <a:xfrm rot="0" flipH="0" flipV="0">
                        <a:off x="818930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881910224" name=""/>
                      <p:cNvSpPr/>
                      <p:nvPr/>
                    </p:nvSpPr>
                    <p:spPr bwMode="auto">
                      <a:xfrm rot="0" flipH="0" flipV="0">
                        <a:off x="818928" y="0"/>
                        <a:ext cx="349164" cy="349165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747396043" name=""/>
                      <p:cNvSpPr/>
                      <p:nvPr/>
                    </p:nvSpPr>
                    <p:spPr bwMode="auto">
                      <a:xfrm rot="0" flipH="0" flipV="0">
                        <a:off x="0" y="529886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769323787" name=""/>
                      <p:cNvSpPr/>
                      <p:nvPr/>
                    </p:nvSpPr>
                    <p:spPr bwMode="auto">
                      <a:xfrm rot="0" flipH="0" flipV="0">
                        <a:off x="0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239474863" name=""/>
                      <p:cNvCxnSpPr/>
                      <p:nvPr/>
                    </p:nvCxnSpPr>
                    <p:spPr bwMode="auto">
                      <a:xfrm rot="0" flipH="0" flipV="0">
                        <a:off x="349164" y="704470"/>
                        <a:ext cx="185434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93310682" name=""/>
                      <p:cNvCxnSpPr/>
                      <p:nvPr/>
                    </p:nvCxnSpPr>
                    <p:spPr bwMode="auto">
                      <a:xfrm rot="0" flipH="0" flipV="1">
                        <a:off x="349164" y="1234363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44261014" name=""/>
                      <p:cNvSpPr/>
                      <p:nvPr/>
                    </p:nvSpPr>
                    <p:spPr bwMode="auto">
                      <a:xfrm rot="10800000" flipH="0" flipV="0">
                        <a:off x="3112162" y="52988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616353011" name=""/>
                      <p:cNvSpPr/>
                      <p:nvPr/>
                    </p:nvSpPr>
                    <p:spPr bwMode="auto">
                      <a:xfrm rot="0" flipH="0" flipV="0">
                        <a:off x="0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773332592" name=""/>
                      <p:cNvSpPr/>
                      <p:nvPr/>
                    </p:nvSpPr>
                    <p:spPr bwMode="auto">
                      <a:xfrm rot="10800000" flipH="0" flipV="0">
                        <a:off x="3112162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247944035" name=""/>
                      <p:cNvSpPr/>
                      <p:nvPr/>
                    </p:nvSpPr>
                    <p:spPr bwMode="auto">
                      <a:xfrm rot="10800000" flipH="0" flipV="0">
                        <a:off x="3112162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1301710735" name=""/>
                      <p:cNvCxnSpPr/>
                      <p:nvPr/>
                    </p:nvCxnSpPr>
                    <p:spPr bwMode="auto">
                      <a:xfrm rot="10800000" flipH="0" flipV="0">
                        <a:off x="2642400" y="123436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4003087" name=""/>
                      <p:cNvCxnSpPr/>
                      <p:nvPr/>
                    </p:nvCxnSpPr>
                    <p:spPr bwMode="auto">
                      <a:xfrm rot="10800000" flipH="0" flipV="0">
                        <a:off x="2926721" y="704475"/>
                        <a:ext cx="185434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26492054" name=""/>
                      <p:cNvCxnSpPr/>
                      <p:nvPr/>
                    </p:nvCxnSpPr>
                    <p:spPr bwMode="auto">
                      <a:xfrm rot="10800000" flipH="0" flipV="1">
                        <a:off x="2642400" y="17458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109783146" name=""/>
                    <p:cNvGrpSpPr/>
                    <p:nvPr/>
                  </p:nvGrpSpPr>
                  <p:grpSpPr bwMode="auto">
                    <a:xfrm>
                      <a:off x="0" y="0"/>
                      <a:ext cx="2053505" cy="1408942"/>
                      <a:chOff x="0" y="0"/>
                      <a:chExt cx="2053505" cy="1408942"/>
                    </a:xfrm>
                  </p:grpSpPr>
                  <p:cxnSp>
                    <p:nvCxnSpPr>
                      <p:cNvPr id="10522422" name=""/>
                      <p:cNvCxnSpPr/>
                      <p:nvPr/>
                    </p:nvCxnSpPr>
                    <p:spPr bwMode="auto">
                      <a:xfrm rot="10800000" flipH="0" flipV="0">
                        <a:off x="1234575" y="1234363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60698107" name=""/>
                      <p:cNvSpPr/>
                      <p:nvPr/>
                    </p:nvSpPr>
                    <p:spPr bwMode="auto">
                      <a:xfrm rot="10800000" flipH="0" flipV="0">
                        <a:off x="885409" y="529886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507545274" name=""/>
                      <p:cNvSpPr/>
                      <p:nvPr/>
                    </p:nvSpPr>
                    <p:spPr bwMode="auto">
                      <a:xfrm rot="10800000" flipH="0" flipV="0">
                        <a:off x="885406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380592315" name=""/>
                      <p:cNvSpPr/>
                      <p:nvPr/>
                    </p:nvSpPr>
                    <p:spPr bwMode="auto">
                      <a:xfrm rot="10800000" flipH="0" flipV="0">
                        <a:off x="885404" y="1059777"/>
                        <a:ext cx="349164" cy="349165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264158766" name=""/>
                      <p:cNvSpPr/>
                      <p:nvPr/>
                    </p:nvSpPr>
                    <p:spPr bwMode="auto">
                      <a:xfrm rot="10800000" flipH="0" flipV="0">
                        <a:off x="1704340" y="529888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459883285" name=""/>
                      <p:cNvSpPr/>
                      <p:nvPr/>
                    </p:nvSpPr>
                    <p:spPr bwMode="auto">
                      <a:xfrm rot="10800000" flipH="0" flipV="0">
                        <a:off x="1704340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673348326" name=""/>
                      <p:cNvCxnSpPr/>
                      <p:nvPr/>
                    </p:nvCxnSpPr>
                    <p:spPr bwMode="auto">
                      <a:xfrm rot="10800000" flipH="0" flipV="0">
                        <a:off x="1234575" y="704475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0148839" name=""/>
                      <p:cNvCxnSpPr/>
                      <p:nvPr/>
                    </p:nvCxnSpPr>
                    <p:spPr bwMode="auto">
                      <a:xfrm rot="10800000" flipH="0" flipV="1">
                        <a:off x="1234575" y="17458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6492064" name=""/>
                      <p:cNvCxnSpPr/>
                      <p:nvPr/>
                    </p:nvCxnSpPr>
                    <p:spPr bwMode="auto">
                      <a:xfrm rot="10800000" flipH="0" flipV="0">
                        <a:off x="298029" y="827920"/>
                        <a:ext cx="587374" cy="406435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20345175" name=""/>
                      <p:cNvSpPr/>
                      <p:nvPr/>
                    </p:nvSpPr>
                    <p:spPr bwMode="auto">
                      <a:xfrm rot="10800000" flipH="0" flipV="0">
                        <a:off x="1704340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1675621816" name=""/>
                      <p:cNvCxnSpPr/>
                      <p:nvPr/>
                    </p:nvCxnSpPr>
                    <p:spPr bwMode="auto">
                      <a:xfrm rot="10800000" flipH="0" flipV="1">
                        <a:off x="349164" y="704475"/>
                        <a:ext cx="536239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45211995" name=""/>
                      <p:cNvCxnSpPr/>
                      <p:nvPr/>
                    </p:nvCxnSpPr>
                    <p:spPr bwMode="auto">
                      <a:xfrm rot="10800000" flipH="0" flipV="1">
                        <a:off x="298029" y="174582"/>
                        <a:ext cx="587374" cy="406436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090011241" name=""/>
                      <p:cNvSpPr/>
                      <p:nvPr/>
                    </p:nvSpPr>
                    <p:spPr bwMode="auto">
                      <a:xfrm rot="10800000" flipH="0" flipV="0">
                        <a:off x="0" y="529888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E173FF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</p:grpSp>
                <p:grpSp>
                  <p:nvGrpSpPr>
                    <p:cNvPr id="1276559313" name=""/>
                    <p:cNvGrpSpPr/>
                    <p:nvPr/>
                  </p:nvGrpSpPr>
                  <p:grpSpPr bwMode="auto">
                    <a:xfrm rot="10800000">
                      <a:off x="9562207" y="0"/>
                      <a:ext cx="2053505" cy="1408943"/>
                      <a:chOff x="0" y="0"/>
                      <a:chExt cx="2053505" cy="1408943"/>
                    </a:xfrm>
                  </p:grpSpPr>
                  <p:cxnSp>
                    <p:nvCxnSpPr>
                      <p:cNvPr id="2074257930" name=""/>
                      <p:cNvCxnSpPr/>
                      <p:nvPr/>
                    </p:nvCxnSpPr>
                    <p:spPr bwMode="auto">
                      <a:xfrm rot="10800000" flipH="0" flipV="0">
                        <a:off x="1234575" y="123436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765974804" name=""/>
                      <p:cNvSpPr/>
                      <p:nvPr/>
                    </p:nvSpPr>
                    <p:spPr bwMode="auto">
                      <a:xfrm rot="10800000" flipH="0" flipV="0">
                        <a:off x="885409" y="52988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936353966" name=""/>
                      <p:cNvSpPr/>
                      <p:nvPr/>
                    </p:nvSpPr>
                    <p:spPr bwMode="auto">
                      <a:xfrm rot="10800000" flipH="0" flipV="0">
                        <a:off x="885409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728732073" name=""/>
                      <p:cNvSpPr/>
                      <p:nvPr/>
                    </p:nvSpPr>
                    <p:spPr bwMode="auto">
                      <a:xfrm rot="10800000" flipH="0" flipV="0">
                        <a:off x="885404" y="1059777"/>
                        <a:ext cx="349164" cy="349165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118665633" name=""/>
                      <p:cNvSpPr/>
                      <p:nvPr/>
                    </p:nvSpPr>
                    <p:spPr bwMode="auto">
                      <a:xfrm rot="10800000" flipH="0" flipV="0">
                        <a:off x="1704340" y="529888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2035045322" name=""/>
                      <p:cNvSpPr/>
                      <p:nvPr/>
                    </p:nvSpPr>
                    <p:spPr bwMode="auto">
                      <a:xfrm rot="10800000" flipH="0" flipV="0">
                        <a:off x="1704340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529866430" name=""/>
                      <p:cNvCxnSpPr/>
                      <p:nvPr/>
                    </p:nvCxnSpPr>
                    <p:spPr bwMode="auto">
                      <a:xfrm rot="10800000" flipH="0" flipV="0">
                        <a:off x="1234575" y="704475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59670369" name=""/>
                      <p:cNvCxnSpPr/>
                      <p:nvPr/>
                    </p:nvCxnSpPr>
                    <p:spPr bwMode="auto">
                      <a:xfrm rot="10800000" flipH="0" flipV="1">
                        <a:off x="1234575" y="17458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56264342" name=""/>
                      <p:cNvCxnSpPr/>
                      <p:nvPr/>
                    </p:nvCxnSpPr>
                    <p:spPr bwMode="auto">
                      <a:xfrm rot="10800000" flipH="0" flipV="0">
                        <a:off x="298029" y="827919"/>
                        <a:ext cx="587374" cy="406435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53154783" name=""/>
                      <p:cNvSpPr/>
                      <p:nvPr/>
                    </p:nvSpPr>
                    <p:spPr bwMode="auto">
                      <a:xfrm rot="10800000" flipH="0" flipV="0">
                        <a:off x="1704340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1987351584" name=""/>
                      <p:cNvCxnSpPr/>
                      <p:nvPr/>
                    </p:nvCxnSpPr>
                    <p:spPr bwMode="auto">
                      <a:xfrm rot="10800000" flipH="0" flipV="1">
                        <a:off x="349164" y="704475"/>
                        <a:ext cx="536239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7227109" name=""/>
                      <p:cNvCxnSpPr/>
                      <p:nvPr/>
                    </p:nvCxnSpPr>
                    <p:spPr bwMode="auto">
                      <a:xfrm rot="10800000" flipH="0" flipV="1">
                        <a:off x="298029" y="174582"/>
                        <a:ext cx="587374" cy="406436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2962309" name=""/>
                      <p:cNvSpPr/>
                      <p:nvPr/>
                    </p:nvSpPr>
                    <p:spPr bwMode="auto">
                      <a:xfrm rot="10800000" flipH="0" flipV="0">
                        <a:off x="0" y="529888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E173FF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</p:grpSp>
                <p:grpSp>
                  <p:nvGrpSpPr>
                    <p:cNvPr id="1507310334" name=""/>
                    <p:cNvGrpSpPr/>
                    <p:nvPr/>
                  </p:nvGrpSpPr>
                  <p:grpSpPr bwMode="auto">
                    <a:xfrm rot="10800000">
                      <a:off x="5905528" y="0"/>
                      <a:ext cx="3461328" cy="1408942"/>
                      <a:chOff x="0" y="0"/>
                      <a:chExt cx="3461328" cy="1408942"/>
                    </a:xfrm>
                  </p:grpSpPr>
                  <p:grpSp>
                    <p:nvGrpSpPr>
                      <p:cNvPr id="684771700" name=""/>
                      <p:cNvGrpSpPr/>
                      <p:nvPr/>
                    </p:nvGrpSpPr>
                    <p:grpSpPr bwMode="auto">
                      <a:xfrm rot="10800000" flipH="0" flipV="0">
                        <a:off x="883774" y="167078"/>
                        <a:ext cx="1693773" cy="1067276"/>
                        <a:chOff x="0" y="0"/>
                        <a:chExt cx="1693773" cy="1067276"/>
                      </a:xfrm>
                    </p:grpSpPr>
                    <p:cxnSp>
                      <p:nvCxnSpPr>
                        <p:cNvPr id="877849856" name=""/>
                        <p:cNvCxnSpPr/>
                        <p:nvPr/>
                      </p:nvCxnSpPr>
                      <p:spPr bwMode="auto">
                        <a:xfrm rot="0" flipH="0" flipV="0">
                          <a:off x="0" y="533637"/>
                          <a:ext cx="1693773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34495267" name=""/>
                        <p:cNvCxnSpPr/>
                        <p:nvPr/>
                      </p:nvCxnSpPr>
                      <p:spPr bwMode="auto">
                        <a:xfrm rot="0" flipH="0" flipV="0">
                          <a:off x="284319" y="0"/>
                          <a:ext cx="1409446" cy="53739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076849023" name=""/>
                        <p:cNvCxnSpPr/>
                        <p:nvPr/>
                      </p:nvCxnSpPr>
                      <p:spPr bwMode="auto">
                        <a:xfrm rot="0" flipH="0" flipV="0">
                          <a:off x="0" y="529885"/>
                          <a:ext cx="1409446" cy="53739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92075530" name=""/>
                        <p:cNvCxnSpPr/>
                        <p:nvPr/>
                      </p:nvCxnSpPr>
                      <p:spPr bwMode="auto">
                        <a:xfrm rot="0" flipH="0" flipV="0">
                          <a:off x="284319" y="1063530"/>
                          <a:ext cx="1125126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583919097" name=""/>
                        <p:cNvCxnSpPr/>
                        <p:nvPr/>
                      </p:nvCxnSpPr>
                      <p:spPr bwMode="auto">
                        <a:xfrm rot="0" flipH="0" flipV="0">
                          <a:off x="284319" y="3745"/>
                          <a:ext cx="1125126" cy="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96227184" name=""/>
                        <p:cNvCxnSpPr/>
                        <p:nvPr/>
                      </p:nvCxnSpPr>
                      <p:spPr bwMode="auto">
                        <a:xfrm rot="0" flipH="0" flipV="1">
                          <a:off x="0" y="7497"/>
                          <a:ext cx="1409446" cy="522387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9570497" name=""/>
                        <p:cNvCxnSpPr/>
                        <p:nvPr/>
                      </p:nvCxnSpPr>
                      <p:spPr bwMode="auto">
                        <a:xfrm rot="0" flipH="0" flipV="1">
                          <a:off x="284319" y="537390"/>
                          <a:ext cx="1409446" cy="522387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05263536" name=""/>
                        <p:cNvCxnSpPr/>
                        <p:nvPr/>
                      </p:nvCxnSpPr>
                      <p:spPr bwMode="auto">
                        <a:xfrm rot="0" flipH="0" flipV="1">
                          <a:off x="284319" y="7497"/>
                          <a:ext cx="1125126" cy="1052280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19988889" name=""/>
                        <p:cNvCxnSpPr/>
                        <p:nvPr/>
                      </p:nvCxnSpPr>
                      <p:spPr bwMode="auto">
                        <a:xfrm rot="10800000" flipH="0" flipV="0">
                          <a:off x="284319" y="0"/>
                          <a:ext cx="1125126" cy="1067276"/>
                        </a:xfrm>
                        <a:prstGeom prst="line">
                          <a:avLst/>
                        </a:prstGeom>
                        <a:ln w="28575" cap="flat" cmpd="sng" algn="ctr">
                          <a:solidFill>
                            <a:schemeClr val="bg2">
                              <a:lumMod val="74901"/>
                            </a:schemeClr>
                          </a:solidFill>
                          <a:prstDash val="solid"/>
                          <a:miter lim="800000"/>
                        </a:ln>
                      </p:spPr>
                      <p:style>
                        <a:lnRef idx="1">
                          <a:schemeClr val="accent1">
                            <a:shade val="50000"/>
                          </a:schemeClr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2061212841" name=""/>
                      <p:cNvSpPr/>
                      <p:nvPr/>
                    </p:nvSpPr>
                    <p:spPr bwMode="auto">
                      <a:xfrm rot="10800000" flipH="0" flipV="0">
                        <a:off x="2577553" y="529886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188210184" name=""/>
                      <p:cNvSpPr/>
                      <p:nvPr/>
                    </p:nvSpPr>
                    <p:spPr bwMode="auto">
                      <a:xfrm rot="10800000" flipH="0" flipV="0">
                        <a:off x="2293228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638293672" name=""/>
                      <p:cNvSpPr/>
                      <p:nvPr/>
                    </p:nvSpPr>
                    <p:spPr bwMode="auto">
                      <a:xfrm rot="10800000" flipH="0" flipV="0">
                        <a:off x="2293225" y="1059777"/>
                        <a:ext cx="349164" cy="349165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1412570400" name=""/>
                      <p:cNvCxnSpPr/>
                      <p:nvPr/>
                    </p:nvCxnSpPr>
                    <p:spPr bwMode="auto">
                      <a:xfrm rot="0" flipH="0" flipV="0">
                        <a:off x="349164" y="17458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46024612" name=""/>
                      <p:cNvSpPr/>
                      <p:nvPr/>
                    </p:nvSpPr>
                    <p:spPr bwMode="auto">
                      <a:xfrm rot="0" flipH="0" flipV="0">
                        <a:off x="534609" y="529886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26827199" name=""/>
                      <p:cNvSpPr/>
                      <p:nvPr/>
                    </p:nvSpPr>
                    <p:spPr bwMode="auto">
                      <a:xfrm rot="0" flipH="0" flipV="0">
                        <a:off x="818930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003425799" name=""/>
                      <p:cNvSpPr/>
                      <p:nvPr/>
                    </p:nvSpPr>
                    <p:spPr bwMode="auto">
                      <a:xfrm rot="0" flipH="0" flipV="0">
                        <a:off x="818928" y="0"/>
                        <a:ext cx="349164" cy="349165"/>
                      </a:xfrm>
                      <a:prstGeom prst="ellipse">
                        <a:avLst/>
                      </a:prstGeom>
                      <a:solidFill>
                        <a:srgbClr val="FFC926"/>
                      </a:solidFill>
                      <a:ln w="25400" cap="flat" cmpd="sng" algn="ctr">
                        <a:solidFill>
                          <a:schemeClr val="tx1"/>
                        </a:solidFill>
                        <a:prstDash val="sysDash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49765227" name=""/>
                      <p:cNvSpPr/>
                      <p:nvPr/>
                    </p:nvSpPr>
                    <p:spPr bwMode="auto">
                      <a:xfrm rot="0" flipH="0" flipV="0">
                        <a:off x="0" y="529886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578459852" name=""/>
                      <p:cNvSpPr/>
                      <p:nvPr/>
                    </p:nvSpPr>
                    <p:spPr bwMode="auto">
                      <a:xfrm rot="0" flipH="0" flipV="0">
                        <a:off x="0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616168216" name=""/>
                      <p:cNvCxnSpPr/>
                      <p:nvPr/>
                    </p:nvCxnSpPr>
                    <p:spPr bwMode="auto">
                      <a:xfrm rot="0" flipH="0" flipV="0">
                        <a:off x="349164" y="704470"/>
                        <a:ext cx="185434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85510092" name=""/>
                      <p:cNvCxnSpPr/>
                      <p:nvPr/>
                    </p:nvCxnSpPr>
                    <p:spPr bwMode="auto">
                      <a:xfrm rot="0" flipH="0" flipV="1">
                        <a:off x="349164" y="1234363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125598357" name=""/>
                      <p:cNvSpPr/>
                      <p:nvPr/>
                    </p:nvSpPr>
                    <p:spPr bwMode="auto">
                      <a:xfrm rot="10800000" flipH="0" flipV="0">
                        <a:off x="3112162" y="52988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206454446" name=""/>
                      <p:cNvSpPr/>
                      <p:nvPr/>
                    </p:nvSpPr>
                    <p:spPr bwMode="auto">
                      <a:xfrm rot="0" flipH="0" flipV="0">
                        <a:off x="0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2040234540" name=""/>
                      <p:cNvSpPr/>
                      <p:nvPr/>
                    </p:nvSpPr>
                    <p:spPr bwMode="auto">
                      <a:xfrm rot="10800000" flipH="0" flipV="0">
                        <a:off x="3112162" y="0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sp>
                    <p:nvSpPr>
                      <p:cNvPr id="1170363094" name=""/>
                      <p:cNvSpPr/>
                      <p:nvPr/>
                    </p:nvSpPr>
                    <p:spPr bwMode="auto">
                      <a:xfrm rot="10800000" flipH="0" flipV="0">
                        <a:off x="3112162" y="1059777"/>
                        <a:ext cx="349164" cy="349164"/>
                      </a:xfrm>
                      <a:prstGeom prst="ellipse">
                        <a:avLst/>
                      </a:prstGeom>
                      <a:solidFill>
                        <a:srgbClr val="FF4C4C"/>
                      </a:solidFill>
                      <a:ln w="25400" cap="flat" cmpd="sng" algn="ctr">
                        <a:solidFill>
                          <a:srgbClr val="000000"/>
                        </a:solidFill>
                        <a:prstDash val="solid"/>
                        <a:miter lim="800000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</p:sp>
                  <p:cxnSp>
                    <p:nvCxnSpPr>
                      <p:cNvPr id="1087896024" name=""/>
                      <p:cNvCxnSpPr/>
                      <p:nvPr/>
                    </p:nvCxnSpPr>
                    <p:spPr bwMode="auto">
                      <a:xfrm rot="10800000" flipH="0" flipV="0">
                        <a:off x="2642400" y="123436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286304" name=""/>
                      <p:cNvCxnSpPr/>
                      <p:nvPr/>
                    </p:nvCxnSpPr>
                    <p:spPr bwMode="auto">
                      <a:xfrm rot="10800000" flipH="0" flipV="0">
                        <a:off x="2926721" y="704475"/>
                        <a:ext cx="185434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2768619" name=""/>
                      <p:cNvCxnSpPr/>
                      <p:nvPr/>
                    </p:nvCxnSpPr>
                    <p:spPr bwMode="auto">
                      <a:xfrm rot="10800000" flipH="0" flipV="1">
                        <a:off x="2642400" y="174582"/>
                        <a:ext cx="469762" cy="0"/>
                      </a:xfrm>
                      <a:prstGeom prst="line">
                        <a:avLst/>
                      </a:prstGeom>
                      <a:ln w="28575" cap="flat" cmpd="sng" algn="ctr">
                        <a:solidFill>
                          <a:schemeClr val="bg2">
                            <a:lumMod val="74901"/>
                          </a:schemeClr>
                        </a:solidFill>
                        <a:prstDash val="solid"/>
                        <a:miter lim="800000"/>
                      </a:ln>
                    </p:spPr>
                    <p:style>
                      <a:lnRef idx="1">
                        <a:schemeClr val="accent1">
                          <a:shade val="50000"/>
                        </a:schemeClr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987230431" name=""/>
                  <p:cNvSpPr/>
                  <p:nvPr/>
                </p:nvSpPr>
                <p:spPr bwMode="auto">
                  <a:xfrm rot="0" flipH="0" flipV="0">
                    <a:off x="5414164" y="68027"/>
                    <a:ext cx="1037484" cy="472023"/>
                  </a:xfrm>
                  <a:prstGeom prst="flowChartAlternateProcess">
                    <a:avLst/>
                  </a:prstGeom>
                  <a:noFill/>
                  <a:ln w="38100" cap="flat" cmpd="sng" algn="ctr">
                    <a:solidFill>
                      <a:srgbClr val="00FF73"/>
                    </a:solidFill>
                    <a:prstDash val="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76490975" name=""/>
                  <p:cNvSpPr/>
                  <p:nvPr/>
                </p:nvSpPr>
                <p:spPr bwMode="auto">
                  <a:xfrm rot="0" flipH="0" flipV="0">
                    <a:off x="1775306" y="1133388"/>
                    <a:ext cx="1037484" cy="472023"/>
                  </a:xfrm>
                  <a:prstGeom prst="flowChartAlternateProcess">
                    <a:avLst/>
                  </a:prstGeom>
                  <a:noFill/>
                  <a:ln w="38100" cap="flat" cmpd="sng" algn="ctr">
                    <a:solidFill>
                      <a:srgbClr val="00FF73"/>
                    </a:solidFill>
                    <a:prstDash val="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606743750" name=""/>
                  <p:cNvSpPr/>
                  <p:nvPr/>
                </p:nvSpPr>
                <p:spPr bwMode="auto">
                  <a:xfrm rot="0" flipH="0" flipV="0">
                    <a:off x="9090576" y="603749"/>
                    <a:ext cx="1037484" cy="472023"/>
                  </a:xfrm>
                  <a:prstGeom prst="flowChartAlternateProcess">
                    <a:avLst/>
                  </a:prstGeom>
                  <a:noFill/>
                  <a:ln w="38100" cap="flat" cmpd="sng" algn="ctr">
                    <a:solidFill>
                      <a:srgbClr val="00FF73"/>
                    </a:solidFill>
                    <a:prstDash val="dash"/>
                    <a:miter lim="800000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sp>
            </p:grpSp>
            <p:sp>
              <p:nvSpPr>
                <p:cNvPr id="728027199" name=""/>
                <p:cNvSpPr/>
                <p:nvPr/>
              </p:nvSpPr>
              <p:spPr bwMode="auto">
                <a:xfrm rot="0" flipH="0" flipV="0">
                  <a:off x="5419917" y="601852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08911832" name=""/>
                <p:cNvSpPr/>
                <p:nvPr/>
              </p:nvSpPr>
              <p:spPr bwMode="auto">
                <a:xfrm rot="0" flipH="0" flipV="0">
                  <a:off x="5429440" y="1136952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903359" name=""/>
                <p:cNvSpPr/>
                <p:nvPr/>
              </p:nvSpPr>
              <p:spPr bwMode="auto">
                <a:xfrm rot="0" flipH="0" flipV="0">
                  <a:off x="9082747" y="67531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80409053" name=""/>
                <p:cNvSpPr/>
                <p:nvPr/>
              </p:nvSpPr>
              <p:spPr bwMode="auto">
                <a:xfrm rot="0" flipH="0" flipV="0">
                  <a:off x="9080368" y="1136711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041295" name=""/>
                <p:cNvSpPr/>
                <p:nvPr/>
              </p:nvSpPr>
              <p:spPr bwMode="auto">
                <a:xfrm rot="0" flipH="0" flipV="0">
                  <a:off x="1768665" y="608674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97454720" name=""/>
                <p:cNvSpPr/>
                <p:nvPr/>
              </p:nvSpPr>
              <p:spPr bwMode="auto">
                <a:xfrm rot="0" flipH="0" flipV="0">
                  <a:off x="1778191" y="70511"/>
                  <a:ext cx="1037484" cy="472023"/>
                </a:xfrm>
                <a:prstGeom prst="flowChartAlternateProcess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dash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algn="ctr">
                    <a:defRPr/>
                  </a:pPr>
                  <a:endParaRPr/>
                </a:p>
              </p:txBody>
            </p:sp>
          </p:grpSp>
          <p:grpSp>
            <p:nvGrpSpPr>
              <p:cNvPr id="1798578941" name=""/>
              <p:cNvGrpSpPr/>
              <p:nvPr/>
            </p:nvGrpSpPr>
            <p:grpSpPr bwMode="auto">
              <a:xfrm>
                <a:off x="1528274" y="945798"/>
                <a:ext cx="8911456" cy="459496"/>
                <a:chOff x="0" y="0"/>
                <a:chExt cx="8911456" cy="459496"/>
              </a:xfrm>
            </p:grpSpPr>
            <p:sp>
              <p:nvSpPr>
                <p:cNvPr id="175469629" name=""/>
                <p:cNvSpPr txBox="1"/>
                <p:nvPr/>
              </p:nvSpPr>
              <p:spPr bwMode="auto">
                <a:xfrm rot="5400000" flipH="0" flipV="0">
                  <a:off x="-27279" y="27638"/>
                  <a:ext cx="420678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299744633" name=""/>
                <p:cNvSpPr txBox="1"/>
                <p:nvPr/>
              </p:nvSpPr>
              <p:spPr bwMode="auto">
                <a:xfrm rot="5400000" flipH="0" flipV="0">
                  <a:off x="1230012" y="27638"/>
                  <a:ext cx="421037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81932291" name=""/>
                <p:cNvSpPr txBox="1"/>
                <p:nvPr/>
              </p:nvSpPr>
              <p:spPr bwMode="auto">
                <a:xfrm rot="16199998" flipH="0" flipV="0">
                  <a:off x="7127046" y="46688"/>
                  <a:ext cx="421037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17529146" name=""/>
                <p:cNvSpPr txBox="1"/>
                <p:nvPr/>
              </p:nvSpPr>
              <p:spPr bwMode="auto">
                <a:xfrm rot="16199998" flipH="0" flipV="0">
                  <a:off x="8517698" y="27638"/>
                  <a:ext cx="421396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803566170" name=""/>
                <p:cNvSpPr txBox="1"/>
                <p:nvPr/>
              </p:nvSpPr>
              <p:spPr bwMode="auto">
                <a:xfrm rot="16199998" flipH="0" flipV="0">
                  <a:off x="3458861" y="65738"/>
                  <a:ext cx="421037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  <p:sp>
              <p:nvSpPr>
                <p:cNvPr id="1915220180" name=""/>
                <p:cNvSpPr txBox="1"/>
                <p:nvPr/>
              </p:nvSpPr>
              <p:spPr bwMode="auto">
                <a:xfrm rot="5400000" flipH="0" flipV="0">
                  <a:off x="4982858" y="65738"/>
                  <a:ext cx="421396" cy="366119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18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1800" b="1"/>
                </a:p>
              </p:txBody>
            </p:sp>
          </p:grpSp>
        </p:grpSp>
      </p:grpSp>
      <p:grpSp>
        <p:nvGrpSpPr>
          <p:cNvPr id="1540303277" name=""/>
          <p:cNvGrpSpPr/>
          <p:nvPr/>
        </p:nvGrpSpPr>
        <p:grpSpPr bwMode="auto">
          <a:xfrm>
            <a:off x="4194419" y="1290474"/>
            <a:ext cx="8877717" cy="6502817"/>
            <a:chOff x="0" y="0"/>
            <a:chExt cx="8877717" cy="6502817"/>
          </a:xfrm>
        </p:grpSpPr>
        <p:sp>
          <p:nvSpPr>
            <p:cNvPr id="1966787737" name=""/>
            <p:cNvSpPr/>
            <p:nvPr/>
          </p:nvSpPr>
          <p:spPr bwMode="auto">
            <a:xfrm rot="5400000" flipH="0" flipV="0">
              <a:off x="1780284" y="-732682"/>
              <a:ext cx="220570" cy="3246900"/>
            </a:xfrm>
            <a:prstGeom prst="leftBrace">
              <a:avLst>
                <a:gd name="adj1" fmla="val 101801"/>
                <a:gd name="adj2" fmla="val 50000"/>
              </a:avLst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  <p:sp>
          <p:nvSpPr>
            <p:cNvPr id="273528211" name=""/>
            <p:cNvSpPr/>
            <p:nvPr/>
          </p:nvSpPr>
          <p:spPr bwMode="auto">
            <a:xfrm rot="5400000" flipH="0" flipV="0">
              <a:off x="7173756" y="-702907"/>
              <a:ext cx="220570" cy="3187350"/>
            </a:xfrm>
            <a:prstGeom prst="leftBrace">
              <a:avLst>
                <a:gd name="adj1" fmla="val 101801"/>
                <a:gd name="adj2" fmla="val 50000"/>
              </a:avLst>
            </a:prstGeom>
            <a:ln w="38100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331193556" name=""/>
            <p:cNvSpPr txBox="1"/>
            <p:nvPr/>
          </p:nvSpPr>
          <p:spPr bwMode="auto">
            <a:xfrm rot="0" flipH="0" flipV="0">
              <a:off x="6109740" y="0"/>
              <a:ext cx="2366091" cy="762897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0">
                  <a:latin typeface="CMU Serif"/>
                  <a:ea typeface="CMU Serif"/>
                  <a:cs typeface="CMU Serif"/>
                </a:rPr>
                <a:t>Right partition (</a:t>
              </a:r>
              <a:r>
                <a:rPr lang="fr-FR" sz="2200" b="0" i="1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m</a:t>
              </a: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 arms)</a:t>
              </a:r>
              <a:endParaRPr sz="2200" b="0" i="0">
                <a:latin typeface="CMU Serif"/>
                <a:cs typeface="CMU Serif"/>
              </a:endParaRPr>
            </a:p>
          </p:txBody>
        </p:sp>
        <p:sp>
          <p:nvSpPr>
            <p:cNvPr id="2058690935" name=""/>
            <p:cNvSpPr txBox="1"/>
            <p:nvPr/>
          </p:nvSpPr>
          <p:spPr bwMode="auto">
            <a:xfrm rot="0" flipH="0" flipV="0">
              <a:off x="699538" y="0"/>
              <a:ext cx="2371491" cy="762897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Left partition</a:t>
              </a:r>
              <a:b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</a:b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(</a:t>
              </a:r>
              <a:r>
                <a:rPr lang="fr-FR" sz="2200" b="0" i="1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m</a:t>
              </a:r>
              <a:r>
                <a:rPr lang="fr-FR" sz="2200" b="0" i="0" u="none" strike="noStrike" cap="none" spc="0">
                  <a:solidFill>
                    <a:schemeClr val="tx1"/>
                  </a:solidFill>
                  <a:latin typeface="CMU Serif"/>
                  <a:ea typeface="CMU Serif"/>
                  <a:cs typeface="CMU Serif"/>
                </a:rPr>
                <a:t> arms)</a:t>
              </a:r>
              <a:endParaRPr sz="2200" b="0" i="0">
                <a:latin typeface="CMU Serif"/>
                <a:cs typeface="CMU Serif"/>
              </a:endParaRPr>
            </a:p>
          </p:txBody>
        </p:sp>
        <p:sp>
          <p:nvSpPr>
            <p:cNvPr id="1996078490" name=""/>
            <p:cNvSpPr txBox="1"/>
            <p:nvPr/>
          </p:nvSpPr>
          <p:spPr bwMode="auto">
            <a:xfrm rot="0" flipH="0" flipV="0">
              <a:off x="1808943" y="4082302"/>
              <a:ext cx="2346755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0BB1A"/>
                  </a:solidFill>
                  <a:latin typeface="CMU Serif"/>
                  <a:ea typeface="CMU Serif"/>
                  <a:cs typeface="CMU Serif"/>
                </a:rPr>
                <a:t>I</a:t>
              </a:r>
              <a:r>
                <a:rPr lang="fr-FR" sz="2200" b="1">
                  <a:solidFill>
                    <a:srgbClr val="F0BB1A"/>
                  </a:solidFill>
                  <a:latin typeface="CMU Serif"/>
                  <a:ea typeface="CMU Serif"/>
                  <a:cs typeface="CMU Serif"/>
                </a:rPr>
                <a:t>nner qubits</a:t>
              </a:r>
              <a:endParaRPr sz="2200" b="1">
                <a:solidFill>
                  <a:srgbClr val="F0BB1A"/>
                </a:solidFill>
                <a:latin typeface="CMU Serif"/>
                <a:cs typeface="CMU Serif"/>
              </a:endParaRPr>
            </a:p>
            <a:p>
              <a:pPr algn="ctr">
                <a:defRPr/>
              </a:pPr>
              <a:r>
                <a:rPr lang="fr-FR" sz="2200" b="1">
                  <a:solidFill>
                    <a:srgbClr val="F0BB1A"/>
                  </a:solidFill>
                  <a:latin typeface="CMU Serif"/>
                  <a:cs typeface="CMU Serif"/>
                </a:rPr>
                <a:t>(Tree-encoded)</a:t>
              </a:r>
              <a:endParaRPr sz="2200" b="1">
                <a:solidFill>
                  <a:srgbClr val="F0BB1A"/>
                </a:solidFill>
                <a:latin typeface="CMU Serif"/>
                <a:cs typeface="CMU Serif"/>
              </a:endParaRPr>
            </a:p>
          </p:txBody>
        </p:sp>
        <p:sp>
          <p:nvSpPr>
            <p:cNvPr id="1333522289" name=""/>
            <p:cNvSpPr txBox="1"/>
            <p:nvPr/>
          </p:nvSpPr>
          <p:spPr bwMode="auto">
            <a:xfrm rot="0" flipH="0" flipV="0">
              <a:off x="0" y="4143285"/>
              <a:ext cx="130233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Outer </a:t>
              </a:r>
              <a:r>
                <a:rPr lang="fr-FR" sz="2200" b="1">
                  <a:solidFill>
                    <a:srgbClr val="FF4C4C"/>
                  </a:solidFill>
                  <a:latin typeface="CMU Serif"/>
                  <a:ea typeface="CMU Serif"/>
                  <a:cs typeface="CMU Serif"/>
                </a:rPr>
                <a:t>qubits</a:t>
              </a:r>
              <a:endParaRPr sz="2200" b="1">
                <a:solidFill>
                  <a:srgbClr val="FFD34F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1424076719" name=""/>
            <p:cNvGrpSpPr/>
            <p:nvPr/>
          </p:nvGrpSpPr>
          <p:grpSpPr bwMode="auto">
            <a:xfrm rot="0" flipH="0" flipV="0">
              <a:off x="351198" y="951492"/>
              <a:ext cx="8417998" cy="3368271"/>
              <a:chOff x="0" y="0"/>
              <a:chExt cx="8417998" cy="3368271"/>
            </a:xfrm>
          </p:grpSpPr>
          <p:cxnSp>
            <p:nvCxnSpPr>
              <p:cNvPr id="1597329617" name=""/>
              <p:cNvCxnSpPr/>
              <p:nvPr/>
            </p:nvCxnSpPr>
            <p:spPr bwMode="auto">
              <a:xfrm rot="0" flipH="0" flipV="0">
                <a:off x="4203371" y="0"/>
                <a:ext cx="0" cy="3368271"/>
              </a:xfrm>
              <a:prstGeom prst="line">
                <a:avLst/>
              </a:prstGeom>
              <a:ln w="38100" cap="flat" cmpd="sng" algn="ctr">
                <a:solidFill>
                  <a:srgbClr val="AEABAB"/>
                </a:solidFill>
                <a:prstDash val="sys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9241909" name=""/>
              <p:cNvGrpSpPr/>
              <p:nvPr/>
            </p:nvGrpSpPr>
            <p:grpSpPr bwMode="auto">
              <a:xfrm>
                <a:off x="0" y="139955"/>
                <a:ext cx="8417998" cy="2956512"/>
                <a:chOff x="0" y="0"/>
                <a:chExt cx="8417998" cy="2956512"/>
              </a:xfrm>
            </p:grpSpPr>
            <p:grpSp>
              <p:nvGrpSpPr>
                <p:cNvPr id="687211956" name=""/>
                <p:cNvGrpSpPr/>
                <p:nvPr/>
              </p:nvGrpSpPr>
              <p:grpSpPr bwMode="auto">
                <a:xfrm rot="0" flipH="0" flipV="0">
                  <a:off x="0" y="0"/>
                  <a:ext cx="8417998" cy="2956512"/>
                  <a:chOff x="0" y="0"/>
                  <a:chExt cx="8417998" cy="2956512"/>
                </a:xfrm>
              </p:grpSpPr>
              <p:grpSp>
                <p:nvGrpSpPr>
                  <p:cNvPr id="1906055831" name=""/>
                  <p:cNvGrpSpPr/>
                  <p:nvPr/>
                </p:nvGrpSpPr>
                <p:grpSpPr bwMode="auto">
                  <a:xfrm rot="0" flipH="0" flipV="0">
                    <a:off x="2431908" y="366342"/>
                    <a:ext cx="3554184" cy="2231694"/>
                    <a:chOff x="0" y="0"/>
                    <a:chExt cx="3554184" cy="2231694"/>
                  </a:xfrm>
                </p:grpSpPr>
                <p:cxnSp>
                  <p:nvCxnSpPr>
                    <p:cNvPr id="898447068" name=""/>
                    <p:cNvCxnSpPr/>
                    <p:nvPr/>
                  </p:nvCxnSpPr>
                  <p:spPr bwMode="auto">
                    <a:xfrm rot="0" flipH="0" flipV="0">
                      <a:off x="0" y="1119780"/>
                      <a:ext cx="355418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5668706" name=""/>
                    <p:cNvCxnSpPr/>
                    <p:nvPr/>
                  </p:nvCxnSpPr>
                  <p:spPr bwMode="auto">
                    <a:xfrm rot="0" flipH="0" flipV="0">
                      <a:off x="596619" y="0"/>
                      <a:ext cx="2957562" cy="1127648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9642567" name=""/>
                    <p:cNvCxnSpPr>
                      <a:stCxn id="1762016002" idx="6"/>
                      <a:endCxn id="612432061" idx="6"/>
                    </p:cNvCxnSpPr>
                    <p:nvPr/>
                  </p:nvCxnSpPr>
                  <p:spPr bwMode="auto">
                    <a:xfrm rot="0" flipH="0" flipV="0">
                      <a:off x="0" y="1111911"/>
                      <a:ext cx="2957563" cy="1111912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0694466" name=""/>
                    <p:cNvCxnSpPr/>
                    <p:nvPr/>
                  </p:nvCxnSpPr>
                  <p:spPr bwMode="auto">
                    <a:xfrm rot="0" flipH="0" flipV="0">
                      <a:off x="596619" y="2231694"/>
                      <a:ext cx="2360944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2889775" name=""/>
                    <p:cNvCxnSpPr/>
                    <p:nvPr/>
                  </p:nvCxnSpPr>
                  <p:spPr bwMode="auto">
                    <a:xfrm rot="0" flipH="0" flipV="0">
                      <a:off x="596619" y="7866"/>
                      <a:ext cx="2360943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1371700" name=""/>
                    <p:cNvCxnSpPr>
                      <a:stCxn id="1762016002" idx="6"/>
                    </p:cNvCxnSpPr>
                    <p:nvPr/>
                  </p:nvCxnSpPr>
                  <p:spPr bwMode="auto">
                    <a:xfrm rot="0" flipH="0" flipV="1">
                      <a:off x="0" y="15734"/>
                      <a:ext cx="2957564" cy="1096176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5859750" name=""/>
                    <p:cNvCxnSpPr/>
                    <p:nvPr/>
                  </p:nvCxnSpPr>
                  <p:spPr bwMode="auto">
                    <a:xfrm rot="0" flipH="0" flipV="1">
                      <a:off x="596619" y="1127646"/>
                      <a:ext cx="2957564" cy="1096173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1263173" name=""/>
                    <p:cNvCxnSpPr/>
                    <p:nvPr/>
                  </p:nvCxnSpPr>
                  <p:spPr bwMode="auto">
                    <a:xfrm rot="0" flipH="0" flipV="1">
                      <a:off x="596619" y="15734"/>
                      <a:ext cx="2360944" cy="2208087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2836408" name=""/>
                    <p:cNvCxnSpPr>
                      <a:stCxn id="612432061" idx="6"/>
                    </p:cNvCxnSpPr>
                    <p:nvPr/>
                  </p:nvCxnSpPr>
                  <p:spPr bwMode="auto">
                    <a:xfrm rot="10800000" flipH="0" flipV="0">
                      <a:off x="596619" y="0"/>
                      <a:ext cx="2360944" cy="2223824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4245253" name=""/>
                  <p:cNvGrpSpPr/>
                  <p:nvPr/>
                </p:nvGrpSpPr>
                <p:grpSpPr bwMode="auto">
                  <a:xfrm>
                    <a:off x="0" y="0"/>
                    <a:ext cx="3028527" cy="2956512"/>
                    <a:chOff x="0" y="0"/>
                    <a:chExt cx="3028527" cy="2956512"/>
                  </a:xfrm>
                </p:grpSpPr>
                <p:sp>
                  <p:nvSpPr>
                    <p:cNvPr id="1762016002" name=""/>
                    <p:cNvSpPr/>
                    <p:nvPr/>
                  </p:nvSpPr>
                  <p:spPr bwMode="auto">
                    <a:xfrm rot="0" flipH="0" flipV="0">
                      <a:off x="1699218" y="1111909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72575692" name=""/>
                    <p:cNvSpPr/>
                    <p:nvPr/>
                  </p:nvSpPr>
                  <p:spPr bwMode="auto">
                    <a:xfrm rot="0" flipH="0" flipV="0">
                      <a:off x="2295835" y="2223822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054939455" name=""/>
                    <p:cNvSpPr/>
                    <p:nvPr/>
                  </p:nvSpPr>
                  <p:spPr bwMode="auto">
                    <a:xfrm rot="0" flipH="0" flipV="0">
                      <a:off x="2295835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388779302" name=""/>
                    <p:cNvSpPr/>
                    <p:nvPr/>
                  </p:nvSpPr>
                  <p:spPr bwMode="auto">
                    <a:xfrm rot="0" flipH="0" flipV="0">
                      <a:off x="0" y="1111909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76224000" name=""/>
                    <p:cNvSpPr/>
                    <p:nvPr/>
                  </p:nvSpPr>
                  <p:spPr bwMode="auto">
                    <a:xfrm rot="0" flipH="0" flipV="0">
                      <a:off x="0" y="2223822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7122062" name=""/>
                    <p:cNvSpPr/>
                    <p:nvPr/>
                  </p:nvSpPr>
                  <p:spPr bwMode="auto">
                    <a:xfrm rot="0" flipH="0" flipV="0">
                      <a:off x="0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994100994" name=""/>
                    <p:cNvCxnSpPr/>
                    <p:nvPr/>
                  </p:nvCxnSpPr>
                  <p:spPr bwMode="auto">
                    <a:xfrm rot="0" flipH="0" flipV="0">
                      <a:off x="732690" y="366345"/>
                      <a:ext cx="1563145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936263" name=""/>
                    <p:cNvCxnSpPr/>
                    <p:nvPr/>
                  </p:nvCxnSpPr>
                  <p:spPr bwMode="auto">
                    <a:xfrm rot="0" flipH="0" flipV="0">
                      <a:off x="732690" y="1478254"/>
                      <a:ext cx="966528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5659233" name=""/>
                    <p:cNvCxnSpPr/>
                    <p:nvPr/>
                  </p:nvCxnSpPr>
                  <p:spPr bwMode="auto">
                    <a:xfrm rot="0" flipH="0" flipV="0">
                      <a:off x="732690" y="2590167"/>
                      <a:ext cx="1563145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3628162" name=""/>
                  <p:cNvGrpSpPr/>
                  <p:nvPr/>
                </p:nvGrpSpPr>
                <p:grpSpPr bwMode="auto">
                  <a:xfrm rot="10800000">
                    <a:off x="5389471" y="0"/>
                    <a:ext cx="3028527" cy="2956512"/>
                    <a:chOff x="0" y="0"/>
                    <a:chExt cx="3028527" cy="2956512"/>
                  </a:xfrm>
                </p:grpSpPr>
                <p:sp>
                  <p:nvSpPr>
                    <p:cNvPr id="1643943587" name=""/>
                    <p:cNvSpPr/>
                    <p:nvPr/>
                  </p:nvSpPr>
                  <p:spPr bwMode="auto">
                    <a:xfrm rot="0" flipH="0" flipV="0">
                      <a:off x="1699218" y="1111907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623468728" name=""/>
                    <p:cNvSpPr/>
                    <p:nvPr/>
                  </p:nvSpPr>
                  <p:spPr bwMode="auto">
                    <a:xfrm rot="0" flipH="0" flipV="0">
                      <a:off x="2295835" y="2223822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612432061" name=""/>
                    <p:cNvSpPr/>
                    <p:nvPr/>
                  </p:nvSpPr>
                  <p:spPr bwMode="auto">
                    <a:xfrm rot="0" flipH="0" flipV="0">
                      <a:off x="2295835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C926"/>
                    </a:solidFill>
                    <a:ln w="38100" cap="flat" cmpd="sng" algn="ctr">
                      <a:solidFill>
                        <a:schemeClr val="tx1"/>
                      </a:solidFill>
                      <a:prstDash val="sysDash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1574865227" name=""/>
                    <p:cNvSpPr/>
                    <p:nvPr/>
                  </p:nvSpPr>
                  <p:spPr bwMode="auto">
                    <a:xfrm rot="0" flipH="0" flipV="0">
                      <a:off x="0" y="1111907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885407753" name=""/>
                    <p:cNvSpPr/>
                    <p:nvPr/>
                  </p:nvSpPr>
                  <p:spPr bwMode="auto">
                    <a:xfrm rot="0" flipH="0" flipV="0">
                      <a:off x="0" y="2223822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sp>
                  <p:nvSpPr>
                    <p:cNvPr id="2099456774" name=""/>
                    <p:cNvSpPr/>
                    <p:nvPr/>
                  </p:nvSpPr>
                  <p:spPr bwMode="auto">
                    <a:xfrm rot="0" flipH="0" flipV="0">
                      <a:off x="0" y="0"/>
                      <a:ext cx="732690" cy="732690"/>
                    </a:xfrm>
                    <a:prstGeom prst="ellipse">
                      <a:avLst/>
                    </a:prstGeom>
                    <a:solidFill>
                      <a:srgbClr val="FF4C4C"/>
                    </a:solidFill>
                    <a:ln w="38100" cap="flat" cmpd="sng" algn="ctr">
                      <a:solidFill>
                        <a:srgbClr val="000000"/>
                      </a:solidFill>
                      <a:prstDash val="solid"/>
                      <a:miter lim="800000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sp>
                <p:cxnSp>
                  <p:nvCxnSpPr>
                    <p:cNvPr id="1627974525" name=""/>
                    <p:cNvCxnSpPr/>
                    <p:nvPr/>
                  </p:nvCxnSpPr>
                  <p:spPr bwMode="auto">
                    <a:xfrm rot="0" flipH="0" flipV="0">
                      <a:off x="732690" y="366345"/>
                      <a:ext cx="1563145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8796276" name=""/>
                    <p:cNvCxnSpPr/>
                    <p:nvPr/>
                  </p:nvCxnSpPr>
                  <p:spPr bwMode="auto">
                    <a:xfrm rot="0" flipH="0" flipV="0">
                      <a:off x="732690" y="1478254"/>
                      <a:ext cx="966528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7398339" name=""/>
                    <p:cNvCxnSpPr/>
                    <p:nvPr/>
                  </p:nvCxnSpPr>
                  <p:spPr bwMode="auto">
                    <a:xfrm rot="0" flipH="0" flipV="0">
                      <a:off x="732690" y="2590166"/>
                      <a:ext cx="1563145" cy="0"/>
                    </a:xfrm>
                    <a:prstGeom prst="line">
                      <a:avLst/>
                    </a:prstGeom>
                    <a:ln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>
                  </p:spPr>
                  <p:style>
                    <a:lnRef idx="1">
                      <a:schemeClr val="accent1">
                        <a:shade val="50000"/>
                      </a:schemeClr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804874708" name=""/>
                <p:cNvSpPr txBox="1"/>
                <p:nvPr/>
              </p:nvSpPr>
              <p:spPr bwMode="auto">
                <a:xfrm rot="5400000" flipH="0" flipV="0">
                  <a:off x="1111216" y="1779944"/>
                  <a:ext cx="667605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>
                      <a:latin typeface="Arial"/>
                      <a:ea typeface="Arial"/>
                      <a:cs typeface="Arial"/>
                    </a:rPr>
                    <a:t>…</a:t>
                  </a:r>
                  <a:endParaRPr sz="3600" b="1"/>
                </a:p>
              </p:txBody>
            </p:sp>
            <p:sp>
              <p:nvSpPr>
                <p:cNvPr id="18061949" name=""/>
                <p:cNvSpPr txBox="1"/>
                <p:nvPr/>
              </p:nvSpPr>
              <p:spPr bwMode="auto">
                <a:xfrm rot="5400000" flipH="0" flipV="0">
                  <a:off x="6974320" y="1779944"/>
                  <a:ext cx="668324" cy="640440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  <a:spAutoFit/>
                </a:bodyPr>
                <a:p>
                  <a:pPr>
                    <a:defRPr/>
                  </a:pPr>
                  <a:r>
                    <a:rPr lang="fr-FR" sz="3600" b="1" i="0" u="none" strike="noStrike" cap="none" spc="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</a:rPr>
                    <a:t>…</a:t>
                  </a:r>
                  <a:endParaRPr sz="3600" b="1"/>
                </a:p>
              </p:txBody>
            </p:sp>
          </p:grpSp>
        </p:grpSp>
        <p:sp>
          <p:nvSpPr>
            <p:cNvPr id="305518946" name=""/>
            <p:cNvSpPr txBox="1"/>
            <p:nvPr/>
          </p:nvSpPr>
          <p:spPr bwMode="auto">
            <a:xfrm rot="0" flipH="0" flipV="0">
              <a:off x="1958148" y="5156012"/>
              <a:ext cx="2408215" cy="80850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 sz="2200" b="1" i="0">
                  <a:solidFill>
                    <a:srgbClr val="45B5FF"/>
                  </a:solidFill>
                  <a:latin typeface="CMU Serif"/>
                  <a:ea typeface="CMU Serif"/>
                  <a:cs typeface="CMU Serif"/>
                </a:rPr>
                <a:t>Tree-Encoding with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box>
                          <m:boxPr>
                            <m:aln m:val="off"/>
                            <m:diff m:val="off"/>
                            <m:noBreak m:val="off"/>
                            <m:opEmu m:val="on"/>
                            <m:ctrlPr>
                              <a:rPr lang="fr-FR" sz="2200" b="1" i="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oxPr>
                          <m:e>
                            <m:acc>
                              <m:accPr>
                                <m:chr m:val="⃗"/>
                                <m:ctrlPr>
                                  <a:rPr lang="fr-FR" sz="2200" b="1" i="1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bi"/>
                                  </m:rPr>
                                  <a:rPr lang="fr-FR" sz="2200" u="none" strike="noStrike" cap="none" spc="0">
                                    <a:solidFill>
                                      <a:srgbClr val="45B5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  <m:r>
                              <m:rPr>
                                <m:sty m:val="b"/>
                              </m:rPr>
                              <a:rPr lang="fr-FR" sz="2200" u="none" strike="noStrike" cap="none" spc="0">
                                <a:solidFill>
                                  <a:srgbClr val="45B5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=(3,2,1)</m:t>
                            </m:r>
                          </m:e>
                        </m:box>
                      </m:oMath>
                    </m:oMathPara>
                  </a14:m>
                </mc:Choice>
                <mc:Fallback/>
              </mc:AlternateContent>
              <a:endParaRPr sz="2200" b="1">
                <a:solidFill>
                  <a:srgbClr val="45B5FF"/>
                </a:solidFill>
                <a:latin typeface="CMU Serif"/>
                <a:cs typeface="CMU Serif"/>
              </a:endParaRPr>
            </a:p>
          </p:txBody>
        </p:sp>
        <p:grpSp>
          <p:nvGrpSpPr>
            <p:cNvPr id="361182470" name=""/>
            <p:cNvGrpSpPr/>
            <p:nvPr/>
          </p:nvGrpSpPr>
          <p:grpSpPr bwMode="auto">
            <a:xfrm rot="0" flipH="0" flipV="0">
              <a:off x="4503016" y="3940661"/>
              <a:ext cx="4344828" cy="2562155"/>
              <a:chOff x="0" y="0"/>
              <a:chExt cx="4344828" cy="2562155"/>
            </a:xfrm>
          </p:grpSpPr>
          <p:sp>
            <p:nvSpPr>
              <p:cNvPr id="1463036240" name=""/>
              <p:cNvSpPr/>
              <p:nvPr/>
            </p:nvSpPr>
            <p:spPr bwMode="auto">
              <a:xfrm rot="10800000" flipH="0" flipV="0">
                <a:off x="288867" y="978712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33137281" name=""/>
              <p:cNvSpPr/>
              <p:nvPr/>
            </p:nvSpPr>
            <p:spPr bwMode="auto">
              <a:xfrm rot="10800000" flipH="0" flipV="0">
                <a:off x="588530" y="1534036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58105380" name=""/>
              <p:cNvSpPr/>
              <p:nvPr/>
            </p:nvSpPr>
            <p:spPr bwMode="auto">
              <a:xfrm rot="10800000" flipH="0" flipV="0">
                <a:off x="5856" y="1534036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014503103" name=""/>
              <p:cNvCxnSpPr/>
              <p:nvPr/>
            </p:nvCxnSpPr>
            <p:spPr bwMode="auto">
              <a:xfrm rot="16199998" flipH="0" flipV="1">
                <a:off x="613532" y="1354021"/>
                <a:ext cx="205337" cy="154692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4731878" name=""/>
              <p:cNvCxnSpPr/>
              <p:nvPr/>
            </p:nvCxnSpPr>
            <p:spPr bwMode="auto">
              <a:xfrm rot="16199998" flipH="0" flipV="0">
                <a:off x="177225" y="1362346"/>
                <a:ext cx="205336" cy="138042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18942" name=""/>
              <p:cNvSpPr/>
              <p:nvPr/>
            </p:nvSpPr>
            <p:spPr bwMode="auto">
              <a:xfrm rot="10800000" flipH="0" flipV="0">
                <a:off x="1389454" y="978712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/>
              </a:p>
            </p:txBody>
          </p:sp>
          <p:sp>
            <p:nvSpPr>
              <p:cNvPr id="1918981232" name=""/>
              <p:cNvSpPr/>
              <p:nvPr/>
            </p:nvSpPr>
            <p:spPr bwMode="auto">
              <a:xfrm rot="10800000" flipH="0" flipV="0">
                <a:off x="1687141" y="1534036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08107438" name=""/>
              <p:cNvSpPr/>
              <p:nvPr/>
            </p:nvSpPr>
            <p:spPr bwMode="auto">
              <a:xfrm rot="10800000" flipH="0" flipV="0">
                <a:off x="1104467" y="1534036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712782589" name=""/>
              <p:cNvCxnSpPr/>
              <p:nvPr/>
            </p:nvCxnSpPr>
            <p:spPr bwMode="auto">
              <a:xfrm rot="16199998" flipH="0" flipV="1">
                <a:off x="1712143" y="1354021"/>
                <a:ext cx="205337" cy="154691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1068061" name=""/>
              <p:cNvCxnSpPr/>
              <p:nvPr/>
            </p:nvCxnSpPr>
            <p:spPr bwMode="auto">
              <a:xfrm rot="16199998" flipH="0" flipV="0">
                <a:off x="1275837" y="1362346"/>
                <a:ext cx="205337" cy="138042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2842547" name=""/>
              <p:cNvSpPr/>
              <p:nvPr/>
            </p:nvSpPr>
            <p:spPr bwMode="auto">
              <a:xfrm rot="10800000" flipH="0" flipV="0">
                <a:off x="2486092" y="989749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46730865" name=""/>
              <p:cNvSpPr/>
              <p:nvPr/>
            </p:nvSpPr>
            <p:spPr bwMode="auto">
              <a:xfrm rot="10800000" flipH="0" flipV="0">
                <a:off x="2785753" y="1545073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2862175" name=""/>
              <p:cNvSpPr/>
              <p:nvPr/>
            </p:nvSpPr>
            <p:spPr bwMode="auto">
              <a:xfrm rot="10800000" flipH="0" flipV="0">
                <a:off x="2203080" y="1545073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1984160188" name=""/>
              <p:cNvCxnSpPr/>
              <p:nvPr/>
            </p:nvCxnSpPr>
            <p:spPr bwMode="auto">
              <a:xfrm rot="16199998" flipH="0" flipV="1">
                <a:off x="2810756" y="1365057"/>
                <a:ext cx="205337" cy="154691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7433491" name=""/>
              <p:cNvCxnSpPr/>
              <p:nvPr/>
            </p:nvCxnSpPr>
            <p:spPr bwMode="auto">
              <a:xfrm rot="16199998" flipH="0" flipV="0">
                <a:off x="2374449" y="1373382"/>
                <a:ext cx="205337" cy="138042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0841646" name=""/>
              <p:cNvSpPr/>
              <p:nvPr/>
            </p:nvSpPr>
            <p:spPr bwMode="auto">
              <a:xfrm rot="10800000" flipH="0" flipV="0">
                <a:off x="588530" y="2141083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00774560" name=""/>
              <p:cNvSpPr/>
              <p:nvPr/>
            </p:nvSpPr>
            <p:spPr bwMode="auto">
              <a:xfrm rot="10800000" flipH="0" flipV="0">
                <a:off x="5856" y="2141082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73784991" name=""/>
              <p:cNvSpPr/>
              <p:nvPr/>
            </p:nvSpPr>
            <p:spPr bwMode="auto">
              <a:xfrm rot="10800000" flipH="0" flipV="0">
                <a:off x="1687141" y="2141083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25988984" name=""/>
              <p:cNvSpPr/>
              <p:nvPr/>
            </p:nvSpPr>
            <p:spPr bwMode="auto">
              <a:xfrm rot="10800000" flipH="0" flipV="0">
                <a:off x="1104467" y="2141082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0069483" name=""/>
              <p:cNvSpPr/>
              <p:nvPr/>
            </p:nvSpPr>
            <p:spPr bwMode="auto">
              <a:xfrm rot="10800000" flipH="0" flipV="0">
                <a:off x="2785753" y="2152121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95103039" name=""/>
              <p:cNvSpPr/>
              <p:nvPr/>
            </p:nvSpPr>
            <p:spPr bwMode="auto">
              <a:xfrm rot="10800000" flipH="0" flipV="0">
                <a:off x="2203080" y="2152119"/>
                <a:ext cx="410033" cy="410034"/>
              </a:xfrm>
              <a:prstGeom prst="ellipse">
                <a:avLst/>
              </a:prstGeom>
              <a:solidFill>
                <a:srgbClr val="45B5FF"/>
              </a:solidFill>
              <a:ln w="28575" cap="flat" cmpd="sng" algn="ctr">
                <a:solidFill>
                  <a:srgbClr val="000000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cxnSp>
            <p:nvCxnSpPr>
              <p:cNvPr id="278545438" name=""/>
              <p:cNvCxnSpPr/>
              <p:nvPr/>
            </p:nvCxnSpPr>
            <p:spPr bwMode="auto">
              <a:xfrm rot="16199998" flipH="0" flipV="1">
                <a:off x="112367" y="2042576"/>
                <a:ext cx="19701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377451" name=""/>
              <p:cNvCxnSpPr/>
              <p:nvPr/>
            </p:nvCxnSpPr>
            <p:spPr bwMode="auto">
              <a:xfrm rot="16199998" flipH="0" flipV="0">
                <a:off x="695043" y="2042577"/>
                <a:ext cx="19701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921289" name=""/>
              <p:cNvCxnSpPr/>
              <p:nvPr/>
            </p:nvCxnSpPr>
            <p:spPr bwMode="auto">
              <a:xfrm rot="16199998" flipH="0" flipV="0">
                <a:off x="1210979" y="2042576"/>
                <a:ext cx="19701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6972156" name=""/>
              <p:cNvCxnSpPr/>
              <p:nvPr/>
            </p:nvCxnSpPr>
            <p:spPr bwMode="auto">
              <a:xfrm rot="16199998" flipH="0" flipV="0">
                <a:off x="1793653" y="2042577"/>
                <a:ext cx="19701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6341115" name=""/>
              <p:cNvCxnSpPr/>
              <p:nvPr/>
            </p:nvCxnSpPr>
            <p:spPr bwMode="auto">
              <a:xfrm rot="16199998" flipH="0" flipV="0">
                <a:off x="2309591" y="2053613"/>
                <a:ext cx="19701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2186119" name=""/>
              <p:cNvCxnSpPr/>
              <p:nvPr/>
            </p:nvCxnSpPr>
            <p:spPr bwMode="auto">
              <a:xfrm rot="16199998" flipH="0" flipV="0">
                <a:off x="2892265" y="2053613"/>
                <a:ext cx="197010" cy="0"/>
              </a:xfrm>
              <a:prstGeom prst="line">
                <a:avLst/>
              </a:prstGeom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450584" name=""/>
              <p:cNvCxnSpPr>
                <a:stCxn id="2022842547" idx="4"/>
                <a:endCxn id="612432061" idx="1"/>
              </p:cNvCxnSpPr>
              <p:nvPr/>
            </p:nvCxnSpPr>
            <p:spPr bwMode="auto">
              <a:xfrm rot="16199999" flipH="0" flipV="1">
                <a:off x="1782202" y="80841"/>
                <a:ext cx="989749" cy="828064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9834777" name=""/>
              <p:cNvCxnSpPr>
                <a:stCxn id="11118942" idx="4"/>
                <a:endCxn id="612432061" idx="0"/>
              </p:cNvCxnSpPr>
              <p:nvPr/>
            </p:nvCxnSpPr>
            <p:spPr bwMode="auto">
              <a:xfrm rot="16199999" flipH="0" flipV="0">
                <a:off x="1163529" y="543006"/>
                <a:ext cx="871412" cy="0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3366376" name=""/>
              <p:cNvCxnSpPr>
                <a:stCxn id="1463036240" idx="4"/>
                <a:endCxn id="612432061" idx="7"/>
              </p:cNvCxnSpPr>
              <p:nvPr/>
            </p:nvCxnSpPr>
            <p:spPr bwMode="auto">
              <a:xfrm rot="16199999" flipH="0" flipV="0">
                <a:off x="430062" y="63821"/>
                <a:ext cx="978712" cy="851069"/>
              </a:xfrm>
              <a:prstGeom prst="line">
                <a:avLst/>
              </a:prstGeom>
              <a:ln w="38100" cap="flat" cmpd="sng" algn="ctr">
                <a:solidFill>
                  <a:srgbClr val="000000"/>
                </a:solidFill>
                <a:prstDash val="dash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6388401" name=""/>
              <p:cNvCxnSpPr/>
              <p:nvPr/>
            </p:nvCxnSpPr>
            <p:spPr bwMode="auto">
              <a:xfrm rot="0" flipH="0" flipV="0">
                <a:off x="0" y="1450899"/>
                <a:ext cx="3233901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0982823" name=""/>
              <p:cNvCxnSpPr/>
              <p:nvPr/>
            </p:nvCxnSpPr>
            <p:spPr bwMode="auto">
              <a:xfrm rot="0" flipH="0" flipV="0">
                <a:off x="0" y="2032369"/>
                <a:ext cx="3233901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042348" name=""/>
              <p:cNvCxnSpPr/>
              <p:nvPr/>
            </p:nvCxnSpPr>
            <p:spPr bwMode="auto">
              <a:xfrm rot="0" flipH="0" flipV="0">
                <a:off x="227002" y="829312"/>
                <a:ext cx="2779896" cy="0"/>
              </a:xfrm>
              <a:prstGeom prst="line">
                <a:avLst/>
              </a:prstGeom>
              <a:ln w="28575" cap="flat" cmpd="sng" algn="ctr">
                <a:solidFill>
                  <a:srgbClr val="595959"/>
                </a:solidFill>
                <a:prstDash val="sysDot"/>
                <a:miter lim="800000"/>
              </a:ln>
            </p:spPr>
            <p:style>
              <a:lnRef idx="1">
                <a:schemeClr val="accent1">
                  <a:shade val="50000"/>
                </a:schemeClr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7946437" name=""/>
              <p:cNvSpPr txBox="1"/>
              <p:nvPr/>
            </p:nvSpPr>
            <p:spPr bwMode="auto">
              <a:xfrm rot="0" flipH="0" flipV="0">
                <a:off x="3043773" y="1003183"/>
                <a:ext cx="1064699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0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0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0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0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=3</m:t>
                          </m:r>
                        </m:oMath>
                      </m:oMathPara>
                    </a14:m>
                  </mc:Choice>
                  <mc:Fallback/>
                </mc:AlternateContent>
                <a:endParaRPr sz="20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1636453302" name=""/>
              <p:cNvSpPr txBox="1"/>
              <p:nvPr/>
            </p:nvSpPr>
            <p:spPr bwMode="auto">
              <a:xfrm rot="0" flipH="0" flipV="0">
                <a:off x="3210715" y="1551790"/>
                <a:ext cx="1066431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0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0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0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0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=2</m:t>
                          </m:r>
                        </m:oMath>
                      </m:oMathPara>
                    </a14:m>
                  </mc:Choice>
                  <mc:Fallback/>
                </mc:AlternateContent>
                <a:endParaRPr sz="20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  <p:sp>
            <p:nvSpPr>
              <p:cNvPr id="175901456" name=""/>
              <p:cNvSpPr txBox="1"/>
              <p:nvPr/>
            </p:nvSpPr>
            <p:spPr bwMode="auto">
              <a:xfrm rot="0" flipH="0" flipV="0">
                <a:off x="3278051" y="2141082"/>
                <a:ext cx="1066777" cy="396599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mc:AlternateContent xmlns:mc="http://schemas.openxmlformats.org/markup-compatibility/2006" xmlns:m="http://schemas.openxmlformats.org/officeDocument/2006/math">
                  <mc:Choice xmlns:a14="http://schemas.microsoft.com/office/drawing/2010/main" Requires="a14">
                    <a14:m>
                      <m:oMathPara>
                        <m:oMathParaPr/>
                        <m:oMath>
                          <m:sSub>
                            <m:sSubPr>
                              <m:ctrlPr>
                                <a:rPr lang="fr-FR" sz="2000" b="1" i="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b"/>
                                </m:rPr>
                                <a:rPr lang="fr-FR" sz="20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b"/>
                                </m:rPr>
                                <a:rPr lang="fr-FR" sz="2000" u="none" strike="noStrike" cap="none" spc="0">
                                  <a:solidFill>
                                    <a:srgbClr val="45B5FF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b"/>
                            </m:rPr>
                            <a:rPr lang="fr-FR" sz="2000" u="none" strike="noStrike" cap="none" spc="0">
                              <a:solidFill>
                                <a:srgbClr val="45B5FF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=1</m:t>
                          </m:r>
                        </m:oMath>
                      </m:oMathPara>
                    </a14:m>
                  </mc:Choice>
                  <mc:Fallback/>
                </mc:AlternateContent>
                <a:endParaRPr sz="2000" b="1">
                  <a:solidFill>
                    <a:srgbClr val="45B5FF"/>
                  </a:solidFill>
                  <a:latin typeface="CMU Serif"/>
                  <a:cs typeface="CMU Serif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2026-09-17T17:46:07Z</dcterms:modified>
</cp:coreProperties>
</file>