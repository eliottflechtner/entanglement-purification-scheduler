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9"/>
  </p:notesMasterIdLst>
  <p:sldIdLst>
    <p:sldId id="256" r:id="rId4"/>
    <p:sldId id="257" r:id="rId5"/>
    <p:sldId id="258" r:id="rId6"/>
    <p:sldId id="259" r:id="rId7"/>
    <p:sldId id="260" r:id="rId8"/>
  </p:sldIdLst>
  <p:sldSz cx="36000000" cy="18000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11340"/>
        <p:guide pos="567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 /><Relationship Id="rId11" Type="http://schemas.openxmlformats.org/officeDocument/2006/relationships/tableStyles" Target="tableStyles.xml" /><Relationship Id="rId12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949005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8522898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96707358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61142335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29865101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89615574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A4AF25E-8730-29A7-B21F-F2E48131D0C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04874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610003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28454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036258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84410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9791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491238-2CBC-8F49-8F2D-3518DAA56A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554242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578939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9593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17004D-49F4-EEEE-68CD-95F7AD4965B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940262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6919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56713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A770FF3-B03B-2DE3-2CFC-B695B15E95B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1975389" name="Title 1"/>
          <p:cNvSpPr>
            <a:spLocks noGrp="1"/>
          </p:cNvSpPr>
          <p:nvPr>
            <p:ph type="ctrTitle"/>
          </p:nvPr>
        </p:nvSpPr>
        <p:spPr bwMode="auto">
          <a:xfrm>
            <a:off x="4499999" y="2945834"/>
            <a:ext cx="26999999" cy="6266666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03253441" name="Subtitle 2"/>
          <p:cNvSpPr>
            <a:spLocks noGrp="1"/>
          </p:cNvSpPr>
          <p:nvPr>
            <p:ph type="subTitle" idx="1"/>
          </p:nvPr>
        </p:nvSpPr>
        <p:spPr bwMode="auto">
          <a:xfrm>
            <a:off x="4499999" y="9454167"/>
            <a:ext cx="26999999" cy="434583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9793254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6551468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333268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6962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8657298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8815218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2648630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3910165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8806537" name="Title 1"/>
          <p:cNvSpPr>
            <a:spLocks noGrp="1"/>
          </p:cNvSpPr>
          <p:nvPr>
            <p:ph type="title"/>
          </p:nvPr>
        </p:nvSpPr>
        <p:spPr bwMode="auto">
          <a:xfrm>
            <a:off x="2456249" y="4487501"/>
            <a:ext cx="31050000" cy="7487498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8754794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456249" y="12045834"/>
            <a:ext cx="31050000" cy="393749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5507016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3521962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0557096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020748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8397657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2475000" y="4791666"/>
            <a:ext cx="15300000" cy="11420834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6184015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18224999" y="4791666"/>
            <a:ext cx="15300000" cy="11420834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0824014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8378611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3428355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2756697" name="Title 1"/>
          <p:cNvSpPr>
            <a:spLocks noGrp="1"/>
          </p:cNvSpPr>
          <p:nvPr>
            <p:ph type="title"/>
          </p:nvPr>
        </p:nvSpPr>
        <p:spPr bwMode="auto">
          <a:xfrm>
            <a:off x="2479687" y="958333"/>
            <a:ext cx="31050000" cy="3479167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8512350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479687" y="4412501"/>
            <a:ext cx="15229686" cy="216249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0574459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2479687" y="6574999"/>
            <a:ext cx="15229686" cy="9670834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266818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18224999" y="4412501"/>
            <a:ext cx="15304688" cy="216249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21384785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18224999" y="6574999"/>
            <a:ext cx="15304688" cy="9670834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12723994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73078540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94237825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524538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10659935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5226317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27261127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183999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96998587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0055022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1313039" name="Title 1"/>
          <p:cNvSpPr>
            <a:spLocks noGrp="1"/>
          </p:cNvSpPr>
          <p:nvPr>
            <p:ph type="title"/>
          </p:nvPr>
        </p:nvSpPr>
        <p:spPr bwMode="auto">
          <a:xfrm>
            <a:off x="2479687" y="1199999"/>
            <a:ext cx="11610936" cy="42000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70149790" name="Content Placeholder 2"/>
          <p:cNvSpPr>
            <a:spLocks noGrp="1"/>
          </p:cNvSpPr>
          <p:nvPr>
            <p:ph idx="1"/>
          </p:nvPr>
        </p:nvSpPr>
        <p:spPr bwMode="auto">
          <a:xfrm>
            <a:off x="15304688" y="2591666"/>
            <a:ext cx="18224999" cy="1279166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4492030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479687" y="5400000"/>
            <a:ext cx="11610936" cy="1000416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6091433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624663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1515755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4395154" name="Title 1"/>
          <p:cNvSpPr>
            <a:spLocks noGrp="1"/>
          </p:cNvSpPr>
          <p:nvPr>
            <p:ph type="title"/>
          </p:nvPr>
        </p:nvSpPr>
        <p:spPr bwMode="auto">
          <a:xfrm>
            <a:off x="2479687" y="1199999"/>
            <a:ext cx="11610936" cy="42000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63655717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15304688" y="2591666"/>
            <a:ext cx="18224999" cy="12791666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48884239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479687" y="5400000"/>
            <a:ext cx="11610936" cy="1000416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01720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7431260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6569795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412183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52146508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157755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7975754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0785595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9002134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25762499" y="958333"/>
            <a:ext cx="7762500" cy="15254167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968626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2475000" y="958333"/>
            <a:ext cx="22837500" cy="15254167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0837568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3075044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9410058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3656005" name="Title Placeholder 1"/>
          <p:cNvSpPr>
            <a:spLocks noGrp="1"/>
          </p:cNvSpPr>
          <p:nvPr>
            <p:ph type="title"/>
          </p:nvPr>
        </p:nvSpPr>
        <p:spPr bwMode="auto">
          <a:xfrm>
            <a:off x="2475000" y="958333"/>
            <a:ext cx="31050000" cy="34791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5076225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475000" y="4791666"/>
            <a:ext cx="31050000" cy="114208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99633933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2475000" y="16683333"/>
            <a:ext cx="8099999" cy="958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7952802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11924999" y="16683333"/>
            <a:ext cx="12149999" cy="958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33548037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25425000" y="16683333"/>
            <a:ext cx="8099999" cy="958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6638861" name=""/>
          <p:cNvGrpSpPr/>
          <p:nvPr/>
        </p:nvGrpSpPr>
        <p:grpSpPr bwMode="auto">
          <a:xfrm>
            <a:off x="3355306" y="3293496"/>
            <a:ext cx="14756016" cy="4268032"/>
            <a:chOff x="0" y="0"/>
            <a:chExt cx="14756016" cy="4268032"/>
          </a:xfrm>
        </p:grpSpPr>
        <p:grpSp>
          <p:nvGrpSpPr>
            <p:cNvPr id="781490164" name=""/>
            <p:cNvGrpSpPr/>
            <p:nvPr/>
          </p:nvGrpSpPr>
          <p:grpSpPr bwMode="auto">
            <a:xfrm rot="0" flipH="0" flipV="0">
              <a:off x="5977800" y="87809"/>
              <a:ext cx="4539384" cy="3238569"/>
              <a:chOff x="0" y="0"/>
              <a:chExt cx="4539384" cy="3238569"/>
            </a:xfrm>
          </p:grpSpPr>
          <p:cxnSp>
            <p:nvCxnSpPr>
              <p:cNvPr id="209936647" name=""/>
              <p:cNvCxnSpPr/>
              <p:nvPr/>
            </p:nvCxnSpPr>
            <p:spPr bwMode="auto">
              <a:xfrm rot="10800000" flipH="0" flipV="0">
                <a:off x="1769343" y="1667412"/>
                <a:ext cx="1015142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2158560" name=""/>
              <p:cNvGrpSpPr/>
              <p:nvPr/>
            </p:nvGrpSpPr>
            <p:grpSpPr bwMode="auto">
              <a:xfrm rot="0" flipH="0" flipV="0">
                <a:off x="1224404" y="646337"/>
                <a:ext cx="833436" cy="2591871"/>
                <a:chOff x="0" y="0"/>
                <a:chExt cx="833436" cy="2591871"/>
              </a:xfrm>
            </p:grpSpPr>
            <p:sp>
              <p:nvSpPr>
                <p:cNvPr id="45257188" name=""/>
                <p:cNvSpPr/>
                <p:nvPr/>
              </p:nvSpPr>
              <p:spPr bwMode="auto">
                <a:xfrm rot="0" flipH="0" flipV="0">
                  <a:off x="288496" y="892673"/>
                  <a:ext cx="256441" cy="256441"/>
                </a:xfrm>
                <a:prstGeom prst="ellipse">
                  <a:avLst/>
                </a:prstGeom>
                <a:solidFill>
                  <a:schemeClr val="tx1"/>
                </a:solidFill>
                <a:ln w="127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485224911" name=""/>
                <p:cNvCxnSpPr/>
                <p:nvPr/>
              </p:nvCxnSpPr>
              <p:spPr bwMode="auto">
                <a:xfrm rot="5400000" flipH="0" flipV="1">
                  <a:off x="-36841" y="446336"/>
                  <a:ext cx="892672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4472742" name=""/>
                <p:cNvCxnSpPr/>
                <p:nvPr/>
              </p:nvCxnSpPr>
              <p:spPr bwMode="auto">
                <a:xfrm rot="16199998" flipH="0" flipV="0">
                  <a:off x="40620" y="1525212"/>
                  <a:ext cx="752193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965460799" name=""/>
                <p:cNvGrpSpPr/>
                <p:nvPr/>
              </p:nvGrpSpPr>
              <p:grpSpPr bwMode="auto">
                <a:xfrm>
                  <a:off x="0" y="1901309"/>
                  <a:ext cx="833436" cy="690561"/>
                  <a:chOff x="0" y="0"/>
                  <a:chExt cx="833436" cy="690561"/>
                </a:xfrm>
              </p:grpSpPr>
              <p:sp>
                <p:nvSpPr>
                  <p:cNvPr id="326553863" name=""/>
                  <p:cNvSpPr txBox="1"/>
                  <p:nvPr/>
                </p:nvSpPr>
                <p:spPr bwMode="auto">
                  <a:xfrm rot="0" flipH="0" flipV="0">
                    <a:off x="79568" y="101259"/>
                    <a:ext cx="674658" cy="48803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 algn="ctr">
                      <a:defRPr/>
                    </a:pPr>
                    <mc:AlternateContent xmlns:mc="http://schemas.openxmlformats.org/markup-compatibility/2006" xmlns:m="http://schemas.openxmlformats.org/officeDocument/2006/math">
                      <mc:Choice xmlns:a14="http://schemas.microsoft.com/office/drawing/2010/main" Requires="a14">
                        <a14:m>
                          <m:oMathPara>
                            <m:oMathParaPr/>
                            <m:oMath>
                              <m:sSub>
                                <m:sSubPr>
                                  <m:ctrlPr>
                                    <a:rPr lang="fr-FR" sz="2600" b="1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bi"/>
                                    </m:rPr>
                                    <a:rPr lang="fr-FR" sz="26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M</m:t>
                                  </m:r>
                                </m:e>
                                <m:sub>
                                  <m:r>
                                    <m:rPr>
                                      <m:sty m:val="bi"/>
                                    </m:rPr>
                                    <a:rPr lang="fr-FR" sz="26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sub>
                              </m:sSub>
                            </m:oMath>
                          </m:oMathPara>
                        </a14:m>
                      </mc:Choice>
                      <mc:Fallback/>
                    </mc:AlternateContent>
                    <a:endParaRPr sz="2600" b="1">
                      <a:latin typeface="CMU Serif"/>
                      <a:cs typeface="CMU Serif"/>
                    </a:endParaRPr>
                  </a:p>
                </p:txBody>
              </p:sp>
              <p:sp>
                <p:nvSpPr>
                  <p:cNvPr id="907833745" name=""/>
                  <p:cNvSpPr/>
                  <p:nvPr/>
                </p:nvSpPr>
                <p:spPr bwMode="auto">
                  <a:xfrm rot="0" flipH="0" flipV="0">
                    <a:off x="0" y="0"/>
                    <a:ext cx="833436" cy="690561"/>
                  </a:xfrm>
                  <a:prstGeom prst="rect">
                    <a:avLst/>
                  </a:prstGeom>
                  <a:noFill/>
                  <a:ln w="28575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</p:grpSp>
          <p:sp>
            <p:nvSpPr>
              <p:cNvPr id="508684163" name=""/>
              <p:cNvSpPr/>
              <p:nvPr/>
            </p:nvSpPr>
            <p:spPr bwMode="auto">
              <a:xfrm rot="0" flipH="0" flipV="0">
                <a:off x="2784486" y="1539370"/>
                <a:ext cx="256440" cy="256440"/>
              </a:xfrm>
              <a:prstGeom prst="ellipse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1314814407" name=""/>
              <p:cNvCxnSpPr/>
              <p:nvPr/>
            </p:nvCxnSpPr>
            <p:spPr bwMode="auto">
              <a:xfrm rot="5400000" flipH="0" flipV="0">
                <a:off x="2466191" y="1092853"/>
                <a:ext cx="893032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772195" name=""/>
              <p:cNvCxnSpPr/>
              <p:nvPr/>
            </p:nvCxnSpPr>
            <p:spPr bwMode="auto">
              <a:xfrm rot="16199998" flipH="0" flipV="0">
                <a:off x="2536610" y="2171909"/>
                <a:ext cx="752193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976074680" name=""/>
              <p:cNvGrpSpPr/>
              <p:nvPr/>
            </p:nvGrpSpPr>
            <p:grpSpPr bwMode="auto">
              <a:xfrm rot="0" flipH="0" flipV="0">
                <a:off x="2495990" y="2548008"/>
                <a:ext cx="833436" cy="690561"/>
                <a:chOff x="0" y="0"/>
                <a:chExt cx="833436" cy="690561"/>
              </a:xfrm>
            </p:grpSpPr>
            <p:sp>
              <p:nvSpPr>
                <p:cNvPr id="382696975" name=""/>
                <p:cNvSpPr txBox="1"/>
                <p:nvPr/>
              </p:nvSpPr>
              <p:spPr bwMode="auto">
                <a:xfrm rot="0" flipH="0" flipV="0">
                  <a:off x="79567" y="101259"/>
                  <a:ext cx="675018" cy="48803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mc:AlternateContent xmlns:mc="http://schemas.openxmlformats.org/markup-compatibility/2006" xmlns:m="http://schemas.openxmlformats.org/officeDocument/2006/math">
                    <mc:Choice xmlns:a14="http://schemas.microsoft.com/office/drawing/2010/main" Requires="a14">
                      <a14:m>
                        <m:oMathPara>
                          <m:oMathParaPr/>
                          <m:oMath>
                            <m:sSub>
                              <m:sSubPr>
                                <m:ctrlPr>
                                  <a:rPr lang="fr-FR" sz="2600" b="1" i="1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bi"/>
                                  </m:rPr>
                                  <a:rPr lang="fr-FR" sz="26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</m:t>
                                </m:r>
                              </m:e>
                              <m:sub>
                                <m:r>
                                  <m:rPr>
                                    <m:sty m:val="bi"/>
                                  </m:rPr>
                                  <a:rPr lang="fr-FR" sz="26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sub>
                            </m:sSub>
                          </m:oMath>
                        </m:oMathPara>
                      </a14:m>
                    </mc:Choice>
                    <mc:Fallback/>
                  </mc:AlternateContent>
                  <a:endParaRPr sz="2600" b="1">
                    <a:latin typeface="CMU Serif"/>
                    <a:cs typeface="CMU Serif"/>
                  </a:endParaRPr>
                </a:p>
              </p:txBody>
            </p:sp>
            <p:sp>
              <p:nvSpPr>
                <p:cNvPr id="2122237855" name=""/>
                <p:cNvSpPr/>
                <p:nvPr/>
              </p:nvSpPr>
              <p:spPr bwMode="auto">
                <a:xfrm rot="0" flipH="0" flipV="0">
                  <a:off x="0" y="0"/>
                  <a:ext cx="833436" cy="690561"/>
                </a:xfrm>
                <a:prstGeom prst="rect">
                  <a:avLst/>
                </a:prstGeom>
                <a:noFill/>
                <a:ln w="28575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  <p:sp>
            <p:nvSpPr>
              <p:cNvPr id="1930183193" name=""/>
              <p:cNvSpPr txBox="1"/>
              <p:nvPr/>
            </p:nvSpPr>
            <p:spPr bwMode="auto">
              <a:xfrm rot="0" flipH="0" flipV="0">
                <a:off x="1903187" y="1203841"/>
                <a:ext cx="678618" cy="48803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mc:AlternateContent xmlns:mc="http://schemas.openxmlformats.org/markup-compatibility/2006" xmlns:m="http://schemas.openxmlformats.org/officeDocument/2006/math">
                  <mc:Choice xmlns:a14="http://schemas.microsoft.com/office/drawing/2010/main" Requires="a14">
                    <a14:m>
                      <m:oMathPara>
                        <m:oMathParaPr/>
                        <m:oMath>
                          <m:r>
                            <m:rPr>
                              <m:sty m:val="bi"/>
                            </m:rPr>
                            <a:rPr lang="fr-FR" sz="2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CZ</m:t>
                          </m:r>
                        </m:oMath>
                      </m:oMathPara>
                    </a14:m>
                  </mc:Choice>
                  <mc:Fallback/>
                </mc:AlternateContent>
                <a:endParaRPr sz="2600" b="1">
                  <a:latin typeface="CMU Serif"/>
                  <a:cs typeface="CMU Serif"/>
                </a:endParaRPr>
              </a:p>
            </p:txBody>
          </p:sp>
          <p:sp>
            <p:nvSpPr>
              <p:cNvPr id="1286433182" name=""/>
              <p:cNvSpPr/>
              <p:nvPr/>
            </p:nvSpPr>
            <p:spPr bwMode="auto">
              <a:xfrm rot="0" flipH="0" flipV="0">
                <a:off x="3893045" y="0"/>
                <a:ext cx="646337" cy="646337"/>
              </a:xfrm>
              <a:prstGeom prst="ellipse">
                <a:avLst/>
              </a:prstGeom>
              <a:solidFill>
                <a:schemeClr val="bg1"/>
              </a:solidFill>
              <a:ln w="44450" cap="flat" cmpd="sng" algn="ctr">
                <a:solidFill>
                  <a:srgbClr val="000000"/>
                </a:solidFill>
                <a:prstDash val="sysDot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854316108" name=""/>
              <p:cNvCxnSpPr/>
              <p:nvPr/>
            </p:nvCxnSpPr>
            <p:spPr bwMode="auto">
              <a:xfrm rot="10800000" flipH="0" flipV="0">
                <a:off x="3250216" y="323168"/>
                <a:ext cx="642827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5000429" name=""/>
              <p:cNvSpPr/>
              <p:nvPr/>
            </p:nvSpPr>
            <p:spPr bwMode="auto">
              <a:xfrm rot="0" flipH="0" flipV="0">
                <a:off x="2589539" y="0"/>
                <a:ext cx="646337" cy="646337"/>
              </a:xfrm>
              <a:prstGeom prst="ellipse">
                <a:avLst/>
              </a:prstGeom>
              <a:solidFill>
                <a:schemeClr val="bg1"/>
              </a:solidFill>
              <a:ln w="4445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  <p:grpSp>
            <p:nvGrpSpPr>
              <p:cNvPr id="2083355767" name=""/>
              <p:cNvGrpSpPr/>
              <p:nvPr/>
            </p:nvGrpSpPr>
            <p:grpSpPr bwMode="auto">
              <a:xfrm rot="10800000">
                <a:off x="0" y="0"/>
                <a:ext cx="1949843" cy="646337"/>
                <a:chOff x="0" y="0"/>
                <a:chExt cx="1949843" cy="646337"/>
              </a:xfrm>
            </p:grpSpPr>
            <p:sp>
              <p:nvSpPr>
                <p:cNvPr id="1883425642" name=""/>
                <p:cNvSpPr/>
                <p:nvPr/>
              </p:nvSpPr>
              <p:spPr bwMode="auto">
                <a:xfrm rot="0" flipH="0" flipV="0">
                  <a:off x="1303506" y="0"/>
                  <a:ext cx="646337" cy="646337"/>
                </a:xfrm>
                <a:prstGeom prst="ellipse">
                  <a:avLst/>
                </a:prstGeom>
                <a:solidFill>
                  <a:schemeClr val="bg1"/>
                </a:solidFill>
                <a:ln w="44450" cap="flat" cmpd="sng" algn="ctr">
                  <a:solidFill>
                    <a:srgbClr val="000000"/>
                  </a:solidFill>
                  <a:prstDash val="sysDot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88305902" name=""/>
                <p:cNvCxnSpPr/>
                <p:nvPr/>
              </p:nvCxnSpPr>
              <p:spPr bwMode="auto">
                <a:xfrm rot="10800000" flipH="0" flipV="0">
                  <a:off x="660676" y="323168"/>
                  <a:ext cx="642827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505337369" name=""/>
                <p:cNvSpPr/>
                <p:nvPr/>
              </p:nvSpPr>
              <p:spPr bwMode="auto">
                <a:xfrm rot="0" flipH="0" flipV="0">
                  <a:off x="0" y="0"/>
                  <a:ext cx="646337" cy="646337"/>
                </a:xfrm>
                <a:prstGeom prst="ellipse">
                  <a:avLst/>
                </a:prstGeom>
                <a:solidFill>
                  <a:schemeClr val="bg1"/>
                </a:solidFill>
                <a:ln w="4445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</p:grpSp>
        </p:grpSp>
        <p:grpSp>
          <p:nvGrpSpPr>
            <p:cNvPr id="562520318" name=""/>
            <p:cNvGrpSpPr/>
            <p:nvPr/>
          </p:nvGrpSpPr>
          <p:grpSpPr bwMode="auto">
            <a:xfrm rot="0" flipH="0" flipV="0">
              <a:off x="232392" y="660861"/>
              <a:ext cx="4194556" cy="1400662"/>
              <a:chOff x="0" y="0"/>
              <a:chExt cx="4194556" cy="1400662"/>
            </a:xfrm>
          </p:grpSpPr>
          <p:sp>
            <p:nvSpPr>
              <p:cNvPr id="915773653" name=""/>
              <p:cNvSpPr/>
              <p:nvPr/>
            </p:nvSpPr>
            <p:spPr bwMode="auto">
              <a:xfrm rot="0" flipH="0" flipV="0">
                <a:off x="1289166" y="652275"/>
                <a:ext cx="646337" cy="646337"/>
              </a:xfrm>
              <a:prstGeom prst="ellipse">
                <a:avLst/>
              </a:prstGeom>
              <a:solidFill>
                <a:schemeClr val="bg1"/>
              </a:solidFill>
              <a:ln w="4445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295666278" name=""/>
              <p:cNvSpPr/>
              <p:nvPr/>
            </p:nvSpPr>
            <p:spPr bwMode="auto">
              <a:xfrm rot="0" flipH="0" flipV="0">
                <a:off x="1136909" y="536992"/>
                <a:ext cx="1898305" cy="863669"/>
              </a:xfrm>
              <a:prstGeom prst="flowChartAlternateProcess">
                <a:avLst/>
              </a:prstGeom>
              <a:noFill/>
              <a:ln w="57150" cap="flat" cmpd="sng" algn="ctr">
                <a:solidFill>
                  <a:schemeClr val="tx1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  <p:sp>
            <p:nvSpPr>
              <p:cNvPr id="399993644" name=""/>
              <p:cNvSpPr txBox="1"/>
              <p:nvPr/>
            </p:nvSpPr>
            <p:spPr bwMode="auto">
              <a:xfrm rot="0" flipH="0" flipV="0">
                <a:off x="1095301" y="0"/>
                <a:ext cx="1983323" cy="48803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600" b="1">
                    <a:latin typeface="CMU Serif"/>
                    <a:ea typeface="CMU Serif"/>
                    <a:cs typeface="CMU Serif"/>
                  </a:rPr>
                  <a:t>BSM</a:t>
                </a:r>
                <a:endParaRPr sz="2600" b="1">
                  <a:latin typeface="CMU Serif"/>
                  <a:cs typeface="CMU Serif"/>
                </a:endParaRPr>
              </a:p>
            </p:txBody>
          </p:sp>
          <p:cxnSp>
            <p:nvCxnSpPr>
              <p:cNvPr id="1745280508" name=""/>
              <p:cNvCxnSpPr/>
              <p:nvPr/>
            </p:nvCxnSpPr>
            <p:spPr bwMode="auto">
              <a:xfrm rot="10800000" flipH="0" flipV="0">
                <a:off x="646336" y="975444"/>
                <a:ext cx="642828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3892996" name=""/>
              <p:cNvSpPr/>
              <p:nvPr/>
            </p:nvSpPr>
            <p:spPr bwMode="auto">
              <a:xfrm rot="0" flipH="0" flipV="0">
                <a:off x="0" y="652275"/>
                <a:ext cx="646337" cy="646337"/>
              </a:xfrm>
              <a:prstGeom prst="ellipse">
                <a:avLst/>
              </a:prstGeom>
              <a:solidFill>
                <a:schemeClr val="bg1"/>
              </a:solidFill>
              <a:ln w="44450" cap="flat" cmpd="sng" algn="ctr">
                <a:solidFill>
                  <a:srgbClr val="000000"/>
                </a:solidFill>
                <a:prstDash val="sysDot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  <p:sp>
            <p:nvSpPr>
              <p:cNvPr id="1816905699" name=""/>
              <p:cNvSpPr/>
              <p:nvPr/>
            </p:nvSpPr>
            <p:spPr bwMode="auto">
              <a:xfrm rot="0" flipH="0" flipV="0">
                <a:off x="3548218" y="652275"/>
                <a:ext cx="646337" cy="646337"/>
              </a:xfrm>
              <a:prstGeom prst="ellipse">
                <a:avLst/>
              </a:prstGeom>
              <a:solidFill>
                <a:schemeClr val="bg1"/>
              </a:solidFill>
              <a:ln w="44450" cap="flat" cmpd="sng" algn="ctr">
                <a:solidFill>
                  <a:srgbClr val="000000"/>
                </a:solidFill>
                <a:prstDash val="sysDot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2111305849" name=""/>
              <p:cNvCxnSpPr/>
              <p:nvPr/>
            </p:nvCxnSpPr>
            <p:spPr bwMode="auto">
              <a:xfrm rot="10800000" flipH="0" flipV="0">
                <a:off x="2905389" y="975444"/>
                <a:ext cx="642827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204925" name=""/>
              <p:cNvSpPr/>
              <p:nvPr/>
            </p:nvSpPr>
            <p:spPr bwMode="auto">
              <a:xfrm rot="0" flipH="0" flipV="0">
                <a:off x="2259051" y="652275"/>
                <a:ext cx="646337" cy="646337"/>
              </a:xfrm>
              <a:prstGeom prst="ellipse">
                <a:avLst/>
              </a:prstGeom>
              <a:solidFill>
                <a:schemeClr val="bg1"/>
              </a:solidFill>
              <a:ln w="4445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</p:grpSp>
        <p:cxnSp>
          <p:nvCxnSpPr>
            <p:cNvPr id="1143848607" name=""/>
            <p:cNvCxnSpPr/>
            <p:nvPr/>
          </p:nvCxnSpPr>
          <p:spPr bwMode="auto">
            <a:xfrm rot="0" flipH="0" flipV="0">
              <a:off x="5006027" y="1651483"/>
              <a:ext cx="1463752" cy="368"/>
            </a:xfrm>
            <a:prstGeom prst="line">
              <a:avLst/>
            </a:prstGeom>
            <a:ln w="38100" cap="flat" cmpd="sng" algn="ctr">
              <a:solidFill>
                <a:srgbClr val="00FF73"/>
              </a:solidFill>
              <a:prstDash val="solid"/>
              <a:miter lim="800000"/>
              <a:tailEnd type="arrow" len="med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45250975" name=""/>
            <p:cNvSpPr txBox="1"/>
            <p:nvPr/>
          </p:nvSpPr>
          <p:spPr bwMode="auto">
            <a:xfrm rot="0" flipH="0" flipV="0">
              <a:off x="5006027" y="1104617"/>
              <a:ext cx="1432661" cy="48803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600" b="1">
                  <a:solidFill>
                    <a:srgbClr val="00FF73"/>
                  </a:solidFill>
                  <a:latin typeface="CMU Serif"/>
                  <a:ea typeface="CMU Serif"/>
                  <a:cs typeface="CMU Serif"/>
                </a:rPr>
                <a:t>Success</a:t>
              </a:r>
              <a:endParaRPr sz="2600" b="1">
                <a:solidFill>
                  <a:srgbClr val="00FF73"/>
                </a:solidFill>
                <a:latin typeface="CMU Serif"/>
                <a:cs typeface="CMU Serif"/>
              </a:endParaRPr>
            </a:p>
          </p:txBody>
        </p:sp>
        <p:sp>
          <p:nvSpPr>
            <p:cNvPr id="155905261" name=""/>
            <p:cNvSpPr txBox="1"/>
            <p:nvPr/>
          </p:nvSpPr>
          <p:spPr bwMode="auto">
            <a:xfrm rot="0" flipH="0" flipV="0">
              <a:off x="10029595" y="1214224"/>
              <a:ext cx="1435540" cy="82332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4800" b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=</a:t>
              </a:r>
              <a:endParaRPr sz="4800" b="1">
                <a:solidFill>
                  <a:schemeClr val="tx1"/>
                </a:solidFill>
                <a:latin typeface="CMU Serif"/>
                <a:cs typeface="CMU Serif"/>
              </a:endParaRPr>
            </a:p>
          </p:txBody>
        </p:sp>
        <p:grpSp>
          <p:nvGrpSpPr>
            <p:cNvPr id="1284129151" name=""/>
            <p:cNvGrpSpPr/>
            <p:nvPr/>
          </p:nvGrpSpPr>
          <p:grpSpPr bwMode="auto">
            <a:xfrm rot="0" flipH="0" flipV="0">
              <a:off x="11565070" y="1302715"/>
              <a:ext cx="2713758" cy="646338"/>
              <a:chOff x="0" y="0"/>
              <a:chExt cx="2713758" cy="646338"/>
            </a:xfrm>
          </p:grpSpPr>
          <p:sp>
            <p:nvSpPr>
              <p:cNvPr id="542542561" name=""/>
              <p:cNvSpPr/>
              <p:nvPr/>
            </p:nvSpPr>
            <p:spPr bwMode="auto">
              <a:xfrm rot="0" flipH="0" flipV="0">
                <a:off x="2067420" y="0"/>
                <a:ext cx="646337" cy="646337"/>
              </a:xfrm>
              <a:prstGeom prst="ellipse">
                <a:avLst/>
              </a:prstGeom>
              <a:solidFill>
                <a:schemeClr val="bg1"/>
              </a:solidFill>
              <a:ln w="44450" cap="flat" cmpd="sng" algn="ctr">
                <a:solidFill>
                  <a:srgbClr val="000000"/>
                </a:solidFill>
                <a:prstDash val="sysDot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390393671" name=""/>
              <p:cNvSpPr/>
              <p:nvPr/>
            </p:nvSpPr>
            <p:spPr bwMode="auto">
              <a:xfrm rot="10800000" flipH="0" flipV="0">
                <a:off x="0" y="0"/>
                <a:ext cx="646337" cy="646337"/>
              </a:xfrm>
              <a:prstGeom prst="ellipse">
                <a:avLst/>
              </a:prstGeom>
              <a:solidFill>
                <a:schemeClr val="bg1"/>
              </a:solidFill>
              <a:ln w="44450" cap="flat" cmpd="sng" algn="ctr">
                <a:solidFill>
                  <a:srgbClr val="000000"/>
                </a:solidFill>
                <a:prstDash val="sysDot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798033775" name=""/>
              <p:cNvCxnSpPr/>
              <p:nvPr/>
            </p:nvCxnSpPr>
            <p:spPr bwMode="auto">
              <a:xfrm rot="10800000" flipH="0" flipV="0">
                <a:off x="646337" y="323169"/>
                <a:ext cx="1421082" cy="0"/>
              </a:xfrm>
              <a:prstGeom prst="line">
                <a:avLst/>
              </a:prstGeom>
              <a:ln w="57150" cap="flat" cmpd="sng" algn="ctr">
                <a:solidFill>
                  <a:srgbClr val="00FF73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04782835" name=""/>
            <p:cNvSpPr txBox="1"/>
            <p:nvPr/>
          </p:nvSpPr>
          <p:spPr bwMode="auto">
            <a:xfrm rot="0" flipH="0" flipV="0">
              <a:off x="13783654" y="2245463"/>
              <a:ext cx="647699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endParaRPr/>
            </a:p>
          </p:txBody>
        </p:sp>
        <p:sp>
          <p:nvSpPr>
            <p:cNvPr id="1413467146" name=""/>
            <p:cNvSpPr txBox="1"/>
            <p:nvPr/>
          </p:nvSpPr>
          <p:spPr bwMode="auto">
            <a:xfrm rot="0" flipH="0" flipV="0">
              <a:off x="10801350" y="0"/>
              <a:ext cx="648059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endParaRPr/>
            </a:p>
          </p:txBody>
        </p:sp>
        <p:sp>
          <p:nvSpPr>
            <p:cNvPr id="1136975868" name=""/>
            <p:cNvSpPr txBox="1"/>
            <p:nvPr/>
          </p:nvSpPr>
          <p:spPr bwMode="auto">
            <a:xfrm rot="0" flipH="0" flipV="0">
              <a:off x="0" y="781049"/>
              <a:ext cx="648419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endParaRPr/>
            </a:p>
          </p:txBody>
        </p:sp>
        <p:sp>
          <p:nvSpPr>
            <p:cNvPr id="2011420539" name=""/>
            <p:cNvSpPr txBox="1"/>
            <p:nvPr/>
          </p:nvSpPr>
          <p:spPr bwMode="auto">
            <a:xfrm rot="0" flipH="0" flipV="0">
              <a:off x="396496" y="2708029"/>
              <a:ext cx="3731407" cy="4575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marL="327935" indent="-327935" algn="ctr">
                <a:buAutoNum type="alphaLcParenBoth"/>
                <a:defRPr/>
              </a:pPr>
              <a:r>
                <a:rPr lang="fr-FR" sz="2400" b="0">
                  <a:latin typeface="CMU Serif"/>
                  <a:ea typeface="CMU Serif"/>
                  <a:cs typeface="CMU Serif"/>
                </a:rPr>
                <a:t> XXXXXXXXXXXXX</a:t>
              </a:r>
              <a:endParaRPr sz="2400" b="0" i="0">
                <a:latin typeface="CMU Serif"/>
                <a:cs typeface="CMU Serif"/>
              </a:endParaRPr>
            </a:p>
          </p:txBody>
        </p:sp>
        <p:sp>
          <p:nvSpPr>
            <p:cNvPr id="1324314389" name=""/>
            <p:cNvSpPr txBox="1"/>
            <p:nvPr/>
          </p:nvSpPr>
          <p:spPr bwMode="auto">
            <a:xfrm rot="0" flipH="0" flipV="0">
              <a:off x="6344582" y="3810472"/>
              <a:ext cx="3805819" cy="4575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400" b="0">
                  <a:latin typeface="CMU Serif"/>
                  <a:ea typeface="CMU Serif"/>
                  <a:cs typeface="CMU Serif"/>
                </a:rPr>
                <a:t>(b) XXXXXXXXXXXXX</a:t>
              </a:r>
              <a:endParaRPr sz="2400" b="0" i="0">
                <a:latin typeface="CMU Serif"/>
                <a:cs typeface="CMU Serif"/>
              </a:endParaRPr>
            </a:p>
          </p:txBody>
        </p:sp>
        <p:sp>
          <p:nvSpPr>
            <p:cNvPr id="296880483" name=""/>
            <p:cNvSpPr txBox="1"/>
            <p:nvPr/>
          </p:nvSpPr>
          <p:spPr bwMode="auto">
            <a:xfrm rot="0" flipH="0" flipV="0">
              <a:off x="10950196" y="2708029"/>
              <a:ext cx="3805819" cy="4575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400" b="0">
                  <a:latin typeface="CMU Serif"/>
                  <a:ea typeface="CMU Serif"/>
                  <a:cs typeface="CMU Serif"/>
                </a:rPr>
                <a:t>(c) XXXXXXXXXXXXX</a:t>
              </a:r>
              <a:endParaRPr sz="2400" b="0" i="0">
                <a:latin typeface="CMU Serif"/>
                <a:cs typeface="CMU Serif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022993" name=""/>
          <p:cNvSpPr txBox="1"/>
          <p:nvPr/>
        </p:nvSpPr>
        <p:spPr bwMode="auto">
          <a:xfrm rot="0" flipH="0" flipV="0">
            <a:off x="24445977" y="4131856"/>
            <a:ext cx="7492567" cy="2834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9000"/>
              <a:t>done ; maybe in chapter 2 ?</a:t>
            </a:r>
            <a:endParaRPr sz="9000"/>
          </a:p>
        </p:txBody>
      </p:sp>
      <p:grpSp>
        <p:nvGrpSpPr>
          <p:cNvPr id="1220503517" name=""/>
          <p:cNvGrpSpPr/>
          <p:nvPr/>
        </p:nvGrpSpPr>
        <p:grpSpPr bwMode="auto">
          <a:xfrm>
            <a:off x="9473356" y="11884860"/>
            <a:ext cx="15675428" cy="5380376"/>
            <a:chOff x="0" y="0"/>
            <a:chExt cx="15675428" cy="5380376"/>
          </a:xfrm>
        </p:grpSpPr>
        <p:grpSp>
          <p:nvGrpSpPr>
            <p:cNvPr id="1387127880" name=""/>
            <p:cNvGrpSpPr/>
            <p:nvPr/>
          </p:nvGrpSpPr>
          <p:grpSpPr bwMode="auto">
            <a:xfrm>
              <a:off x="0" y="0"/>
              <a:ext cx="15494132" cy="5380376"/>
              <a:chOff x="0" y="0"/>
              <a:chExt cx="15494132" cy="5380376"/>
            </a:xfrm>
          </p:grpSpPr>
          <p:grpSp>
            <p:nvGrpSpPr>
              <p:cNvPr id="1367443478" name=""/>
              <p:cNvGrpSpPr/>
              <p:nvPr/>
            </p:nvGrpSpPr>
            <p:grpSpPr bwMode="auto">
              <a:xfrm rot="0" flipH="0" flipV="0">
                <a:off x="0" y="0"/>
                <a:ext cx="4419595" cy="4578461"/>
                <a:chOff x="0" y="0"/>
                <a:chExt cx="4419595" cy="4578461"/>
              </a:xfrm>
            </p:grpSpPr>
            <p:grpSp>
              <p:nvGrpSpPr>
                <p:cNvPr id="1447600443" name=""/>
                <p:cNvGrpSpPr/>
                <p:nvPr/>
              </p:nvGrpSpPr>
              <p:grpSpPr bwMode="auto">
                <a:xfrm rot="10800000">
                  <a:off x="300087" y="1240946"/>
                  <a:ext cx="3974220" cy="3337515"/>
                  <a:chOff x="0" y="0"/>
                  <a:chExt cx="3974220" cy="3337515"/>
                </a:xfrm>
              </p:grpSpPr>
              <p:cxnSp>
                <p:nvCxnSpPr>
                  <p:cNvPr id="646056537" name=""/>
                  <p:cNvCxnSpPr/>
                  <p:nvPr/>
                </p:nvCxnSpPr>
                <p:spPr bwMode="auto">
                  <a:xfrm rot="10800000" flipH="0" flipV="0">
                    <a:off x="2436300" y="1668753"/>
                    <a:ext cx="805230" cy="0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17192866" name=""/>
                  <p:cNvCxnSpPr/>
                  <p:nvPr/>
                </p:nvCxnSpPr>
                <p:spPr bwMode="auto">
                  <a:xfrm rot="16199998" flipH="0" flipV="1">
                    <a:off x="2370880" y="431759"/>
                    <a:ext cx="1043366" cy="912529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4321018" name=""/>
                  <p:cNvCxnSpPr/>
                  <p:nvPr/>
                </p:nvCxnSpPr>
                <p:spPr bwMode="auto">
                  <a:xfrm rot="5399997" flipH="0" flipV="0">
                    <a:off x="2370882" y="1993221"/>
                    <a:ext cx="1043364" cy="912529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81816707" name=""/>
                  <p:cNvSpPr/>
                  <p:nvPr/>
                </p:nvSpPr>
                <p:spPr bwMode="auto">
                  <a:xfrm rot="0" flipH="0" flipV="0">
                    <a:off x="3241530" y="1302407"/>
                    <a:ext cx="732690" cy="732690"/>
                  </a:xfrm>
                  <a:prstGeom prst="ellipse">
                    <a:avLst/>
                  </a:prstGeom>
                  <a:solidFill>
                    <a:srgbClr val="E173FF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264740111" name=""/>
                  <p:cNvCxnSpPr/>
                  <p:nvPr/>
                </p:nvCxnSpPr>
                <p:spPr bwMode="auto">
                  <a:xfrm rot="10800000" flipH="0" flipV="0">
                    <a:off x="732690" y="2971170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04345879" name=""/>
                  <p:cNvCxnSpPr/>
                  <p:nvPr/>
                </p:nvCxnSpPr>
                <p:spPr bwMode="auto">
                  <a:xfrm rot="10800000" flipH="0" flipV="1">
                    <a:off x="732690" y="1668753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0731748" name=""/>
                  <p:cNvCxnSpPr/>
                  <p:nvPr/>
                </p:nvCxnSpPr>
                <p:spPr bwMode="auto">
                  <a:xfrm rot="10800000" flipH="0" flipV="0">
                    <a:off x="732690" y="366345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757852487" name=""/>
                  <p:cNvGrpSpPr/>
                  <p:nvPr/>
                </p:nvGrpSpPr>
                <p:grpSpPr bwMode="auto">
                  <a:xfrm>
                    <a:off x="0" y="0"/>
                    <a:ext cx="732690" cy="3337515"/>
                    <a:chOff x="0" y="0"/>
                    <a:chExt cx="732690" cy="3337515"/>
                  </a:xfrm>
                </p:grpSpPr>
                <p:sp>
                  <p:nvSpPr>
                    <p:cNvPr id="34744910" name=""/>
                    <p:cNvSpPr/>
                    <p:nvPr/>
                  </p:nvSpPr>
                  <p:spPr bwMode="auto">
                    <a:xfrm rot="0" flipH="0" flipV="0">
                      <a:off x="0" y="2604825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614265771" name=""/>
                    <p:cNvSpPr/>
                    <p:nvPr/>
                  </p:nvSpPr>
                  <p:spPr bwMode="auto">
                    <a:xfrm rot="0" flipH="0" flipV="0">
                      <a:off x="0" y="1302407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483676357" name=""/>
                    <p:cNvSpPr/>
                    <p:nvPr/>
                  </p:nvSpPr>
                  <p:spPr bwMode="auto">
                    <a:xfrm rot="0" flipH="0" flipV="0">
                      <a:off x="0" y="0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  <p:grpSp>
                <p:nvGrpSpPr>
                  <p:cNvPr id="569130598" name=""/>
                  <p:cNvGrpSpPr/>
                  <p:nvPr/>
                </p:nvGrpSpPr>
                <p:grpSpPr bwMode="auto">
                  <a:xfrm>
                    <a:off x="1703610" y="0"/>
                    <a:ext cx="732690" cy="3337515"/>
                    <a:chOff x="0" y="0"/>
                    <a:chExt cx="732690" cy="3337515"/>
                  </a:xfrm>
                </p:grpSpPr>
                <p:sp>
                  <p:nvSpPr>
                    <p:cNvPr id="1602059064" name=""/>
                    <p:cNvSpPr/>
                    <p:nvPr/>
                  </p:nvSpPr>
                  <p:spPr bwMode="auto">
                    <a:xfrm rot="0" flipH="0" flipV="0">
                      <a:off x="0" y="2604825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528945361" name=""/>
                    <p:cNvSpPr/>
                    <p:nvPr/>
                  </p:nvSpPr>
                  <p:spPr bwMode="auto">
                    <a:xfrm rot="0" flipH="0" flipV="0">
                      <a:off x="0" y="1302407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991956603" name=""/>
                    <p:cNvSpPr/>
                    <p:nvPr/>
                  </p:nvSpPr>
                  <p:spPr bwMode="auto">
                    <a:xfrm rot="0" flipH="0" flipV="0">
                      <a:off x="0" y="0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</p:grpSp>
            <p:grpSp>
              <p:nvGrpSpPr>
                <p:cNvPr id="947574836" name=""/>
                <p:cNvGrpSpPr/>
                <p:nvPr/>
              </p:nvGrpSpPr>
              <p:grpSpPr bwMode="auto">
                <a:xfrm>
                  <a:off x="495297" y="0"/>
                  <a:ext cx="3924297" cy="1066378"/>
                  <a:chOff x="0" y="0"/>
                  <a:chExt cx="3924297" cy="1066378"/>
                </a:xfrm>
              </p:grpSpPr>
              <p:sp>
                <p:nvSpPr>
                  <p:cNvPr id="4675470" name=""/>
                  <p:cNvSpPr/>
                  <p:nvPr/>
                </p:nvSpPr>
                <p:spPr bwMode="auto">
                  <a:xfrm rot="5400000" flipH="0" flipV="0">
                    <a:off x="1851862" y="-1006056"/>
                    <a:ext cx="220572" cy="3924297"/>
                  </a:xfrm>
                  <a:prstGeom prst="leftBrace">
                    <a:avLst>
                      <a:gd name="adj1" fmla="val 101801"/>
                      <a:gd name="adj2" fmla="val 50000"/>
                    </a:avLst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657431098" name=""/>
                  <p:cNvSpPr txBox="1"/>
                  <p:nvPr/>
                </p:nvSpPr>
                <p:spPr bwMode="auto">
                  <a:xfrm rot="0" flipH="0" flipV="0">
                    <a:off x="1268190" y="0"/>
                    <a:ext cx="1401595" cy="762897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 algn="ctr">
                      <a:defRPr/>
                    </a:pPr>
                    <a:r>
                      <a:rPr lang="fr-FR" sz="2200" b="0">
                        <a:latin typeface="CMU Serif"/>
                        <a:ea typeface="CMU Serif"/>
                        <a:cs typeface="CMU Serif"/>
                      </a:rPr>
                      <a:t>Half-RGS</a:t>
                    </a:r>
                    <a:br>
                      <a:rPr sz="2200" b="0">
                        <a:latin typeface="CMU Serif"/>
                        <a:cs typeface="CMU Serif"/>
                      </a:rPr>
                    </a:br>
                    <a:r>
                      <a:rPr lang="fr-FR" sz="2200" b="0">
                        <a:latin typeface="CMU Serif"/>
                        <a:cs typeface="CMU Serif"/>
                      </a:rPr>
                      <a:t>(</a:t>
                    </a:r>
                    <a:r>
                      <a:rPr lang="fr-FR" sz="2200" b="0" i="1" u="none" strike="noStrike" cap="none" spc="0">
                        <a:solidFill>
                          <a:schemeClr val="tx1"/>
                        </a:solidFill>
                        <a:latin typeface="CMU Serif"/>
                        <a:ea typeface="CMU Serif"/>
                        <a:cs typeface="CMU Serif"/>
                      </a:rPr>
                      <a:t>m </a:t>
                    </a:r>
                    <a:r>
                      <a:rPr lang="fr-FR" sz="2200" b="0" i="0" u="none" strike="noStrike" cap="none" spc="0">
                        <a:solidFill>
                          <a:schemeClr val="tx1"/>
                        </a:solidFill>
                        <a:latin typeface="CMU Serif"/>
                        <a:ea typeface="CMU Serif"/>
                        <a:cs typeface="CMU Serif"/>
                      </a:rPr>
                      <a:t>arms)</a:t>
                    </a:r>
                    <a:endParaRPr sz="2200" b="0">
                      <a:latin typeface="CMU Serif"/>
                      <a:cs typeface="CMU Serif"/>
                    </a:endParaRPr>
                  </a:p>
                </p:txBody>
              </p:sp>
            </p:grpSp>
            <p:sp>
              <p:nvSpPr>
                <p:cNvPr id="1871346867" name=""/>
                <p:cNvSpPr txBox="1"/>
                <p:nvPr/>
              </p:nvSpPr>
              <p:spPr bwMode="auto">
                <a:xfrm rot="5400000" flipH="0" flipV="0">
                  <a:off x="2878668" y="3254228"/>
                  <a:ext cx="668323" cy="640440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3600" b="1" i="0" u="none" strike="noStrike" cap="none" spc="0">
                      <a:solidFill>
                        <a:schemeClr val="tx1"/>
                      </a:solidFill>
                      <a:latin typeface="Arial"/>
                      <a:ea typeface="Arial"/>
                      <a:cs typeface="Arial"/>
                    </a:rPr>
                    <a:t>…</a:t>
                  </a:r>
                  <a:endParaRPr sz="3600" b="1"/>
                </a:p>
              </p:txBody>
            </p:sp>
            <p:sp>
              <p:nvSpPr>
                <p:cNvPr id="2064214414" name=""/>
                <p:cNvSpPr txBox="1"/>
                <p:nvPr/>
              </p:nvSpPr>
              <p:spPr bwMode="auto">
                <a:xfrm rot="0" flipH="0" flipV="0">
                  <a:off x="0" y="3499239"/>
                  <a:ext cx="1288023" cy="76235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a:r>
                    <a:rPr lang="fr-FR" sz="2200" b="1" i="0">
                      <a:solidFill>
                        <a:srgbClr val="DB4CFF"/>
                      </a:solidFill>
                      <a:latin typeface="CMU Serif"/>
                      <a:ea typeface="CMU Serif"/>
                      <a:cs typeface="CMU Serif"/>
                    </a:rPr>
                    <a:t>Anchor qubit</a:t>
                  </a:r>
                  <a:endParaRPr sz="2200" b="1" i="0">
                    <a:solidFill>
                      <a:srgbClr val="DB4CFF"/>
                    </a:solidFill>
                    <a:latin typeface="CMU Serif"/>
                    <a:cs typeface="CMU Serif"/>
                  </a:endParaRPr>
                </a:p>
              </p:txBody>
            </p:sp>
          </p:grpSp>
          <p:grpSp>
            <p:nvGrpSpPr>
              <p:cNvPr id="1730090906" name=""/>
              <p:cNvGrpSpPr/>
              <p:nvPr/>
            </p:nvGrpSpPr>
            <p:grpSpPr bwMode="auto">
              <a:xfrm rot="0" flipH="0" flipV="0">
                <a:off x="6255240" y="1237590"/>
                <a:ext cx="9238891" cy="3337515"/>
                <a:chOff x="0" y="0"/>
                <a:chExt cx="9238891" cy="3337515"/>
              </a:xfrm>
            </p:grpSpPr>
            <p:grpSp>
              <p:nvGrpSpPr>
                <p:cNvPr id="182765170" name=""/>
                <p:cNvGrpSpPr/>
                <p:nvPr/>
              </p:nvGrpSpPr>
              <p:grpSpPr bwMode="auto">
                <a:xfrm>
                  <a:off x="0" y="0"/>
                  <a:ext cx="9238891" cy="3337515"/>
                  <a:chOff x="0" y="0"/>
                  <a:chExt cx="9238891" cy="3337515"/>
                </a:xfrm>
              </p:grpSpPr>
              <p:cxnSp>
                <p:nvCxnSpPr>
                  <p:cNvPr id="1409867181" name=""/>
                  <p:cNvCxnSpPr/>
                  <p:nvPr/>
                </p:nvCxnSpPr>
                <p:spPr bwMode="auto">
                  <a:xfrm rot="0" flipH="0" flipV="1">
                    <a:off x="3974226" y="1668758"/>
                    <a:ext cx="1290442" cy="0"/>
                  </a:xfrm>
                  <a:prstGeom prst="line">
                    <a:avLst/>
                  </a:prstGeom>
                  <a:ln w="50800" cap="flat" cmpd="sng" algn="ctr">
                    <a:solidFill>
                      <a:srgbClr val="FF99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24688950" name=""/>
                  <p:cNvGrpSpPr/>
                  <p:nvPr/>
                </p:nvGrpSpPr>
                <p:grpSpPr bwMode="auto">
                  <a:xfrm>
                    <a:off x="0" y="0"/>
                    <a:ext cx="3974221" cy="3337515"/>
                    <a:chOff x="0" y="0"/>
                    <a:chExt cx="3974221" cy="3337515"/>
                  </a:xfrm>
                </p:grpSpPr>
                <p:cxnSp>
                  <p:nvCxnSpPr>
                    <p:cNvPr id="1254372657" name=""/>
                    <p:cNvCxnSpPr/>
                    <p:nvPr/>
                  </p:nvCxnSpPr>
                  <p:spPr bwMode="auto">
                    <a:xfrm rot="10800000" flipH="0" flipV="0">
                      <a:off x="2436300" y="1668755"/>
                      <a:ext cx="805230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64976295" name=""/>
                    <p:cNvCxnSpPr/>
                    <p:nvPr/>
                  </p:nvCxnSpPr>
                  <p:spPr bwMode="auto">
                    <a:xfrm rot="16199998" flipH="0" flipV="1">
                      <a:off x="2370882" y="431761"/>
                      <a:ext cx="1043366" cy="912529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49603712" name=""/>
                    <p:cNvCxnSpPr/>
                    <p:nvPr/>
                  </p:nvCxnSpPr>
                  <p:spPr bwMode="auto">
                    <a:xfrm rot="5399997" flipH="0" flipV="0">
                      <a:off x="2370883" y="1993221"/>
                      <a:ext cx="1043364" cy="912529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919123189" name=""/>
                    <p:cNvSpPr/>
                    <p:nvPr/>
                  </p:nvSpPr>
                  <p:spPr bwMode="auto">
                    <a:xfrm rot="0" flipH="0" flipV="0">
                      <a:off x="3241531" y="1302409"/>
                      <a:ext cx="732690" cy="732690"/>
                    </a:xfrm>
                    <a:prstGeom prst="ellipse">
                      <a:avLst/>
                    </a:prstGeom>
                    <a:solidFill>
                      <a:srgbClr val="E173FF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612973621" name=""/>
                    <p:cNvCxnSpPr/>
                    <p:nvPr/>
                  </p:nvCxnSpPr>
                  <p:spPr bwMode="auto">
                    <a:xfrm rot="10800000" flipH="0" flipV="0">
                      <a:off x="732690" y="2971170"/>
                      <a:ext cx="970920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chemeClr val="tx1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46460079" name=""/>
                    <p:cNvCxnSpPr/>
                    <p:nvPr/>
                  </p:nvCxnSpPr>
                  <p:spPr bwMode="auto">
                    <a:xfrm rot="10800000" flipH="0" flipV="1">
                      <a:off x="732690" y="1668755"/>
                      <a:ext cx="970920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chemeClr val="tx1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21196869" name=""/>
                    <p:cNvCxnSpPr/>
                    <p:nvPr/>
                  </p:nvCxnSpPr>
                  <p:spPr bwMode="auto">
                    <a:xfrm rot="10800000" flipH="0" flipV="0">
                      <a:off x="732690" y="366345"/>
                      <a:ext cx="970920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chemeClr val="tx1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977284577" name=""/>
                    <p:cNvGrpSpPr/>
                    <p:nvPr/>
                  </p:nvGrpSpPr>
                  <p:grpSpPr bwMode="auto">
                    <a:xfrm>
                      <a:off x="0" y="0"/>
                      <a:ext cx="732690" cy="3337515"/>
                      <a:chOff x="0" y="0"/>
                      <a:chExt cx="732690" cy="3337515"/>
                    </a:xfrm>
                  </p:grpSpPr>
                  <p:sp>
                    <p:nvSpPr>
                      <p:cNvPr id="1154907552" name=""/>
                      <p:cNvSpPr/>
                      <p:nvPr/>
                    </p:nvSpPr>
                    <p:spPr bwMode="auto">
                      <a:xfrm rot="0" flipH="0" flipV="0">
                        <a:off x="0" y="2604825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949888695" name=""/>
                      <p:cNvSpPr/>
                      <p:nvPr/>
                    </p:nvSpPr>
                    <p:spPr bwMode="auto">
                      <a:xfrm rot="0" flipH="0" flipV="0">
                        <a:off x="0" y="1302408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868553331" name=""/>
                      <p:cNvSpPr/>
                      <p:nvPr/>
                    </p:nvSpPr>
                    <p:spPr bwMode="auto">
                      <a:xfrm rot="0" flipH="0" flipV="0">
                        <a:off x="0" y="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</p:grpSp>
                <p:grpSp>
                  <p:nvGrpSpPr>
                    <p:cNvPr id="1411680971" name=""/>
                    <p:cNvGrpSpPr/>
                    <p:nvPr/>
                  </p:nvGrpSpPr>
                  <p:grpSpPr bwMode="auto">
                    <a:xfrm>
                      <a:off x="1703610" y="0"/>
                      <a:ext cx="732690" cy="3337515"/>
                      <a:chOff x="0" y="0"/>
                      <a:chExt cx="732690" cy="3337515"/>
                    </a:xfrm>
                  </p:grpSpPr>
                  <p:sp>
                    <p:nvSpPr>
                      <p:cNvPr id="1786411738" name=""/>
                      <p:cNvSpPr/>
                      <p:nvPr/>
                    </p:nvSpPr>
                    <p:spPr bwMode="auto">
                      <a:xfrm rot="0" flipH="0" flipV="0">
                        <a:off x="0" y="2604825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886639013" name=""/>
                      <p:cNvSpPr/>
                      <p:nvPr/>
                    </p:nvSpPr>
                    <p:spPr bwMode="auto">
                      <a:xfrm rot="0" flipH="0" flipV="0">
                        <a:off x="0" y="1302408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202573799" name=""/>
                      <p:cNvSpPr/>
                      <p:nvPr/>
                    </p:nvSpPr>
                    <p:spPr bwMode="auto">
                      <a:xfrm rot="0" flipH="0" flipV="0">
                        <a:off x="0" y="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</p:grpSp>
              </p:grpSp>
              <p:grpSp>
                <p:nvGrpSpPr>
                  <p:cNvPr id="47262191" name=""/>
                  <p:cNvGrpSpPr/>
                  <p:nvPr/>
                </p:nvGrpSpPr>
                <p:grpSpPr bwMode="auto">
                  <a:xfrm rot="10800000">
                    <a:off x="5264670" y="0"/>
                    <a:ext cx="3974220" cy="3337515"/>
                    <a:chOff x="0" y="0"/>
                    <a:chExt cx="3974220" cy="3337515"/>
                  </a:xfrm>
                </p:grpSpPr>
                <p:cxnSp>
                  <p:nvCxnSpPr>
                    <p:cNvPr id="1936295763" name=""/>
                    <p:cNvCxnSpPr/>
                    <p:nvPr/>
                  </p:nvCxnSpPr>
                  <p:spPr bwMode="auto">
                    <a:xfrm rot="10800000" flipH="0" flipV="0">
                      <a:off x="2436300" y="1668755"/>
                      <a:ext cx="805230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23529484" name=""/>
                    <p:cNvCxnSpPr/>
                    <p:nvPr/>
                  </p:nvCxnSpPr>
                  <p:spPr bwMode="auto">
                    <a:xfrm rot="16199998" flipH="0" flipV="1">
                      <a:off x="2370881" y="431760"/>
                      <a:ext cx="1043366" cy="912529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48051533" name=""/>
                    <p:cNvCxnSpPr/>
                    <p:nvPr/>
                  </p:nvCxnSpPr>
                  <p:spPr bwMode="auto">
                    <a:xfrm rot="5399997" flipH="0" flipV="0">
                      <a:off x="2370883" y="1993221"/>
                      <a:ext cx="1043364" cy="912529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26083617" name=""/>
                    <p:cNvSpPr/>
                    <p:nvPr/>
                  </p:nvSpPr>
                  <p:spPr bwMode="auto">
                    <a:xfrm rot="0" flipH="0" flipV="0">
                      <a:off x="3241530" y="1302408"/>
                      <a:ext cx="732690" cy="732690"/>
                    </a:xfrm>
                    <a:prstGeom prst="ellipse">
                      <a:avLst/>
                    </a:prstGeom>
                    <a:solidFill>
                      <a:srgbClr val="E173FF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2134081959" name=""/>
                    <p:cNvCxnSpPr/>
                    <p:nvPr/>
                  </p:nvCxnSpPr>
                  <p:spPr bwMode="auto">
                    <a:xfrm rot="10800000" flipH="0" flipV="0">
                      <a:off x="732690" y="2971170"/>
                      <a:ext cx="970920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chemeClr val="tx1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82850948" name=""/>
                    <p:cNvCxnSpPr/>
                    <p:nvPr/>
                  </p:nvCxnSpPr>
                  <p:spPr bwMode="auto">
                    <a:xfrm rot="10800000" flipH="0" flipV="1">
                      <a:off x="732690" y="1668753"/>
                      <a:ext cx="970920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chemeClr val="tx1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52502548" name=""/>
                    <p:cNvCxnSpPr/>
                    <p:nvPr/>
                  </p:nvCxnSpPr>
                  <p:spPr bwMode="auto">
                    <a:xfrm rot="10800000" flipH="0" flipV="0">
                      <a:off x="732690" y="366345"/>
                      <a:ext cx="970920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chemeClr val="tx1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599803752" name=""/>
                    <p:cNvGrpSpPr/>
                    <p:nvPr/>
                  </p:nvGrpSpPr>
                  <p:grpSpPr bwMode="auto">
                    <a:xfrm>
                      <a:off x="0" y="0"/>
                      <a:ext cx="732690" cy="3337515"/>
                      <a:chOff x="0" y="0"/>
                      <a:chExt cx="732690" cy="3337515"/>
                    </a:xfrm>
                  </p:grpSpPr>
                  <p:sp>
                    <p:nvSpPr>
                      <p:cNvPr id="1540941237" name=""/>
                      <p:cNvSpPr/>
                      <p:nvPr/>
                    </p:nvSpPr>
                    <p:spPr bwMode="auto">
                      <a:xfrm rot="0" flipH="0" flipV="0">
                        <a:off x="0" y="2604825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614257956" name=""/>
                      <p:cNvSpPr/>
                      <p:nvPr/>
                    </p:nvSpPr>
                    <p:spPr bwMode="auto">
                      <a:xfrm rot="0" flipH="0" flipV="0">
                        <a:off x="0" y="1302408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2085572702" name=""/>
                      <p:cNvSpPr/>
                      <p:nvPr/>
                    </p:nvSpPr>
                    <p:spPr bwMode="auto">
                      <a:xfrm rot="0" flipH="0" flipV="0">
                        <a:off x="0" y="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</p:grpSp>
                <p:grpSp>
                  <p:nvGrpSpPr>
                    <p:cNvPr id="797243715" name=""/>
                    <p:cNvGrpSpPr/>
                    <p:nvPr/>
                  </p:nvGrpSpPr>
                  <p:grpSpPr bwMode="auto">
                    <a:xfrm>
                      <a:off x="1703610" y="0"/>
                      <a:ext cx="732690" cy="3337515"/>
                      <a:chOff x="0" y="0"/>
                      <a:chExt cx="732690" cy="3337515"/>
                    </a:xfrm>
                  </p:grpSpPr>
                  <p:sp>
                    <p:nvSpPr>
                      <p:cNvPr id="1253004193" name=""/>
                      <p:cNvSpPr/>
                      <p:nvPr/>
                    </p:nvSpPr>
                    <p:spPr bwMode="auto">
                      <a:xfrm rot="0" flipH="0" flipV="0">
                        <a:off x="0" y="2604825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465040461" name=""/>
                      <p:cNvSpPr/>
                      <p:nvPr/>
                    </p:nvSpPr>
                    <p:spPr bwMode="auto">
                      <a:xfrm rot="0" flipH="0" flipV="0">
                        <a:off x="0" y="1302408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726292688" name=""/>
                      <p:cNvSpPr/>
                      <p:nvPr/>
                    </p:nvSpPr>
                    <p:spPr bwMode="auto">
                      <a:xfrm rot="0" flipH="0" flipV="0">
                        <a:off x="0" y="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</p:grpSp>
              </p:grpSp>
              <p:sp>
                <p:nvSpPr>
                  <p:cNvPr id="550111007" name=""/>
                  <p:cNvSpPr txBox="1"/>
                  <p:nvPr/>
                </p:nvSpPr>
                <p:spPr bwMode="auto">
                  <a:xfrm rot="0" flipH="0" flipV="0">
                    <a:off x="4234262" y="1037943"/>
                    <a:ext cx="791103" cy="51851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800" b="1" i="1">
                        <a:solidFill>
                          <a:srgbClr val="FF9900"/>
                        </a:solidFill>
                        <a:latin typeface="CMU Serif"/>
                        <a:ea typeface="CMU Serif"/>
                        <a:cs typeface="CMU Serif"/>
                      </a:rPr>
                      <a:t>CZ</a:t>
                    </a:r>
                    <a:endParaRPr sz="2800" b="1" i="1">
                      <a:solidFill>
                        <a:srgbClr val="FF9900"/>
                      </a:solidFill>
                      <a:latin typeface="CMU Serif"/>
                      <a:cs typeface="CMU Serif"/>
                    </a:endParaRPr>
                  </a:p>
                </p:txBody>
              </p:sp>
              <p:sp>
                <p:nvSpPr>
                  <p:cNvPr id="824713188" name=""/>
                  <p:cNvSpPr txBox="1"/>
                  <p:nvPr/>
                </p:nvSpPr>
                <p:spPr bwMode="auto">
                  <a:xfrm rot="0" flipH="0" flipV="0">
                    <a:off x="3863370" y="1941093"/>
                    <a:ext cx="1513231" cy="76235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 algn="ctr">
                      <a:defRPr/>
                    </a:pPr>
                    <a:r>
                      <a:rPr lang="fr-FR" sz="2200" b="1" i="0">
                        <a:solidFill>
                          <a:srgbClr val="DB4CFF"/>
                        </a:solidFill>
                        <a:latin typeface="CMU Serif"/>
                        <a:ea typeface="CMU Serif"/>
                        <a:cs typeface="CMU Serif"/>
                      </a:rPr>
                      <a:t>Anchor qubit</a:t>
                    </a:r>
                    <a:r>
                      <a:rPr lang="fr-FR" sz="2200" b="1" i="0">
                        <a:solidFill>
                          <a:srgbClr val="DB4CFF"/>
                        </a:solidFill>
                        <a:latin typeface="CMU Serif"/>
                        <a:cs typeface="CMU Serif"/>
                      </a:rPr>
                      <a:t>s</a:t>
                    </a:r>
                    <a:endParaRPr sz="2200" b="1" i="0">
                      <a:solidFill>
                        <a:srgbClr val="DB4CFF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  <p:sp>
              <p:nvSpPr>
                <p:cNvPr id="148885205" name=""/>
                <p:cNvSpPr txBox="1"/>
                <p:nvPr/>
              </p:nvSpPr>
              <p:spPr bwMode="auto">
                <a:xfrm rot="0" flipH="0" flipV="0">
                  <a:off x="4239348" y="118238"/>
                  <a:ext cx="795782" cy="5185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mc:AlternateContent xmlns:mc="http://schemas.openxmlformats.org/markup-compatibility/2006" xmlns:m="http://schemas.openxmlformats.org/officeDocument/2006/math">
                    <mc:Choice xmlns:a14="http://schemas.microsoft.com/office/drawing/2010/main" Requires="a14">
                      <a14:m>
                        <m:oMathPara>
                          <m:oMathParaPr/>
                          <m:oMath>
                            <m:sSub>
                              <m:sSubPr>
                                <m:ctrlPr>
                                  <a:rPr lang="en-US" sz="2800" b="1" i="1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bi"/>
                                  </m:rPr>
                                  <a:rPr lang="en-US" sz="2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</m:t>
                                </m:r>
                              </m:e>
                              <m:sub>
                                <m:r>
                                  <m:rPr>
                                    <m:sty m:val="bi"/>
                                  </m:rPr>
                                  <a:rPr lang="en-US" sz="2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sub>
                            </m:sSub>
                          </m:oMath>
                        </m:oMathPara>
                      </a14:m>
                    </mc:Choice>
                    <mc:Fallback/>
                  </mc:AlternateContent>
                  <a:endParaRPr sz="2800" b="1" i="1">
                    <a:solidFill>
                      <a:schemeClr val="tx1"/>
                    </a:solidFill>
                    <a:latin typeface="C059"/>
                    <a:cs typeface="C059"/>
                  </a:endParaRPr>
                </a:p>
              </p:txBody>
            </p:sp>
            <p:cxnSp>
              <p:nvCxnSpPr>
                <p:cNvPr id="1204818874" name=""/>
                <p:cNvCxnSpPr/>
                <p:nvPr/>
              </p:nvCxnSpPr>
              <p:spPr bwMode="auto">
                <a:xfrm rot="10800000" flipH="0" flipV="1">
                  <a:off x="3858489" y="645692"/>
                  <a:ext cx="514348" cy="590548"/>
                </a:xfrm>
                <a:prstGeom prst="line">
                  <a:avLst/>
                </a:prstGeom>
                <a:ln w="28575" cap="flat" cmpd="sng" algn="ctr">
                  <a:solidFill>
                    <a:schemeClr val="tx1"/>
                  </a:solidFill>
                  <a:prstDash val="solid"/>
                  <a:miter lim="800000"/>
                  <a:tailEnd type="arrow" len="med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981786" name=""/>
                <p:cNvCxnSpPr/>
                <p:nvPr/>
              </p:nvCxnSpPr>
              <p:spPr bwMode="auto">
                <a:xfrm rot="10800000" flipH="1" flipV="1">
                  <a:off x="4868137" y="607591"/>
                  <a:ext cx="514347" cy="590548"/>
                </a:xfrm>
                <a:prstGeom prst="line">
                  <a:avLst/>
                </a:prstGeom>
                <a:ln w="28575" cap="flat" cmpd="sng" algn="ctr">
                  <a:solidFill>
                    <a:schemeClr val="tx1"/>
                  </a:solidFill>
                  <a:prstDash val="solid"/>
                  <a:miter lim="800000"/>
                  <a:tailEnd type="arrow" len="med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67028311" name=""/>
                <p:cNvSpPr txBox="1"/>
                <p:nvPr/>
              </p:nvSpPr>
              <p:spPr bwMode="auto">
                <a:xfrm rot="5400000" flipH="0" flipV="0">
                  <a:off x="990825" y="2055438"/>
                  <a:ext cx="667965" cy="640440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3600" b="1" i="0" u="none" strike="noStrike" cap="none" spc="0">
                      <a:solidFill>
                        <a:schemeClr val="tx1"/>
                      </a:solidFill>
                      <a:latin typeface="Arial"/>
                      <a:ea typeface="Arial"/>
                      <a:cs typeface="Arial"/>
                    </a:rPr>
                    <a:t>…</a:t>
                  </a:r>
                  <a:endParaRPr sz="3600" b="1"/>
                </a:p>
              </p:txBody>
            </p:sp>
            <p:sp>
              <p:nvSpPr>
                <p:cNvPr id="1783442873" name=""/>
                <p:cNvSpPr txBox="1"/>
                <p:nvPr/>
              </p:nvSpPr>
              <p:spPr bwMode="auto">
                <a:xfrm rot="5400000" flipH="0" flipV="0">
                  <a:off x="7907794" y="2055617"/>
                  <a:ext cx="668323" cy="640440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3600" b="1" i="0" u="none" strike="noStrike" cap="none" spc="0">
                      <a:solidFill>
                        <a:schemeClr val="tx1"/>
                      </a:solidFill>
                      <a:latin typeface="Arial"/>
                      <a:ea typeface="Arial"/>
                      <a:cs typeface="Arial"/>
                    </a:rPr>
                    <a:t>…</a:t>
                  </a:r>
                  <a:endParaRPr sz="3600" b="1"/>
                </a:p>
              </p:txBody>
            </p:sp>
          </p:grpSp>
          <p:sp>
            <p:nvSpPr>
              <p:cNvPr id="281951974" name=""/>
              <p:cNvSpPr txBox="1"/>
              <p:nvPr/>
            </p:nvSpPr>
            <p:spPr bwMode="auto">
              <a:xfrm rot="0" flipH="0" flipV="0">
                <a:off x="8915056" y="4922816"/>
                <a:ext cx="3866588" cy="4575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400" b="0">
                    <a:latin typeface="CMU Serif"/>
                    <a:ea typeface="CMU Serif"/>
                    <a:cs typeface="CMU Serif"/>
                  </a:rPr>
                  <a:t>(b)  XXXXXXXXXXXXX</a:t>
                </a:r>
                <a:endParaRPr sz="2400" b="0" i="0">
                  <a:latin typeface="CMU Serif"/>
                  <a:cs typeface="CMU Serif"/>
                </a:endParaRPr>
              </a:p>
            </p:txBody>
          </p:sp>
          <p:sp>
            <p:nvSpPr>
              <p:cNvPr id="640037127" name=""/>
              <p:cNvSpPr txBox="1"/>
              <p:nvPr/>
            </p:nvSpPr>
            <p:spPr bwMode="auto">
              <a:xfrm rot="0" flipH="0" flipV="0">
                <a:off x="300087" y="4841173"/>
                <a:ext cx="4064134" cy="4575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marL="327936" indent="-327936" algn="ctr">
                  <a:buAutoNum type="alphaLcParenBoth"/>
                  <a:defRPr/>
                </a:pPr>
                <a:r>
                  <a:rPr lang="fr-FR" sz="2400" b="0">
                    <a:latin typeface="CMU Serif"/>
                    <a:ea typeface="CMU Serif"/>
                    <a:cs typeface="CMU Serif"/>
                  </a:rPr>
                  <a:t> XXXXXXXXXXXXX</a:t>
                </a:r>
                <a:endParaRPr sz="2400" b="0" i="0">
                  <a:latin typeface="CMU Serif"/>
                  <a:cs typeface="CMU Serif"/>
                </a:endParaRPr>
              </a:p>
            </p:txBody>
          </p:sp>
        </p:grpSp>
        <p:sp>
          <p:nvSpPr>
            <p:cNvPr id="540732767" name=""/>
            <p:cNvSpPr txBox="1"/>
            <p:nvPr/>
          </p:nvSpPr>
          <p:spPr bwMode="auto">
            <a:xfrm rot="0" flipH="0" flipV="0">
              <a:off x="14859000" y="443210"/>
              <a:ext cx="816428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endParaRPr/>
            </a:p>
          </p:txBody>
        </p:sp>
      </p:grpSp>
      <p:grpSp>
        <p:nvGrpSpPr>
          <p:cNvPr id="922680047" name=""/>
          <p:cNvGrpSpPr/>
          <p:nvPr/>
        </p:nvGrpSpPr>
        <p:grpSpPr bwMode="auto">
          <a:xfrm>
            <a:off x="4829418" y="4668673"/>
            <a:ext cx="19142215" cy="5833674"/>
            <a:chOff x="0" y="0"/>
            <a:chExt cx="19142215" cy="5833674"/>
          </a:xfrm>
        </p:grpSpPr>
        <p:grpSp>
          <p:nvGrpSpPr>
            <p:cNvPr id="1376433507" name=""/>
            <p:cNvGrpSpPr/>
            <p:nvPr/>
          </p:nvGrpSpPr>
          <p:grpSpPr bwMode="auto">
            <a:xfrm rot="0" flipH="0" flipV="0">
              <a:off x="0" y="0"/>
              <a:ext cx="9036465" cy="5249814"/>
              <a:chOff x="0" y="0"/>
              <a:chExt cx="9036465" cy="5249814"/>
            </a:xfrm>
          </p:grpSpPr>
          <p:sp>
            <p:nvSpPr>
              <p:cNvPr id="1966787737" name=""/>
              <p:cNvSpPr/>
              <p:nvPr/>
            </p:nvSpPr>
            <p:spPr bwMode="auto">
              <a:xfrm rot="5400000" flipH="0" flipV="0">
                <a:off x="1939033" y="-510431"/>
                <a:ext cx="220570" cy="3246900"/>
              </a:xfrm>
              <a:prstGeom prst="leftBrace">
                <a:avLst>
                  <a:gd name="adj1" fmla="val 101801"/>
                  <a:gd name="adj2" fmla="val 50000"/>
                </a:avLst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sp>
          <p:sp>
            <p:nvSpPr>
              <p:cNvPr id="273528211" name=""/>
              <p:cNvSpPr/>
              <p:nvPr/>
            </p:nvSpPr>
            <p:spPr bwMode="auto">
              <a:xfrm rot="5400000" flipH="0" flipV="0">
                <a:off x="7332505" y="-480655"/>
                <a:ext cx="220570" cy="3187350"/>
              </a:xfrm>
              <a:prstGeom prst="leftBrace">
                <a:avLst>
                  <a:gd name="adj1" fmla="val 101801"/>
                  <a:gd name="adj2" fmla="val 50000"/>
                </a:avLst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  <p:sp>
            <p:nvSpPr>
              <p:cNvPr id="1331193556" name=""/>
              <p:cNvSpPr txBox="1"/>
              <p:nvPr/>
            </p:nvSpPr>
            <p:spPr bwMode="auto">
              <a:xfrm rot="0" flipH="0" flipV="0">
                <a:off x="6044965" y="0"/>
                <a:ext cx="2717670" cy="885225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600" b="1">
                    <a:latin typeface="CMU Serif"/>
                    <a:ea typeface="CMU Serif"/>
                    <a:cs typeface="CMU Serif"/>
                  </a:rPr>
                  <a:t>Right partition (</a:t>
                </a:r>
                <a:r>
                  <a:rPr lang="fr-FR" sz="2600" b="1" i="1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m</a:t>
                </a:r>
                <a:r>
                  <a:rPr lang="fr-FR" sz="2600" b="1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 arms)</a:t>
                </a:r>
                <a:endParaRPr sz="2600" b="1" i="0">
                  <a:latin typeface="CMU Serif"/>
                  <a:cs typeface="CMU Serif"/>
                </a:endParaRPr>
              </a:p>
            </p:txBody>
          </p:sp>
          <p:sp>
            <p:nvSpPr>
              <p:cNvPr id="2058690935" name=""/>
              <p:cNvSpPr txBox="1"/>
              <p:nvPr/>
            </p:nvSpPr>
            <p:spPr bwMode="auto">
              <a:xfrm rot="0" flipH="0" flipV="0">
                <a:off x="604287" y="0"/>
                <a:ext cx="2920512" cy="885225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600" b="1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Left partition</a:t>
                </a:r>
                <a:br>
                  <a:rPr lang="fr-FR" sz="2600" b="1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</a:br>
                <a:r>
                  <a:rPr lang="fr-FR" sz="2600" b="1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(</a:t>
                </a:r>
                <a:r>
                  <a:rPr lang="fr-FR" sz="2600" b="1" i="1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m</a:t>
                </a:r>
                <a:r>
                  <a:rPr lang="fr-FR" sz="2600" b="1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 arms)</a:t>
                </a:r>
                <a:endParaRPr sz="2600" b="1" i="0">
                  <a:latin typeface="CMU Serif"/>
                  <a:cs typeface="CMU Serif"/>
                </a:endParaRPr>
              </a:p>
            </p:txBody>
          </p:sp>
          <p:sp>
            <p:nvSpPr>
              <p:cNvPr id="1996078490" name=""/>
              <p:cNvSpPr txBox="1"/>
              <p:nvPr/>
            </p:nvSpPr>
            <p:spPr bwMode="auto">
              <a:xfrm rot="0" flipH="0" flipV="0">
                <a:off x="1745442" y="4304551"/>
                <a:ext cx="2764327" cy="88427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600" b="1" i="0">
                    <a:solidFill>
                      <a:srgbClr val="F0BB1A"/>
                    </a:solidFill>
                    <a:latin typeface="CMU Serif"/>
                    <a:ea typeface="CMU Serif"/>
                    <a:cs typeface="CMU Serif"/>
                  </a:rPr>
                  <a:t>I</a:t>
                </a:r>
                <a:r>
                  <a:rPr lang="fr-FR" sz="2600" b="1">
                    <a:solidFill>
                      <a:srgbClr val="F0BB1A"/>
                    </a:solidFill>
                    <a:latin typeface="CMU Serif"/>
                    <a:ea typeface="CMU Serif"/>
                    <a:cs typeface="CMU Serif"/>
                  </a:rPr>
                  <a:t>nner qubits</a:t>
                </a:r>
                <a:endParaRPr sz="2600" b="1">
                  <a:solidFill>
                    <a:srgbClr val="F0BB1A"/>
                  </a:solidFill>
                  <a:latin typeface="CMU Serif"/>
                  <a:cs typeface="CMU Serif"/>
                </a:endParaRPr>
              </a:p>
              <a:p>
                <a:pPr algn="ctr">
                  <a:defRPr/>
                </a:pPr>
                <a:r>
                  <a:rPr lang="fr-FR" sz="2600" b="1">
                    <a:solidFill>
                      <a:srgbClr val="F0BB1A"/>
                    </a:solidFill>
                    <a:latin typeface="CMU Serif"/>
                    <a:cs typeface="CMU Serif"/>
                  </a:rPr>
                  <a:t>(Tree-encoded)</a:t>
                </a:r>
                <a:endParaRPr sz="2600" b="1">
                  <a:solidFill>
                    <a:srgbClr val="F0BB1A"/>
                  </a:solidFill>
                  <a:latin typeface="CMU Serif"/>
                  <a:cs typeface="CMU Serif"/>
                </a:endParaRPr>
              </a:p>
            </p:txBody>
          </p:sp>
          <p:sp>
            <p:nvSpPr>
              <p:cNvPr id="1333522289" name=""/>
              <p:cNvSpPr txBox="1"/>
              <p:nvPr/>
            </p:nvSpPr>
            <p:spPr bwMode="auto">
              <a:xfrm rot="0" flipH="0" flipV="0">
                <a:off x="0" y="4365534"/>
                <a:ext cx="1621240" cy="88427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600" b="1" i="0">
                    <a:solidFill>
                      <a:srgbClr val="FF4C4C"/>
                    </a:solidFill>
                    <a:latin typeface="CMU Serif"/>
                    <a:ea typeface="CMU Serif"/>
                    <a:cs typeface="CMU Serif"/>
                  </a:rPr>
                  <a:t>Outer </a:t>
                </a:r>
                <a:r>
                  <a:rPr lang="fr-FR" sz="2600" b="1">
                    <a:solidFill>
                      <a:srgbClr val="FF4C4C"/>
                    </a:solidFill>
                    <a:latin typeface="CMU Serif"/>
                    <a:ea typeface="CMU Serif"/>
                    <a:cs typeface="CMU Serif"/>
                  </a:rPr>
                  <a:t>qubits</a:t>
                </a:r>
                <a:endParaRPr sz="2600" b="1">
                  <a:solidFill>
                    <a:srgbClr val="FFD34F"/>
                  </a:solidFill>
                  <a:latin typeface="CMU Serif"/>
                  <a:cs typeface="CMU Serif"/>
                </a:endParaRPr>
              </a:p>
            </p:txBody>
          </p:sp>
          <p:grpSp>
            <p:nvGrpSpPr>
              <p:cNvPr id="1424076719" name=""/>
              <p:cNvGrpSpPr/>
              <p:nvPr/>
            </p:nvGrpSpPr>
            <p:grpSpPr bwMode="auto">
              <a:xfrm rot="0" flipH="0" flipV="0">
                <a:off x="509947" y="1173741"/>
                <a:ext cx="8417997" cy="3368270"/>
                <a:chOff x="0" y="0"/>
                <a:chExt cx="8417997" cy="3368270"/>
              </a:xfrm>
            </p:grpSpPr>
            <p:cxnSp>
              <p:nvCxnSpPr>
                <p:cNvPr id="1597329617" name=""/>
                <p:cNvCxnSpPr/>
                <p:nvPr/>
              </p:nvCxnSpPr>
              <p:spPr bwMode="auto">
                <a:xfrm rot="0" flipH="0" flipV="0">
                  <a:off x="4203370" y="0"/>
                  <a:ext cx="0" cy="3368271"/>
                </a:xfrm>
                <a:prstGeom prst="line">
                  <a:avLst/>
                </a:prstGeom>
                <a:ln w="38100" cap="flat" cmpd="sng" algn="ctr">
                  <a:solidFill>
                    <a:srgbClr val="AEABAB"/>
                  </a:solidFill>
                  <a:prstDash val="sysDash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899241909" name=""/>
                <p:cNvGrpSpPr/>
                <p:nvPr/>
              </p:nvGrpSpPr>
              <p:grpSpPr bwMode="auto">
                <a:xfrm>
                  <a:off x="0" y="139954"/>
                  <a:ext cx="8417997" cy="2956511"/>
                  <a:chOff x="0" y="0"/>
                  <a:chExt cx="8417997" cy="2956511"/>
                </a:xfrm>
              </p:grpSpPr>
              <p:grpSp>
                <p:nvGrpSpPr>
                  <p:cNvPr id="687211956" name=""/>
                  <p:cNvGrpSpPr/>
                  <p:nvPr/>
                </p:nvGrpSpPr>
                <p:grpSpPr bwMode="auto">
                  <a:xfrm rot="0" flipH="0" flipV="0">
                    <a:off x="0" y="0"/>
                    <a:ext cx="8417997" cy="2956511"/>
                    <a:chOff x="0" y="0"/>
                    <a:chExt cx="8417997" cy="2956511"/>
                  </a:xfrm>
                </p:grpSpPr>
                <p:grpSp>
                  <p:nvGrpSpPr>
                    <p:cNvPr id="1906055831" name=""/>
                    <p:cNvGrpSpPr/>
                    <p:nvPr/>
                  </p:nvGrpSpPr>
                  <p:grpSpPr bwMode="auto">
                    <a:xfrm rot="0" flipH="0" flipV="0">
                      <a:off x="2431908" y="366341"/>
                      <a:ext cx="3554183" cy="2231694"/>
                      <a:chOff x="0" y="0"/>
                      <a:chExt cx="3554183" cy="2231694"/>
                    </a:xfrm>
                  </p:grpSpPr>
                  <p:cxnSp>
                    <p:nvCxnSpPr>
                      <p:cNvPr id="898447068" name=""/>
                      <p:cNvCxnSpPr/>
                      <p:nvPr/>
                    </p:nvCxnSpPr>
                    <p:spPr bwMode="auto">
                      <a:xfrm rot="0" flipH="0" flipV="0">
                        <a:off x="0" y="1119780"/>
                        <a:ext cx="3554184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065668706" name=""/>
                      <p:cNvCxnSpPr/>
                      <p:nvPr/>
                    </p:nvCxnSpPr>
                    <p:spPr bwMode="auto">
                      <a:xfrm rot="0" flipH="0" flipV="0">
                        <a:off x="596619" y="0"/>
                        <a:ext cx="2957562" cy="1127648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859642567" name=""/>
                      <p:cNvCxnSpPr>
                        <a:stCxn id="1762016002" idx="6"/>
                        <a:endCxn id="612432061" idx="6"/>
                      </p:cNvCxnSpPr>
                      <p:nvPr/>
                    </p:nvCxnSpPr>
                    <p:spPr bwMode="auto">
                      <a:xfrm rot="0" flipH="0" flipV="0">
                        <a:off x="0" y="1111910"/>
                        <a:ext cx="2957563" cy="1111912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10694466" name=""/>
                      <p:cNvCxnSpPr/>
                      <p:nvPr/>
                    </p:nvCxnSpPr>
                    <p:spPr bwMode="auto">
                      <a:xfrm rot="0" flipH="0" flipV="0">
                        <a:off x="596619" y="2231694"/>
                        <a:ext cx="2360944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032889775" name=""/>
                      <p:cNvCxnSpPr/>
                      <p:nvPr/>
                    </p:nvCxnSpPr>
                    <p:spPr bwMode="auto">
                      <a:xfrm rot="0" flipH="0" flipV="0">
                        <a:off x="596619" y="7866"/>
                        <a:ext cx="2360943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81371700" name=""/>
                      <p:cNvCxnSpPr>
                        <a:stCxn id="1762016002" idx="6"/>
                      </p:cNvCxnSpPr>
                      <p:nvPr/>
                    </p:nvCxnSpPr>
                    <p:spPr bwMode="auto">
                      <a:xfrm rot="0" flipH="0" flipV="1">
                        <a:off x="0" y="15733"/>
                        <a:ext cx="2957564" cy="1096176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75859750" name=""/>
                      <p:cNvCxnSpPr/>
                      <p:nvPr/>
                    </p:nvCxnSpPr>
                    <p:spPr bwMode="auto">
                      <a:xfrm rot="0" flipH="0" flipV="1">
                        <a:off x="596619" y="1127646"/>
                        <a:ext cx="2957564" cy="1096173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61263173" name=""/>
                      <p:cNvCxnSpPr/>
                      <p:nvPr/>
                    </p:nvCxnSpPr>
                    <p:spPr bwMode="auto">
                      <a:xfrm rot="0" flipH="0" flipV="1">
                        <a:off x="596619" y="15733"/>
                        <a:ext cx="2360944" cy="2208087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92836408" name=""/>
                      <p:cNvCxnSpPr>
                        <a:stCxn id="612432061" idx="6"/>
                      </p:cNvCxnSpPr>
                      <p:nvPr/>
                    </p:nvCxnSpPr>
                    <p:spPr bwMode="auto">
                      <a:xfrm rot="10800000" flipH="0" flipV="0">
                        <a:off x="596619" y="0"/>
                        <a:ext cx="2360944" cy="2223824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284245253" name=""/>
                    <p:cNvGrpSpPr/>
                    <p:nvPr/>
                  </p:nvGrpSpPr>
                  <p:grpSpPr bwMode="auto">
                    <a:xfrm>
                      <a:off x="0" y="0"/>
                      <a:ext cx="3028524" cy="2956511"/>
                      <a:chOff x="0" y="0"/>
                      <a:chExt cx="3028524" cy="2956511"/>
                    </a:xfrm>
                  </p:grpSpPr>
                  <p:sp>
                    <p:nvSpPr>
                      <p:cNvPr id="1762016002" name=""/>
                      <p:cNvSpPr/>
                      <p:nvPr/>
                    </p:nvSpPr>
                    <p:spPr bwMode="auto">
                      <a:xfrm rot="0" flipH="0" flipV="0">
                        <a:off x="1699218" y="1111908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672575692" name=""/>
                      <p:cNvSpPr/>
                      <p:nvPr/>
                    </p:nvSpPr>
                    <p:spPr bwMode="auto">
                      <a:xfrm rot="0" flipH="0" flipV="0">
                        <a:off x="2295834" y="2223821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054939455" name=""/>
                      <p:cNvSpPr/>
                      <p:nvPr/>
                    </p:nvSpPr>
                    <p:spPr bwMode="auto">
                      <a:xfrm rot="0" flipH="0" flipV="0">
                        <a:off x="2295834" y="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388779302" name=""/>
                      <p:cNvSpPr/>
                      <p:nvPr/>
                    </p:nvSpPr>
                    <p:spPr bwMode="auto">
                      <a:xfrm rot="0" flipH="0" flipV="0">
                        <a:off x="0" y="1111908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876224000" name=""/>
                      <p:cNvSpPr/>
                      <p:nvPr/>
                    </p:nvSpPr>
                    <p:spPr bwMode="auto">
                      <a:xfrm rot="0" flipH="0" flipV="0">
                        <a:off x="0" y="2223821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67122062" name=""/>
                      <p:cNvSpPr/>
                      <p:nvPr/>
                    </p:nvSpPr>
                    <p:spPr bwMode="auto">
                      <a:xfrm rot="0" flipH="0" flipV="0">
                        <a:off x="0" y="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994100994" name=""/>
                      <p:cNvCxnSpPr/>
                      <p:nvPr/>
                    </p:nvCxnSpPr>
                    <p:spPr bwMode="auto">
                      <a:xfrm rot="0" flipH="0" flipV="0">
                        <a:off x="732690" y="366345"/>
                        <a:ext cx="1563145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chemeClr val="tx1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3936263" name=""/>
                      <p:cNvCxnSpPr/>
                      <p:nvPr/>
                    </p:nvCxnSpPr>
                    <p:spPr bwMode="auto">
                      <a:xfrm rot="0" flipH="0" flipV="0">
                        <a:off x="732690" y="1478253"/>
                        <a:ext cx="966528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chemeClr val="tx1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875659233" name=""/>
                      <p:cNvCxnSpPr/>
                      <p:nvPr/>
                    </p:nvCxnSpPr>
                    <p:spPr bwMode="auto">
                      <a:xfrm rot="0" flipH="0" flipV="0">
                        <a:off x="732690" y="2590166"/>
                        <a:ext cx="1563145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chemeClr val="tx1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43628162" name=""/>
                    <p:cNvGrpSpPr/>
                    <p:nvPr/>
                  </p:nvGrpSpPr>
                  <p:grpSpPr bwMode="auto">
                    <a:xfrm rot="10800000">
                      <a:off x="5389472" y="0"/>
                      <a:ext cx="3028524" cy="2956511"/>
                      <a:chOff x="0" y="0"/>
                      <a:chExt cx="3028524" cy="2956511"/>
                    </a:xfrm>
                  </p:grpSpPr>
                  <p:sp>
                    <p:nvSpPr>
                      <p:cNvPr id="1643943587" name=""/>
                      <p:cNvSpPr/>
                      <p:nvPr/>
                    </p:nvSpPr>
                    <p:spPr bwMode="auto">
                      <a:xfrm rot="0" flipH="0" flipV="0">
                        <a:off x="1699218" y="1111906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anchor="ctr"/>
                      <a:p>
                        <a:pPr algn="ctr">
                          <a:defRPr/>
                        </a:pPr>
                        <a:endParaRPr/>
                      </a:p>
                    </p:txBody>
                  </p:sp>
                  <p:sp>
                    <p:nvSpPr>
                      <p:cNvPr id="1623468728" name=""/>
                      <p:cNvSpPr/>
                      <p:nvPr/>
                    </p:nvSpPr>
                    <p:spPr bwMode="auto">
                      <a:xfrm rot="0" flipH="0" flipV="0">
                        <a:off x="2295834" y="2223821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612432061" name=""/>
                      <p:cNvSpPr/>
                      <p:nvPr/>
                    </p:nvSpPr>
                    <p:spPr bwMode="auto">
                      <a:xfrm rot="0" flipH="0" flipV="0">
                        <a:off x="2295834" y="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574865227" name=""/>
                      <p:cNvSpPr/>
                      <p:nvPr/>
                    </p:nvSpPr>
                    <p:spPr bwMode="auto">
                      <a:xfrm rot="0" flipH="0" flipV="0">
                        <a:off x="0" y="1111906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885407753" name=""/>
                      <p:cNvSpPr/>
                      <p:nvPr/>
                    </p:nvSpPr>
                    <p:spPr bwMode="auto">
                      <a:xfrm rot="0" flipH="0" flipV="0">
                        <a:off x="0" y="2223821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2099456774" name=""/>
                      <p:cNvSpPr/>
                      <p:nvPr/>
                    </p:nvSpPr>
                    <p:spPr bwMode="auto">
                      <a:xfrm rot="0" flipH="0" flipV="0">
                        <a:off x="0" y="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627974525" name=""/>
                      <p:cNvCxnSpPr/>
                      <p:nvPr/>
                    </p:nvCxnSpPr>
                    <p:spPr bwMode="auto">
                      <a:xfrm rot="0" flipH="0" flipV="0">
                        <a:off x="732690" y="366345"/>
                        <a:ext cx="1563145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chemeClr val="tx1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78796276" name=""/>
                      <p:cNvCxnSpPr/>
                      <p:nvPr/>
                    </p:nvCxnSpPr>
                    <p:spPr bwMode="auto">
                      <a:xfrm rot="0" flipH="0" flipV="0">
                        <a:off x="732690" y="1478253"/>
                        <a:ext cx="966528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chemeClr val="tx1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857398339" name=""/>
                      <p:cNvCxnSpPr/>
                      <p:nvPr/>
                    </p:nvCxnSpPr>
                    <p:spPr bwMode="auto">
                      <a:xfrm rot="0" flipH="0" flipV="0">
                        <a:off x="732690" y="2590165"/>
                        <a:ext cx="1563145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chemeClr val="tx1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sp>
                <p:nvSpPr>
                  <p:cNvPr id="1804874708" name=""/>
                  <p:cNvSpPr txBox="1"/>
                  <p:nvPr/>
                </p:nvSpPr>
                <p:spPr bwMode="auto">
                  <a:xfrm rot="5400000" flipH="0" flipV="0">
                    <a:off x="1111215" y="1779943"/>
                    <a:ext cx="667605" cy="640440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3600" b="1"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3600" b="1"/>
                  </a:p>
                </p:txBody>
              </p:sp>
              <p:sp>
                <p:nvSpPr>
                  <p:cNvPr id="18061949" name=""/>
                  <p:cNvSpPr txBox="1"/>
                  <p:nvPr/>
                </p:nvSpPr>
                <p:spPr bwMode="auto">
                  <a:xfrm rot="5400000" flipH="0" flipV="0">
                    <a:off x="6974319" y="1779943"/>
                    <a:ext cx="668323" cy="640440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3600" b="1" i="0" u="none" strike="noStrike" cap="none" spc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3600" b="1"/>
                  </a:p>
                </p:txBody>
              </p:sp>
            </p:grpSp>
          </p:grpSp>
        </p:grpSp>
        <p:grpSp>
          <p:nvGrpSpPr>
            <p:cNvPr id="333069239" name=""/>
            <p:cNvGrpSpPr/>
            <p:nvPr/>
          </p:nvGrpSpPr>
          <p:grpSpPr bwMode="auto">
            <a:xfrm rot="0" flipH="0" flipV="0">
              <a:off x="10534640" y="474825"/>
              <a:ext cx="8607574" cy="3918480"/>
              <a:chOff x="0" y="0"/>
              <a:chExt cx="8607574" cy="3918480"/>
            </a:xfrm>
          </p:grpSpPr>
          <p:grpSp>
            <p:nvGrpSpPr>
              <p:cNvPr id="1822058641" name=""/>
              <p:cNvGrpSpPr/>
              <p:nvPr/>
            </p:nvGrpSpPr>
            <p:grpSpPr bwMode="auto">
              <a:xfrm flipH="0" flipV="0">
                <a:off x="827020" y="0"/>
                <a:ext cx="7780554" cy="3918480"/>
                <a:chOff x="0" y="0"/>
                <a:chExt cx="7780554" cy="3918480"/>
              </a:xfrm>
            </p:grpSpPr>
            <p:sp>
              <p:nvSpPr>
                <p:cNvPr id="1464815890" name=""/>
                <p:cNvSpPr/>
                <p:nvPr/>
              </p:nvSpPr>
              <p:spPr bwMode="auto">
                <a:xfrm rot="10800000" flipH="0" flipV="0">
                  <a:off x="1895587" y="1459974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937772946" name=""/>
                <p:cNvSpPr/>
                <p:nvPr/>
              </p:nvSpPr>
              <p:spPr bwMode="auto">
                <a:xfrm rot="10800000" flipH="0" flipV="0">
                  <a:off x="2360853" y="2322190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544940153" name=""/>
                <p:cNvSpPr/>
                <p:nvPr/>
              </p:nvSpPr>
              <p:spPr bwMode="auto">
                <a:xfrm rot="10800000" flipH="0" flipV="0">
                  <a:off x="1456174" y="2322190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444900044" name=""/>
                <p:cNvCxnSpPr/>
                <p:nvPr/>
              </p:nvCxnSpPr>
              <p:spPr bwMode="auto">
                <a:xfrm rot="16199998" flipH="0" flipV="1">
                  <a:off x="2399672" y="2042691"/>
                  <a:ext cx="318811" cy="24018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6604928" name=""/>
                <p:cNvCxnSpPr/>
                <p:nvPr/>
              </p:nvCxnSpPr>
              <p:spPr bwMode="auto">
                <a:xfrm rot="16199998" flipH="0" flipV="0">
                  <a:off x="1722248" y="2055617"/>
                  <a:ext cx="318811" cy="214327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08455889" name=""/>
                <p:cNvSpPr/>
                <p:nvPr/>
              </p:nvSpPr>
              <p:spPr bwMode="auto">
                <a:xfrm rot="10800000" flipH="0" flipV="0">
                  <a:off x="3604395" y="1459974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1886548681" name=""/>
                <p:cNvSpPr/>
                <p:nvPr/>
              </p:nvSpPr>
              <p:spPr bwMode="auto">
                <a:xfrm rot="10800000" flipH="0" flipV="0">
                  <a:off x="4066594" y="2322190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917830617" name=""/>
                <p:cNvSpPr/>
                <p:nvPr/>
              </p:nvSpPr>
              <p:spPr bwMode="auto">
                <a:xfrm rot="10800000" flipH="0" flipV="0">
                  <a:off x="3161916" y="2322190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724051194" name=""/>
                <p:cNvCxnSpPr/>
                <p:nvPr/>
              </p:nvCxnSpPr>
              <p:spPr bwMode="auto">
                <a:xfrm rot="16199998" flipH="0" flipV="1">
                  <a:off x="4105413" y="2042693"/>
                  <a:ext cx="318813" cy="240178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58587755" name=""/>
                <p:cNvCxnSpPr/>
                <p:nvPr/>
              </p:nvCxnSpPr>
              <p:spPr bwMode="auto">
                <a:xfrm rot="16199998" flipH="0" flipV="0">
                  <a:off x="3427990" y="2055617"/>
                  <a:ext cx="318811" cy="214327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64110572" name=""/>
                <p:cNvSpPr/>
                <p:nvPr/>
              </p:nvSpPr>
              <p:spPr bwMode="auto">
                <a:xfrm rot="10800000" flipH="0" flipV="0">
                  <a:off x="5307071" y="1477110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80446484" name=""/>
                <p:cNvSpPr/>
                <p:nvPr/>
              </p:nvSpPr>
              <p:spPr bwMode="auto">
                <a:xfrm rot="10800000" flipH="0" flipV="0">
                  <a:off x="5772335" y="2339325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372725997" name=""/>
                <p:cNvSpPr/>
                <p:nvPr/>
              </p:nvSpPr>
              <p:spPr bwMode="auto">
                <a:xfrm rot="10800000" flipH="0" flipV="0">
                  <a:off x="4867656" y="2339325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000175073" name=""/>
                <p:cNvCxnSpPr/>
                <p:nvPr/>
              </p:nvCxnSpPr>
              <p:spPr bwMode="auto">
                <a:xfrm rot="16199998" flipH="0" flipV="1">
                  <a:off x="5811154" y="2059828"/>
                  <a:ext cx="318813" cy="240178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8412158" name=""/>
                <p:cNvCxnSpPr/>
                <p:nvPr/>
              </p:nvCxnSpPr>
              <p:spPr bwMode="auto">
                <a:xfrm rot="16199998" flipH="0" flipV="0">
                  <a:off x="5133731" y="2072753"/>
                  <a:ext cx="318811" cy="214327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127771855" name=""/>
                <p:cNvSpPr/>
                <p:nvPr/>
              </p:nvSpPr>
              <p:spPr bwMode="auto">
                <a:xfrm rot="10800000" flipH="0" flipV="0">
                  <a:off x="2360853" y="3264711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525196722" name=""/>
                <p:cNvSpPr/>
                <p:nvPr/>
              </p:nvSpPr>
              <p:spPr bwMode="auto">
                <a:xfrm rot="10800000" flipH="0" flipV="0">
                  <a:off x="1456174" y="3264710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857496635" name=""/>
                <p:cNvSpPr/>
                <p:nvPr/>
              </p:nvSpPr>
              <p:spPr bwMode="auto">
                <a:xfrm rot="10800000" flipH="0" flipV="0">
                  <a:off x="4066593" y="3264711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939545790" name=""/>
                <p:cNvSpPr/>
                <p:nvPr/>
              </p:nvSpPr>
              <p:spPr bwMode="auto">
                <a:xfrm rot="10800000" flipH="0" flipV="0">
                  <a:off x="3161914" y="3264710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363032125" name=""/>
                <p:cNvSpPr/>
                <p:nvPr/>
              </p:nvSpPr>
              <p:spPr bwMode="auto">
                <a:xfrm rot="10800000" flipH="0" flipV="0">
                  <a:off x="5772333" y="3281848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09318261" name=""/>
                <p:cNvSpPr/>
                <p:nvPr/>
              </p:nvSpPr>
              <p:spPr bwMode="auto">
                <a:xfrm rot="10800000" flipH="0" flipV="0">
                  <a:off x="4867656" y="3281845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005416821" name=""/>
                <p:cNvCxnSpPr/>
                <p:nvPr/>
              </p:nvCxnSpPr>
              <p:spPr bwMode="auto">
                <a:xfrm rot="16199998" flipH="0" flipV="1">
                  <a:off x="1621547" y="3111767"/>
                  <a:ext cx="305884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76018085" name=""/>
                <p:cNvCxnSpPr/>
                <p:nvPr/>
              </p:nvCxnSpPr>
              <p:spPr bwMode="auto">
                <a:xfrm rot="16199998" flipH="0" flipV="0">
                  <a:off x="2526227" y="3111767"/>
                  <a:ext cx="305884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7971998" name=""/>
                <p:cNvCxnSpPr/>
                <p:nvPr/>
              </p:nvCxnSpPr>
              <p:spPr bwMode="auto">
                <a:xfrm rot="16199998" flipH="0" flipV="0">
                  <a:off x="3327288" y="3111767"/>
                  <a:ext cx="305884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84035" name=""/>
                <p:cNvCxnSpPr/>
                <p:nvPr/>
              </p:nvCxnSpPr>
              <p:spPr bwMode="auto">
                <a:xfrm rot="16199998" flipH="0" flipV="0">
                  <a:off x="4231967" y="3111767"/>
                  <a:ext cx="305884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4117264" name=""/>
                <p:cNvCxnSpPr/>
                <p:nvPr/>
              </p:nvCxnSpPr>
              <p:spPr bwMode="auto">
                <a:xfrm rot="16199998" flipH="0" flipV="0">
                  <a:off x="5033029" y="3128902"/>
                  <a:ext cx="305884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39345114" name=""/>
                <p:cNvCxnSpPr/>
                <p:nvPr/>
              </p:nvCxnSpPr>
              <p:spPr bwMode="auto">
                <a:xfrm rot="16199998" flipH="0" flipV="0">
                  <a:off x="5937708" y="3128902"/>
                  <a:ext cx="305884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66016779" name=""/>
                <p:cNvCxnSpPr/>
                <p:nvPr/>
              </p:nvCxnSpPr>
              <p:spPr bwMode="auto">
                <a:xfrm rot="16199998" flipH="0" flipV="1">
                  <a:off x="4421719" y="273444"/>
                  <a:ext cx="929742" cy="1477591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dash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5167164" name=""/>
                <p:cNvCxnSpPr/>
                <p:nvPr/>
              </p:nvCxnSpPr>
              <p:spPr bwMode="auto">
                <a:xfrm rot="16199998" flipH="0" flipV="0">
                  <a:off x="3513024" y="1067424"/>
                  <a:ext cx="819374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dash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6569807" name=""/>
                <p:cNvCxnSpPr/>
                <p:nvPr/>
              </p:nvCxnSpPr>
              <p:spPr bwMode="auto">
                <a:xfrm rot="16199998" flipH="0" flipV="0">
                  <a:off x="2499462" y="261811"/>
                  <a:ext cx="912606" cy="1483722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dash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53586583" name=""/>
                <p:cNvSpPr txBox="1"/>
                <p:nvPr/>
              </p:nvSpPr>
              <p:spPr bwMode="auto">
                <a:xfrm rot="0" flipH="0" flipV="0">
                  <a:off x="0" y="0"/>
                  <a:ext cx="3072386" cy="936506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a:r>
                    <a:rPr lang="fr-FR" sz="2600" b="1" i="0">
                      <a:solidFill>
                        <a:srgbClr val="45B5FF"/>
                      </a:solidFill>
                      <a:latin typeface="CMU Serif"/>
                      <a:ea typeface="CMU Serif"/>
                      <a:cs typeface="CMU Serif"/>
                    </a:rPr>
                    <a:t>Tree-Encoding with </a:t>
                  </a:r>
                  <mc:AlternateContent xmlns:mc="http://schemas.openxmlformats.org/markup-compatibility/2006" xmlns:m="http://schemas.openxmlformats.org/officeDocument/2006/math">
                    <mc:Choice xmlns:a14="http://schemas.microsoft.com/office/drawing/2010/main" Requires="a14">
                      <a14:m>
                        <m:oMathPara>
                          <m:oMathParaPr/>
                          <m:oMath>
                            <m:box>
                              <m:boxPr>
                                <m:aln m:val="off"/>
                                <m:diff m:val="off"/>
                                <m:noBreak m:val="off"/>
                                <m:opEmu m:val="on"/>
                                <m:ctrlPr>
                                  <a:rPr lang="fr-FR" sz="2600" b="1" i="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box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sz="2600" b="1" i="1" u="none" strike="noStrike" cap="none" spc="0">
                                        <a:solidFill>
                                          <a:srgbClr val="45B5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sty m:val="bi"/>
                                      </m:rPr>
                                      <a:rPr lang="fr-FR" sz="2600" u="none" strike="noStrike" cap="none" spc="0">
                                        <a:solidFill>
                                          <a:srgbClr val="45B5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b</m:t>
                                    </m:r>
                                  </m:e>
                                </m:acc>
                                <m:r>
                                  <m:rPr>
                                    <m:sty m:val="b"/>
                                  </m:rPr>
                                  <a:rPr lang="fr-FR" sz="260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=(3,2,1)</m:t>
                                </m:r>
                              </m:e>
                            </m:box>
                          </m:oMath>
                        </m:oMathPara>
                      </a14:m>
                    </mc:Choice>
                    <mc:Fallback/>
                  </mc:AlternateContent>
                  <a:endParaRPr sz="2600" b="1">
                    <a:solidFill>
                      <a:srgbClr val="45B5FF"/>
                    </a:solidFill>
                    <a:latin typeface="CMU Serif"/>
                    <a:cs typeface="CMU Serif"/>
                  </a:endParaRPr>
                </a:p>
              </p:txBody>
            </p:sp>
            <p:cxnSp>
              <p:nvCxnSpPr>
                <p:cNvPr id="1251020230" name=""/>
                <p:cNvCxnSpPr/>
                <p:nvPr/>
              </p:nvCxnSpPr>
              <p:spPr bwMode="auto">
                <a:xfrm rot="0" flipH="0" flipV="0">
                  <a:off x="1447081" y="2193108"/>
                  <a:ext cx="5021063" cy="0"/>
                </a:xfrm>
                <a:prstGeom prst="line">
                  <a:avLst/>
                </a:prstGeom>
                <a:ln w="28575" cap="flat" cmpd="sng" algn="ctr">
                  <a:solidFill>
                    <a:srgbClr val="595959"/>
                  </a:solidFill>
                  <a:prstDash val="sysDot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7250503" name=""/>
                <p:cNvCxnSpPr/>
                <p:nvPr/>
              </p:nvCxnSpPr>
              <p:spPr bwMode="auto">
                <a:xfrm rot="0" flipH="0" flipV="0">
                  <a:off x="1447081" y="3095917"/>
                  <a:ext cx="5021063" cy="0"/>
                </a:xfrm>
                <a:prstGeom prst="line">
                  <a:avLst/>
                </a:prstGeom>
                <a:ln w="28575" cap="flat" cmpd="sng" algn="ctr">
                  <a:solidFill>
                    <a:srgbClr val="595959"/>
                  </a:solidFill>
                  <a:prstDash val="sysDot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3705849" name=""/>
                <p:cNvCxnSpPr/>
                <p:nvPr/>
              </p:nvCxnSpPr>
              <p:spPr bwMode="auto">
                <a:xfrm rot="0" flipH="0" flipV="0">
                  <a:off x="1799534" y="1228012"/>
                  <a:ext cx="4316158" cy="0"/>
                </a:xfrm>
                <a:prstGeom prst="line">
                  <a:avLst/>
                </a:prstGeom>
                <a:ln w="28575" cap="flat" cmpd="sng" algn="ctr">
                  <a:solidFill>
                    <a:srgbClr val="595959"/>
                  </a:solidFill>
                  <a:prstDash val="sysDot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04543023" name=""/>
                <p:cNvSpPr txBox="1"/>
                <p:nvPr/>
              </p:nvSpPr>
              <p:spPr bwMode="auto">
                <a:xfrm rot="0" flipH="0" flipV="0">
                  <a:off x="6099130" y="1500974"/>
                  <a:ext cx="1262612" cy="48803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mc:AlternateContent xmlns:mc="http://schemas.openxmlformats.org/markup-compatibility/2006" xmlns:m="http://schemas.openxmlformats.org/officeDocument/2006/math">
                    <mc:Choice xmlns:a14="http://schemas.microsoft.com/office/drawing/2010/main" Requires="a14">
                      <a14:m>
                        <m:oMathPara>
                          <m:oMathParaPr/>
                          <m:oMath>
                            <m:sSub>
                              <m:sSubPr>
                                <m:ctrlPr>
                                  <a:rPr lang="fr-FR" sz="2600" b="1" i="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b"/>
                                  </m:rPr>
                                  <a:rPr lang="fr-FR" sz="260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b"/>
                                  </m:rPr>
                                  <a:rPr lang="fr-FR" sz="260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  <m:r>
                              <m:rPr>
                                <m:sty m:val="b"/>
                              </m:rPr>
                              <a:rPr lang="fr-FR" sz="2600" u="none" strike="noStrike" cap="none" spc="0">
                                <a:solidFill>
                                  <a:srgbClr val="45B5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=3</m:t>
                            </m:r>
                          </m:oMath>
                        </m:oMathPara>
                      </a14:m>
                    </mc:Choice>
                    <mc:Fallback/>
                  </mc:AlternateContent>
                  <a:endParaRPr sz="2600" b="1">
                    <a:solidFill>
                      <a:srgbClr val="45B5FF"/>
                    </a:solidFill>
                    <a:latin typeface="CMU Serif"/>
                    <a:cs typeface="CMU Serif"/>
                  </a:endParaRPr>
                </a:p>
              </p:txBody>
            </p:sp>
            <p:sp>
              <p:nvSpPr>
                <p:cNvPr id="370394186" name=""/>
                <p:cNvSpPr txBox="1"/>
                <p:nvPr/>
              </p:nvSpPr>
              <p:spPr bwMode="auto">
                <a:xfrm rot="0" flipH="0" flipV="0">
                  <a:off x="6437012" y="2433698"/>
                  <a:ext cx="1343541" cy="48803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mc:AlternateContent xmlns:mc="http://schemas.openxmlformats.org/markup-compatibility/2006" xmlns:m="http://schemas.openxmlformats.org/officeDocument/2006/math">
                    <mc:Choice xmlns:a14="http://schemas.microsoft.com/office/drawing/2010/main" Requires="a14">
                      <a14:m>
                        <m:oMathPara>
                          <m:oMathParaPr/>
                          <m:oMath>
                            <m:sSub>
                              <m:sSubPr>
                                <m:ctrlPr>
                                  <a:rPr lang="fr-FR" sz="2600" b="1" i="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b"/>
                                  </m:rPr>
                                  <a:rPr lang="fr-FR" sz="260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b"/>
                                  </m:rPr>
                                  <a:rPr lang="fr-FR" sz="260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b"/>
                              </m:rPr>
                              <a:rPr lang="fr-FR" sz="2600" u="none" strike="noStrike" cap="none" spc="0">
                                <a:solidFill>
                                  <a:srgbClr val="45B5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=2</m:t>
                            </m:r>
                          </m:oMath>
                        </m:oMathPara>
                      </a14:m>
                    </mc:Choice>
                    <mc:Fallback/>
                  </mc:AlternateContent>
                  <a:endParaRPr sz="2600" b="1">
                    <a:solidFill>
                      <a:srgbClr val="45B5FF"/>
                    </a:solidFill>
                    <a:latin typeface="CMU Serif"/>
                    <a:cs typeface="CMU Serif"/>
                  </a:endParaRPr>
                </a:p>
              </p:txBody>
            </p:sp>
            <p:sp>
              <p:nvSpPr>
                <p:cNvPr id="203003063" name=""/>
                <p:cNvSpPr txBox="1"/>
                <p:nvPr/>
              </p:nvSpPr>
              <p:spPr bwMode="auto">
                <a:xfrm rot="0" flipH="0" flipV="0">
                  <a:off x="6470239" y="3341617"/>
                  <a:ext cx="1310314" cy="48803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mc:AlternateContent xmlns:mc="http://schemas.openxmlformats.org/markup-compatibility/2006" xmlns:m="http://schemas.openxmlformats.org/officeDocument/2006/math">
                    <mc:Choice xmlns:a14="http://schemas.microsoft.com/office/drawing/2010/main" Requires="a14">
                      <a14:m>
                        <m:oMathPara>
                          <m:oMathParaPr/>
                          <m:oMath>
                            <m:sSub>
                              <m:sSubPr>
                                <m:ctrlPr>
                                  <a:rPr lang="fr-FR" sz="2600" b="1" i="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b"/>
                                  </m:rPr>
                                  <a:rPr lang="fr-FR" sz="260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b"/>
                                  </m:rPr>
                                  <a:rPr lang="fr-FR" sz="260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b"/>
                              </m:rPr>
                              <a:rPr lang="fr-FR" sz="2600" u="none" strike="noStrike" cap="none" spc="0">
                                <a:solidFill>
                                  <a:srgbClr val="45B5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=1</m:t>
                            </m:r>
                          </m:oMath>
                        </m:oMathPara>
                      </a14:m>
                    </mc:Choice>
                    <mc:Fallback/>
                  </mc:AlternateContent>
                  <a:endParaRPr sz="2600" b="1">
                    <a:solidFill>
                      <a:srgbClr val="45B5FF"/>
                    </a:solidFill>
                    <a:latin typeface="CMU Serif"/>
                    <a:cs typeface="CMU Serif"/>
                  </a:endParaRPr>
                </a:p>
              </p:txBody>
            </p:sp>
            <p:sp>
              <p:nvSpPr>
                <p:cNvPr id="957960195" name=""/>
                <p:cNvSpPr txBox="1"/>
                <p:nvPr/>
              </p:nvSpPr>
              <p:spPr bwMode="auto">
                <a:xfrm rot="0" flipH="0" flipV="0">
                  <a:off x="109589" y="1836033"/>
                  <a:ext cx="877406" cy="823320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4800" b="1">
                      <a:latin typeface="CMU Serif"/>
                      <a:ea typeface="CMU Serif"/>
                      <a:cs typeface="CMU Serif"/>
                    </a:rPr>
                    <a:t>=</a:t>
                  </a:r>
                  <a:endParaRPr/>
                </a:p>
              </p:txBody>
            </p:sp>
          </p:grpSp>
          <p:sp>
            <p:nvSpPr>
              <p:cNvPr id="1863965591" name=""/>
              <p:cNvSpPr/>
              <p:nvPr/>
            </p:nvSpPr>
            <p:spPr bwMode="auto">
              <a:xfrm rot="0" flipH="0" flipV="0">
                <a:off x="0" y="1938805"/>
                <a:ext cx="766766" cy="766766"/>
              </a:xfrm>
              <a:prstGeom prst="ellipse">
                <a:avLst/>
              </a:prstGeom>
              <a:solidFill>
                <a:srgbClr val="FFC926"/>
              </a:solidFill>
              <a:ln w="38100" cap="flat" cmpd="sng" algn="ctr">
                <a:solidFill>
                  <a:schemeClr val="tx1"/>
                </a:solidFill>
                <a:prstDash val="sys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</p:grpSp>
        <p:sp>
          <p:nvSpPr>
            <p:cNvPr id="363814752" name=""/>
            <p:cNvSpPr txBox="1"/>
            <p:nvPr/>
          </p:nvSpPr>
          <p:spPr bwMode="auto">
            <a:xfrm rot="0" flipH="0" flipV="0">
              <a:off x="13963359" y="4528273"/>
              <a:ext cx="2944499" cy="48803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600" b="1" i="0">
                  <a:solidFill>
                    <a:srgbClr val="45B5FF"/>
                  </a:solidFill>
                  <a:latin typeface="CMU Serif"/>
                  <a:ea typeface="CMU Serif"/>
                  <a:cs typeface="CMU Serif"/>
                </a:rPr>
                <a:t>Physical Qubits</a:t>
              </a:r>
              <a:endParaRPr sz="2600" b="1">
                <a:solidFill>
                  <a:srgbClr val="45B5FF"/>
                </a:solidFill>
                <a:latin typeface="CMU Serif"/>
                <a:cs typeface="CMU Serif"/>
              </a:endParaRPr>
            </a:p>
          </p:txBody>
        </p:sp>
        <p:sp>
          <p:nvSpPr>
            <p:cNvPr id="1844674637" name=""/>
            <p:cNvSpPr txBox="1"/>
            <p:nvPr/>
          </p:nvSpPr>
          <p:spPr bwMode="auto">
            <a:xfrm rot="0" flipH="0" flipV="0">
              <a:off x="1237203" y="5376114"/>
              <a:ext cx="6508813" cy="4575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marL="327936" indent="-327936" algn="ctr">
                <a:buAutoNum type="alphaLcParenBoth"/>
                <a:defRPr/>
              </a:pPr>
              <a:r>
                <a:rPr lang="fr-FR" sz="2400" b="0">
                  <a:latin typeface="CMU Serif"/>
                  <a:ea typeface="CMU Serif"/>
                  <a:cs typeface="CMU Serif"/>
                </a:rPr>
                <a:t> XXXXXXXXXXXXX</a:t>
              </a:r>
              <a:endParaRPr sz="2400" b="0" i="0">
                <a:latin typeface="CMU Serif"/>
                <a:cs typeface="CMU Serif"/>
              </a:endParaRPr>
            </a:p>
          </p:txBody>
        </p:sp>
        <p:sp>
          <p:nvSpPr>
            <p:cNvPr id="2048893674" name=""/>
            <p:cNvSpPr txBox="1"/>
            <p:nvPr/>
          </p:nvSpPr>
          <p:spPr bwMode="auto">
            <a:xfrm rot="0" flipH="0" flipV="0">
              <a:off x="12375103" y="5376114"/>
              <a:ext cx="6512052" cy="4575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400" b="0">
                  <a:latin typeface="CMU Serif"/>
                  <a:ea typeface="CMU Serif"/>
                  <a:cs typeface="CMU Serif"/>
                </a:rPr>
                <a:t>(b)  XXXXXXXXXXXXX</a:t>
              </a:r>
              <a:endParaRPr sz="2400" b="0" i="0">
                <a:latin typeface="CMU Serif"/>
                <a:cs typeface="CMU Serif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4946359" name=""/>
          <p:cNvSpPr txBox="1"/>
          <p:nvPr/>
        </p:nvSpPr>
        <p:spPr bwMode="auto">
          <a:xfrm rot="0" flipH="0" flipV="0">
            <a:off x="19402262" y="7705999"/>
            <a:ext cx="7482847" cy="2834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9000"/>
              <a:t>probably as is if fits</a:t>
            </a:r>
            <a:endParaRPr sz="9000"/>
          </a:p>
        </p:txBody>
      </p:sp>
      <p:grpSp>
        <p:nvGrpSpPr>
          <p:cNvPr id="1941266647" name=""/>
          <p:cNvGrpSpPr/>
          <p:nvPr/>
        </p:nvGrpSpPr>
        <p:grpSpPr bwMode="auto">
          <a:xfrm>
            <a:off x="4515037" y="5315946"/>
            <a:ext cx="12029187" cy="6449542"/>
            <a:chOff x="0" y="0"/>
            <a:chExt cx="12029187" cy="6449542"/>
          </a:xfrm>
        </p:grpSpPr>
        <p:grpSp>
          <p:nvGrpSpPr>
            <p:cNvPr id="1563630291" name=""/>
            <p:cNvGrpSpPr/>
            <p:nvPr/>
          </p:nvGrpSpPr>
          <p:grpSpPr bwMode="auto">
            <a:xfrm>
              <a:off x="90759" y="4112451"/>
              <a:ext cx="11844778" cy="1666872"/>
              <a:chOff x="0" y="0"/>
              <a:chExt cx="11844778" cy="1666872"/>
            </a:xfrm>
          </p:grpSpPr>
          <p:sp>
            <p:nvSpPr>
              <p:cNvPr id="356646250" name=""/>
              <p:cNvSpPr/>
              <p:nvPr/>
            </p:nvSpPr>
            <p:spPr bwMode="auto">
              <a:xfrm rot="0" flipH="0" flipV="0">
                <a:off x="943588" y="0"/>
                <a:ext cx="2687640" cy="1666872"/>
              </a:xfrm>
              <a:prstGeom prst="flowChartAlternateProcess">
                <a:avLst/>
              </a:prstGeom>
              <a:solidFill>
                <a:schemeClr val="accent1">
                  <a:lumMod val="40000"/>
                  <a:lumOff val="60000"/>
                  <a:alpha val="24999"/>
                </a:schemeClr>
              </a:solidFill>
              <a:ln w="28575" cap="flat" cmpd="sng" algn="ctr">
                <a:solidFill>
                  <a:srgbClr val="0095FF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192601451" name=""/>
              <p:cNvSpPr/>
              <p:nvPr/>
            </p:nvSpPr>
            <p:spPr bwMode="auto">
              <a:xfrm rot="0" flipH="0" flipV="0">
                <a:off x="3795535" y="0"/>
                <a:ext cx="634995" cy="1666872"/>
              </a:xfrm>
              <a:prstGeom prst="flowChartAlternateProcess">
                <a:avLst/>
              </a:prstGeom>
              <a:solidFill>
                <a:srgbClr val="E173FF">
                  <a:alpha val="24999"/>
                </a:srgbClr>
              </a:solidFill>
              <a:ln w="28575" cap="flat" cmpd="sng" algn="ctr">
                <a:solidFill>
                  <a:srgbClr val="DB4CFF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367341877" name=""/>
              <p:cNvSpPr/>
              <p:nvPr/>
            </p:nvSpPr>
            <p:spPr bwMode="auto">
              <a:xfrm rot="0" flipH="0" flipV="0">
                <a:off x="4594842" y="0"/>
                <a:ext cx="2687640" cy="1666872"/>
              </a:xfrm>
              <a:prstGeom prst="flowChartAlternateProcess">
                <a:avLst/>
              </a:prstGeom>
              <a:solidFill>
                <a:schemeClr val="accent1">
                  <a:lumMod val="40000"/>
                  <a:lumOff val="60000"/>
                  <a:alpha val="24999"/>
                </a:schemeClr>
              </a:solidFill>
              <a:ln w="28575" cap="flat" cmpd="sng" algn="ctr">
                <a:solidFill>
                  <a:srgbClr val="0095FF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  <p:sp>
            <p:nvSpPr>
              <p:cNvPr id="1518304087" name=""/>
              <p:cNvSpPr/>
              <p:nvPr/>
            </p:nvSpPr>
            <p:spPr bwMode="auto">
              <a:xfrm rot="0" flipH="0" flipV="0">
                <a:off x="7446785" y="0"/>
                <a:ext cx="634995" cy="1666872"/>
              </a:xfrm>
              <a:prstGeom prst="flowChartAlternateProcess">
                <a:avLst/>
              </a:prstGeom>
              <a:solidFill>
                <a:srgbClr val="E173FF">
                  <a:alpha val="24999"/>
                </a:srgbClr>
              </a:solidFill>
              <a:ln w="28575" cap="flat" cmpd="sng" algn="ctr">
                <a:solidFill>
                  <a:srgbClr val="DB4CFF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787506631" name=""/>
              <p:cNvSpPr/>
              <p:nvPr/>
            </p:nvSpPr>
            <p:spPr bwMode="auto">
              <a:xfrm rot="0" flipH="0" flipV="0">
                <a:off x="8265498" y="0"/>
                <a:ext cx="2687640" cy="1666872"/>
              </a:xfrm>
              <a:prstGeom prst="flowChartAlternateProcess">
                <a:avLst/>
              </a:prstGeom>
              <a:solidFill>
                <a:schemeClr val="accent1">
                  <a:lumMod val="40000"/>
                  <a:lumOff val="60000"/>
                  <a:alpha val="24999"/>
                </a:schemeClr>
              </a:solidFill>
              <a:ln w="28575" cap="flat" cmpd="sng" algn="ctr">
                <a:solidFill>
                  <a:srgbClr val="0095FF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  <p:sp>
            <p:nvSpPr>
              <p:cNvPr id="1456202077" name=""/>
              <p:cNvSpPr/>
              <p:nvPr/>
            </p:nvSpPr>
            <p:spPr bwMode="auto">
              <a:xfrm rot="0" flipH="0" flipV="0">
                <a:off x="11092294" y="0"/>
                <a:ext cx="752483" cy="1666872"/>
              </a:xfrm>
              <a:prstGeom prst="flowChartAlternateProcess">
                <a:avLst/>
              </a:prstGeom>
              <a:solidFill>
                <a:srgbClr val="92D050">
                  <a:alpha val="24999"/>
                </a:srgbClr>
              </a:solidFill>
              <a:ln w="28575" cap="flat" cmpd="sng" algn="ctr">
                <a:solidFill>
                  <a:srgbClr val="00B05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  <p:sp>
            <p:nvSpPr>
              <p:cNvPr id="1014313248" name=""/>
              <p:cNvSpPr/>
              <p:nvPr/>
            </p:nvSpPr>
            <p:spPr bwMode="auto">
              <a:xfrm rot="0" flipH="0" flipV="0">
                <a:off x="0" y="0"/>
                <a:ext cx="752483" cy="1666872"/>
              </a:xfrm>
              <a:prstGeom prst="flowChartAlternateProcess">
                <a:avLst/>
              </a:prstGeom>
              <a:solidFill>
                <a:srgbClr val="92D050">
                  <a:alpha val="24999"/>
                </a:srgbClr>
              </a:solidFill>
              <a:ln w="28575" cap="flat" cmpd="sng" algn="ctr">
                <a:solidFill>
                  <a:srgbClr val="00B05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  <p:cxnSp>
            <p:nvCxnSpPr>
              <p:cNvPr id="700419762" name=""/>
              <p:cNvCxnSpPr/>
              <p:nvPr/>
            </p:nvCxnSpPr>
            <p:spPr bwMode="auto">
              <a:xfrm rot="10800000" flipH="0" flipV="1">
                <a:off x="3550914" y="311043"/>
                <a:ext cx="1125126" cy="1052280"/>
              </a:xfrm>
              <a:prstGeom prst="line">
                <a:avLst/>
              </a:prstGeom>
              <a:ln w="44450" cap="flat" cmpd="sng" algn="ctr">
                <a:solidFill>
                  <a:srgbClr val="00FF73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1891819" name=""/>
              <p:cNvCxnSpPr/>
              <p:nvPr/>
            </p:nvCxnSpPr>
            <p:spPr bwMode="auto">
              <a:xfrm rot="0" flipH="1" flipV="1">
                <a:off x="4676043" y="311043"/>
                <a:ext cx="2531543" cy="0"/>
              </a:xfrm>
              <a:prstGeom prst="line">
                <a:avLst/>
              </a:prstGeom>
              <a:ln w="44450" cap="flat" cmpd="sng" algn="ctr">
                <a:solidFill>
                  <a:srgbClr val="00FF73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0635396" name=""/>
              <p:cNvCxnSpPr/>
              <p:nvPr/>
            </p:nvCxnSpPr>
            <p:spPr bwMode="auto">
              <a:xfrm rot="0" flipH="1" flipV="0">
                <a:off x="998805" y="1370826"/>
                <a:ext cx="2552105" cy="0"/>
              </a:xfrm>
              <a:prstGeom prst="line">
                <a:avLst/>
              </a:prstGeom>
              <a:ln w="44450" cap="flat" cmpd="sng" algn="ctr">
                <a:solidFill>
                  <a:srgbClr val="00FF73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9291959" name=""/>
              <p:cNvCxnSpPr/>
              <p:nvPr/>
            </p:nvCxnSpPr>
            <p:spPr bwMode="auto">
              <a:xfrm rot="10800000" flipH="0" flipV="0">
                <a:off x="431991" y="964383"/>
                <a:ext cx="587372" cy="406434"/>
              </a:xfrm>
              <a:prstGeom prst="line">
                <a:avLst/>
              </a:prstGeom>
              <a:ln w="44450" cap="flat" cmpd="sng" algn="ctr">
                <a:solidFill>
                  <a:srgbClr val="00FF73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05769038" name=""/>
              <p:cNvSpPr/>
              <p:nvPr/>
            </p:nvSpPr>
            <p:spPr bwMode="auto">
              <a:xfrm rot="10800000" flipH="0" flipV="0">
                <a:off x="133956" y="666351"/>
                <a:ext cx="349165" cy="349165"/>
              </a:xfrm>
              <a:prstGeom prst="ellipse">
                <a:avLst/>
              </a:prstGeom>
              <a:solidFill>
                <a:srgbClr val="E173FF"/>
              </a:solidFill>
              <a:ln w="254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26879788" name=""/>
              <p:cNvSpPr/>
              <p:nvPr/>
            </p:nvSpPr>
            <p:spPr bwMode="auto">
              <a:xfrm rot="0" flipH="0" flipV="0">
                <a:off x="11400509" y="666351"/>
                <a:ext cx="349165" cy="349165"/>
              </a:xfrm>
              <a:prstGeom prst="ellipse">
                <a:avLst/>
              </a:prstGeom>
              <a:solidFill>
                <a:srgbClr val="E173FF"/>
              </a:solidFill>
              <a:ln w="254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1489139508" name=""/>
              <p:cNvCxnSpPr/>
              <p:nvPr/>
            </p:nvCxnSpPr>
            <p:spPr bwMode="auto">
              <a:xfrm rot="0" flipH="0" flipV="0">
                <a:off x="7207591" y="311044"/>
                <a:ext cx="1409448" cy="537390"/>
              </a:xfrm>
              <a:prstGeom prst="line">
                <a:avLst/>
              </a:prstGeom>
              <a:ln w="44450" cap="flat" cmpd="sng" algn="ctr">
                <a:solidFill>
                  <a:srgbClr val="00FF73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2917676" name=""/>
              <p:cNvCxnSpPr/>
              <p:nvPr/>
            </p:nvCxnSpPr>
            <p:spPr bwMode="auto">
              <a:xfrm rot="10800000" flipH="0" flipV="1">
                <a:off x="8617043" y="840933"/>
                <a:ext cx="2783463" cy="0"/>
              </a:xfrm>
              <a:prstGeom prst="line">
                <a:avLst/>
              </a:prstGeom>
              <a:ln w="44450" cap="flat" cmpd="sng" algn="ctr">
                <a:solidFill>
                  <a:srgbClr val="00FF73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57979681" name=""/>
            <p:cNvGrpSpPr/>
            <p:nvPr/>
          </p:nvGrpSpPr>
          <p:grpSpPr bwMode="auto">
            <a:xfrm>
              <a:off x="0" y="0"/>
              <a:ext cx="12029187" cy="2150500"/>
              <a:chOff x="0" y="0"/>
              <a:chExt cx="12029187" cy="2150500"/>
            </a:xfrm>
          </p:grpSpPr>
          <p:grpSp>
            <p:nvGrpSpPr>
              <p:cNvPr id="100962795" name=""/>
              <p:cNvGrpSpPr/>
              <p:nvPr/>
            </p:nvGrpSpPr>
            <p:grpSpPr bwMode="auto">
              <a:xfrm>
                <a:off x="0" y="0"/>
                <a:ext cx="12029187" cy="2150500"/>
                <a:chOff x="0" y="0"/>
                <a:chExt cx="12029187" cy="2150500"/>
              </a:xfrm>
            </p:grpSpPr>
            <p:grpSp>
              <p:nvGrpSpPr>
                <p:cNvPr id="2045152344" name=""/>
                <p:cNvGrpSpPr/>
                <p:nvPr/>
              </p:nvGrpSpPr>
              <p:grpSpPr bwMode="auto">
                <a:xfrm>
                  <a:off x="0" y="0"/>
                  <a:ext cx="12029187" cy="2150500"/>
                  <a:chOff x="0" y="0"/>
                  <a:chExt cx="12029187" cy="2150500"/>
                </a:xfrm>
              </p:grpSpPr>
              <p:grpSp>
                <p:nvGrpSpPr>
                  <p:cNvPr id="875090826" name=""/>
                  <p:cNvGrpSpPr/>
                  <p:nvPr/>
                </p:nvGrpSpPr>
                <p:grpSpPr bwMode="auto">
                  <a:xfrm>
                    <a:off x="0" y="0"/>
                    <a:ext cx="942810" cy="2150500"/>
                    <a:chOff x="0" y="0"/>
                    <a:chExt cx="942810" cy="2150500"/>
                  </a:xfrm>
                </p:grpSpPr>
                <p:sp>
                  <p:nvSpPr>
                    <p:cNvPr id="393337396" name=""/>
                    <p:cNvSpPr/>
                    <p:nvPr/>
                  </p:nvSpPr>
                  <p:spPr bwMode="auto">
                    <a:xfrm rot="0" flipH="0" flipV="0">
                      <a:off x="93720" y="483628"/>
                      <a:ext cx="752483" cy="1666872"/>
                    </a:xfrm>
                    <a:prstGeom prst="flowChartAlternateProcess">
                      <a:avLst/>
                    </a:prstGeom>
                    <a:solidFill>
                      <a:srgbClr val="92D050">
                        <a:alpha val="24999"/>
                      </a:srgbClr>
                    </a:solidFill>
                    <a:ln w="28575" cap="flat" cmpd="sng" algn="ctr">
                      <a:solidFill>
                        <a:srgbClr val="00B05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anchor="ctr"/>
                    <a:p>
                      <a:pPr algn="ctr">
                        <a:defRPr/>
                      </a:pPr>
                      <a:endParaRPr/>
                    </a:p>
                  </p:txBody>
                </p:sp>
                <p:sp>
                  <p:nvSpPr>
                    <p:cNvPr id="1591633525" name=""/>
                    <p:cNvSpPr txBox="1"/>
                    <p:nvPr/>
                  </p:nvSpPr>
                  <p:spPr bwMode="auto">
                    <a:xfrm rot="0" flipH="0" flipV="0">
                      <a:off x="0" y="0"/>
                      <a:ext cx="942810" cy="427079"/>
                    </a:xfrm>
                    <a:prstGeom prst="rect">
                      <a:avLst/>
                    </a:prstGeom>
                    <a:noFill/>
                  </p:spPr>
                  <p:txBody>
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<a:spAutoFit/>
                    </a:bodyPr>
                    <a:p>
                      <a:pPr>
                        <a:defRPr/>
                      </a:pPr>
                      <a:r>
                        <a:rPr lang="fr-FR" sz="2200" b="1">
                          <a:solidFill>
                            <a:srgbClr val="00B050"/>
                          </a:solidFill>
                          <a:latin typeface="CMU Serif"/>
                          <a:ea typeface="CMU Serif"/>
                          <a:cs typeface="CMU Serif"/>
                        </a:rPr>
                        <a:t>Alice</a:t>
                      </a:r>
                      <a:endParaRPr sz="2200" b="1">
                        <a:solidFill>
                          <a:srgbClr val="00B050"/>
                        </a:solidFill>
                        <a:latin typeface="CMU Serif"/>
                        <a:cs typeface="CMU Serif"/>
                      </a:endParaRPr>
                    </a:p>
                  </p:txBody>
                </p:sp>
              </p:grpSp>
              <p:grpSp>
                <p:nvGrpSpPr>
                  <p:cNvPr id="29103951" name=""/>
                  <p:cNvGrpSpPr/>
                  <p:nvPr/>
                </p:nvGrpSpPr>
                <p:grpSpPr bwMode="auto">
                  <a:xfrm>
                    <a:off x="1037313" y="0"/>
                    <a:ext cx="2687640" cy="2150500"/>
                    <a:chOff x="0" y="0"/>
                    <a:chExt cx="2687640" cy="2150500"/>
                  </a:xfrm>
                </p:grpSpPr>
                <p:sp>
                  <p:nvSpPr>
                    <p:cNvPr id="1084947138" name=""/>
                    <p:cNvSpPr/>
                    <p:nvPr/>
                  </p:nvSpPr>
                  <p:spPr bwMode="auto">
                    <a:xfrm rot="0" flipH="0" flipV="0">
                      <a:off x="0" y="483628"/>
                      <a:ext cx="2687640" cy="1666872"/>
                    </a:xfrm>
                    <a:prstGeom prst="flowChartAlternateProcess">
                      <a:avLst/>
                    </a:prstGeom>
                    <a:solidFill>
                      <a:schemeClr val="accent1">
                        <a:lumMod val="40000"/>
                        <a:lumOff val="60000"/>
                        <a:alpha val="24999"/>
                      </a:schemeClr>
                    </a:solidFill>
                    <a:ln w="28575" cap="flat" cmpd="sng" algn="ctr">
                      <a:solidFill>
                        <a:srgbClr val="0095FF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927940431" name=""/>
                    <p:cNvSpPr txBox="1"/>
                    <p:nvPr/>
                  </p:nvSpPr>
                  <p:spPr bwMode="auto">
                    <a:xfrm rot="0" flipH="0" flipV="0">
                      <a:off x="803854" y="0"/>
                      <a:ext cx="1082805" cy="427079"/>
                    </a:xfrm>
                    <a:prstGeom prst="rect">
                      <a:avLst/>
                    </a:prstGeom>
                    <a:noFill/>
                  </p:spPr>
                  <p:txBody>
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<a:spAutoFit/>
                    </a:bodyPr>
                    <a:p>
                      <a:pPr>
                        <a:defRPr/>
                      </a:pPr>
                      <a:r>
                        <a:rPr lang="fr-FR" sz="2200" b="1">
                          <a:solidFill>
                            <a:srgbClr val="45B5FF"/>
                          </a:solidFill>
                          <a:latin typeface="CMU Serif"/>
                          <a:ea typeface="CMU Serif"/>
                          <a:cs typeface="CMU Serif"/>
                        </a:rPr>
                        <a:t>ABSA</a:t>
                      </a:r>
                      <a:endParaRPr sz="2200" b="1">
                        <a:solidFill>
                          <a:srgbClr val="45B5FF"/>
                        </a:solidFill>
                        <a:latin typeface="CMU Serif"/>
                        <a:cs typeface="CMU Serif"/>
                      </a:endParaRPr>
                    </a:p>
                  </p:txBody>
                </p:sp>
              </p:grpSp>
              <p:grpSp>
                <p:nvGrpSpPr>
                  <p:cNvPr id="1580805080" name=""/>
                  <p:cNvGrpSpPr/>
                  <p:nvPr/>
                </p:nvGrpSpPr>
                <p:grpSpPr bwMode="auto">
                  <a:xfrm>
                    <a:off x="3688986" y="0"/>
                    <a:ext cx="1076521" cy="2150500"/>
                    <a:chOff x="0" y="0"/>
                    <a:chExt cx="1076521" cy="2150500"/>
                  </a:xfrm>
                </p:grpSpPr>
                <p:sp>
                  <p:nvSpPr>
                    <p:cNvPr id="1934128956" name=""/>
                    <p:cNvSpPr/>
                    <p:nvPr/>
                  </p:nvSpPr>
                  <p:spPr bwMode="auto">
                    <a:xfrm rot="0" flipH="0" flipV="0">
                      <a:off x="200269" y="483628"/>
                      <a:ext cx="634996" cy="1666872"/>
                    </a:xfrm>
                    <a:prstGeom prst="flowChartAlternateProcess">
                      <a:avLst/>
                    </a:prstGeom>
                    <a:solidFill>
                      <a:srgbClr val="E173FF">
                        <a:alpha val="24999"/>
                      </a:srgbClr>
                    </a:solidFill>
                    <a:ln w="28575" cap="flat" cmpd="sng" algn="ctr">
                      <a:solidFill>
                        <a:srgbClr val="DB4CFF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035398884" name=""/>
                    <p:cNvSpPr txBox="1"/>
                    <p:nvPr/>
                  </p:nvSpPr>
                  <p:spPr bwMode="auto">
                    <a:xfrm rot="0" flipH="0" flipV="0">
                      <a:off x="0" y="0"/>
                      <a:ext cx="1076521" cy="427079"/>
                    </a:xfrm>
                    <a:prstGeom prst="rect">
                      <a:avLst/>
                    </a:prstGeom>
                    <a:noFill/>
                  </p:spPr>
                  <p:txBody>
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<a:spAutoFit/>
                    </a:bodyPr>
                    <a:p>
                      <a:pPr>
                        <a:defRPr/>
                      </a:pPr>
                      <a:r>
                        <a:rPr lang="fr-FR" sz="2200" b="1">
                          <a:solidFill>
                            <a:srgbClr val="DB4CFF"/>
                          </a:solidFill>
                          <a:latin typeface="CMU Serif"/>
                          <a:ea typeface="CMU Serif"/>
                          <a:cs typeface="CMU Serif"/>
                        </a:rPr>
                        <a:t>RGSS</a:t>
                      </a:r>
                      <a:endParaRPr sz="2200" b="1">
                        <a:solidFill>
                          <a:srgbClr val="DB4CFF"/>
                        </a:solidFill>
                        <a:latin typeface="CMU Serif"/>
                        <a:cs typeface="CMU Serif"/>
                      </a:endParaRPr>
                    </a:p>
                  </p:txBody>
                </p:sp>
              </p:grpSp>
              <p:grpSp>
                <p:nvGrpSpPr>
                  <p:cNvPr id="910855257" name=""/>
                  <p:cNvGrpSpPr/>
                  <p:nvPr/>
                </p:nvGrpSpPr>
                <p:grpSpPr bwMode="auto">
                  <a:xfrm>
                    <a:off x="11163296" y="0"/>
                    <a:ext cx="865890" cy="2150500"/>
                    <a:chOff x="0" y="0"/>
                    <a:chExt cx="865890" cy="2150500"/>
                  </a:xfrm>
                </p:grpSpPr>
                <p:sp>
                  <p:nvSpPr>
                    <p:cNvPr id="955929558" name=""/>
                    <p:cNvSpPr/>
                    <p:nvPr/>
                  </p:nvSpPr>
                  <p:spPr bwMode="auto">
                    <a:xfrm rot="0" flipH="0" flipV="0">
                      <a:off x="22718" y="483628"/>
                      <a:ext cx="752483" cy="1666872"/>
                    </a:xfrm>
                    <a:prstGeom prst="flowChartAlternateProcess">
                      <a:avLst/>
                    </a:prstGeom>
                    <a:solidFill>
                      <a:srgbClr val="92D050">
                        <a:alpha val="24999"/>
                      </a:srgbClr>
                    </a:solidFill>
                    <a:ln w="28575" cap="flat" cmpd="sng" algn="ctr">
                      <a:solidFill>
                        <a:srgbClr val="00B05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anchor="ctr"/>
                    <a:p>
                      <a:pPr algn="ctr">
                        <a:defRPr/>
                      </a:pPr>
                      <a:endParaRPr/>
                    </a:p>
                  </p:txBody>
                </p:sp>
                <p:sp>
                  <p:nvSpPr>
                    <p:cNvPr id="1559880323" name=""/>
                    <p:cNvSpPr txBox="1"/>
                    <p:nvPr/>
                  </p:nvSpPr>
                  <p:spPr bwMode="auto">
                    <a:xfrm rot="0" flipH="0" flipV="0">
                      <a:off x="0" y="0"/>
                      <a:ext cx="865890" cy="427079"/>
                    </a:xfrm>
                    <a:prstGeom prst="rect">
                      <a:avLst/>
                    </a:prstGeom>
                    <a:noFill/>
                  </p:spPr>
                  <p:txBody>
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<a:spAutoFit/>
                    </a:bodyPr>
                    <a:p>
                      <a:pPr>
                        <a:defRPr/>
                      </a:pPr>
                      <a:r>
                        <a:rPr lang="fr-FR" sz="2200" b="1">
                          <a:solidFill>
                            <a:srgbClr val="00B050"/>
                          </a:solidFill>
                          <a:latin typeface="CMU Serif"/>
                          <a:ea typeface="CMU Serif"/>
                          <a:cs typeface="CMU Serif"/>
                        </a:rPr>
                        <a:t>Bob</a:t>
                      </a:r>
                      <a:endParaRPr sz="2200" b="1">
                        <a:solidFill>
                          <a:srgbClr val="00B050"/>
                        </a:solidFill>
                        <a:latin typeface="CMU Serif"/>
                        <a:cs typeface="CMU Serif"/>
                      </a:endParaRPr>
                    </a:p>
                  </p:txBody>
                </p:sp>
              </p:grpSp>
              <p:grpSp>
                <p:nvGrpSpPr>
                  <p:cNvPr id="1604090773" name=""/>
                  <p:cNvGrpSpPr/>
                  <p:nvPr/>
                </p:nvGrpSpPr>
                <p:grpSpPr bwMode="auto">
                  <a:xfrm>
                    <a:off x="4688562" y="0"/>
                    <a:ext cx="2687640" cy="2150499"/>
                    <a:chOff x="0" y="0"/>
                    <a:chExt cx="2687640" cy="2150499"/>
                  </a:xfrm>
                </p:grpSpPr>
                <p:sp>
                  <p:nvSpPr>
                    <p:cNvPr id="1292273443" name=""/>
                    <p:cNvSpPr/>
                    <p:nvPr/>
                  </p:nvSpPr>
                  <p:spPr bwMode="auto">
                    <a:xfrm rot="0" flipH="0" flipV="0">
                      <a:off x="0" y="483627"/>
                      <a:ext cx="2687640" cy="1666872"/>
                    </a:xfrm>
                    <a:prstGeom prst="flowChartAlternateProcess">
                      <a:avLst/>
                    </a:prstGeom>
                    <a:solidFill>
                      <a:schemeClr val="accent1">
                        <a:lumMod val="40000"/>
                        <a:lumOff val="60000"/>
                        <a:alpha val="24999"/>
                      </a:schemeClr>
                    </a:solidFill>
                    <a:ln w="28575" cap="flat" cmpd="sng" algn="ctr">
                      <a:solidFill>
                        <a:srgbClr val="0095FF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808998359" name=""/>
                    <p:cNvSpPr txBox="1"/>
                    <p:nvPr/>
                  </p:nvSpPr>
                  <p:spPr bwMode="auto">
                    <a:xfrm rot="0" flipH="0" flipV="0">
                      <a:off x="803854" y="0"/>
                      <a:ext cx="1083163" cy="427079"/>
                    </a:xfrm>
                    <a:prstGeom prst="rect">
                      <a:avLst/>
                    </a:prstGeom>
                    <a:noFill/>
                  </p:spPr>
                  <p:txBody>
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<a:spAutoFit/>
                    </a:bodyPr>
                    <a:p>
                      <a:pPr>
                        <a:defRPr/>
                      </a:pPr>
                      <a:r>
                        <a:rPr lang="fr-FR" sz="2200" b="1">
                          <a:solidFill>
                            <a:srgbClr val="45B5FF"/>
                          </a:solidFill>
                          <a:latin typeface="CMU Serif"/>
                          <a:ea typeface="CMU Serif"/>
                          <a:cs typeface="CMU Serif"/>
                        </a:rPr>
                        <a:t>ABSA</a:t>
                      </a:r>
                      <a:endParaRPr sz="2200" b="1">
                        <a:solidFill>
                          <a:srgbClr val="45B5FF"/>
                        </a:solidFill>
                        <a:latin typeface="CMU Serif"/>
                        <a:cs typeface="CMU Serif"/>
                      </a:endParaRPr>
                    </a:p>
                  </p:txBody>
                </p:sp>
              </p:grpSp>
              <p:grpSp>
                <p:nvGrpSpPr>
                  <p:cNvPr id="1887928424" name=""/>
                  <p:cNvGrpSpPr/>
                  <p:nvPr/>
                </p:nvGrpSpPr>
                <p:grpSpPr bwMode="auto">
                  <a:xfrm>
                    <a:off x="7340238" y="0"/>
                    <a:ext cx="1076881" cy="2150499"/>
                    <a:chOff x="0" y="0"/>
                    <a:chExt cx="1076881" cy="2150499"/>
                  </a:xfrm>
                </p:grpSpPr>
                <p:sp>
                  <p:nvSpPr>
                    <p:cNvPr id="1225041069" name=""/>
                    <p:cNvSpPr/>
                    <p:nvPr/>
                  </p:nvSpPr>
                  <p:spPr bwMode="auto">
                    <a:xfrm rot="0" flipH="0" flipV="0">
                      <a:off x="200269" y="483627"/>
                      <a:ext cx="634995" cy="1666872"/>
                    </a:xfrm>
                    <a:prstGeom prst="flowChartAlternateProcess">
                      <a:avLst/>
                    </a:prstGeom>
                    <a:solidFill>
                      <a:srgbClr val="E173FF">
                        <a:alpha val="24999"/>
                      </a:srgbClr>
                    </a:solidFill>
                    <a:ln w="28575" cap="flat" cmpd="sng" algn="ctr">
                      <a:solidFill>
                        <a:srgbClr val="DB4CFF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627832992" name=""/>
                    <p:cNvSpPr txBox="1"/>
                    <p:nvPr/>
                  </p:nvSpPr>
                  <p:spPr bwMode="auto">
                    <a:xfrm rot="0" flipH="0" flipV="0">
                      <a:off x="0" y="0"/>
                      <a:ext cx="1076881" cy="427079"/>
                    </a:xfrm>
                    <a:prstGeom prst="rect">
                      <a:avLst/>
                    </a:prstGeom>
                    <a:noFill/>
                  </p:spPr>
                  <p:txBody>
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<a:spAutoFit/>
                    </a:bodyPr>
                    <a:p>
                      <a:pPr>
                        <a:defRPr/>
                      </a:pPr>
                      <a:r>
                        <a:rPr lang="fr-FR" sz="2200" b="1">
                          <a:solidFill>
                            <a:srgbClr val="DB4CFF"/>
                          </a:solidFill>
                          <a:latin typeface="CMU Serif"/>
                          <a:ea typeface="CMU Serif"/>
                          <a:cs typeface="CMU Serif"/>
                        </a:rPr>
                        <a:t>RGSS</a:t>
                      </a:r>
                      <a:endParaRPr sz="2200" b="1">
                        <a:solidFill>
                          <a:srgbClr val="DB4CFF"/>
                        </a:solidFill>
                        <a:latin typeface="CMU Serif"/>
                        <a:cs typeface="CMU Serif"/>
                      </a:endParaRPr>
                    </a:p>
                  </p:txBody>
                </p:sp>
              </p:grpSp>
              <p:grpSp>
                <p:nvGrpSpPr>
                  <p:cNvPr id="900435793" name=""/>
                  <p:cNvGrpSpPr/>
                  <p:nvPr/>
                </p:nvGrpSpPr>
                <p:grpSpPr bwMode="auto">
                  <a:xfrm>
                    <a:off x="8359221" y="0"/>
                    <a:ext cx="2687640" cy="2150499"/>
                    <a:chOff x="0" y="0"/>
                    <a:chExt cx="2687640" cy="2150499"/>
                  </a:xfrm>
                </p:grpSpPr>
                <p:sp>
                  <p:nvSpPr>
                    <p:cNvPr id="1728705179" name=""/>
                    <p:cNvSpPr/>
                    <p:nvPr/>
                  </p:nvSpPr>
                  <p:spPr bwMode="auto">
                    <a:xfrm rot="0" flipH="0" flipV="0">
                      <a:off x="0" y="483627"/>
                      <a:ext cx="2687640" cy="1666872"/>
                    </a:xfrm>
                    <a:prstGeom prst="flowChartAlternateProcess">
                      <a:avLst/>
                    </a:prstGeom>
                    <a:solidFill>
                      <a:schemeClr val="accent1">
                        <a:lumMod val="40000"/>
                        <a:lumOff val="60000"/>
                        <a:alpha val="24999"/>
                      </a:schemeClr>
                    </a:solidFill>
                    <a:ln w="28575" cap="flat" cmpd="sng" algn="ctr">
                      <a:solidFill>
                        <a:srgbClr val="0095FF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2126937947" name=""/>
                    <p:cNvSpPr txBox="1"/>
                    <p:nvPr/>
                  </p:nvSpPr>
                  <p:spPr bwMode="auto">
                    <a:xfrm rot="0" flipH="0" flipV="0">
                      <a:off x="803854" y="0"/>
                      <a:ext cx="1083524" cy="427079"/>
                    </a:xfrm>
                    <a:prstGeom prst="rect">
                      <a:avLst/>
                    </a:prstGeom>
                    <a:noFill/>
                  </p:spPr>
                  <p:txBody>
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<a:spAutoFit/>
                    </a:bodyPr>
                    <a:p>
                      <a:pPr>
                        <a:defRPr/>
                      </a:pPr>
                      <a:r>
                        <a:rPr lang="fr-FR" sz="2200" b="1">
                          <a:solidFill>
                            <a:srgbClr val="45B5FF"/>
                          </a:solidFill>
                          <a:latin typeface="CMU Serif"/>
                          <a:ea typeface="CMU Serif"/>
                          <a:cs typeface="CMU Serif"/>
                        </a:rPr>
                        <a:t>ABSA</a:t>
                      </a:r>
                      <a:endParaRPr sz="2200" b="1">
                        <a:solidFill>
                          <a:srgbClr val="45B5FF"/>
                        </a:solidFill>
                        <a:latin typeface="CMU Serif"/>
                        <a:cs typeface="CMU Serif"/>
                      </a:endParaRPr>
                    </a:p>
                  </p:txBody>
                </p:sp>
              </p:grpSp>
            </p:grpSp>
            <p:grpSp>
              <p:nvGrpSpPr>
                <p:cNvPr id="1513207986" name=""/>
                <p:cNvGrpSpPr/>
                <p:nvPr/>
              </p:nvGrpSpPr>
              <p:grpSpPr bwMode="auto">
                <a:xfrm rot="0" flipH="0" flipV="0">
                  <a:off x="227680" y="612300"/>
                  <a:ext cx="11615710" cy="1408946"/>
                  <a:chOff x="0" y="0"/>
                  <a:chExt cx="11615710" cy="1408946"/>
                </a:xfrm>
              </p:grpSpPr>
              <p:grpSp>
                <p:nvGrpSpPr>
                  <p:cNvPr id="1035352522" name=""/>
                  <p:cNvGrpSpPr/>
                  <p:nvPr/>
                </p:nvGrpSpPr>
                <p:grpSpPr bwMode="auto">
                  <a:xfrm>
                    <a:off x="2248852" y="0"/>
                    <a:ext cx="3461329" cy="1408946"/>
                    <a:chOff x="0" y="0"/>
                    <a:chExt cx="3461329" cy="1408946"/>
                  </a:xfrm>
                </p:grpSpPr>
                <p:grpSp>
                  <p:nvGrpSpPr>
                    <p:cNvPr id="865577113" name=""/>
                    <p:cNvGrpSpPr/>
                    <p:nvPr/>
                  </p:nvGrpSpPr>
                  <p:grpSpPr bwMode="auto">
                    <a:xfrm rot="10800000" flipH="0" flipV="0">
                      <a:off x="883775" y="167078"/>
                      <a:ext cx="1693773" cy="1067280"/>
                      <a:chOff x="0" y="0"/>
                      <a:chExt cx="1693773" cy="1067280"/>
                    </a:xfrm>
                  </p:grpSpPr>
                  <p:cxnSp>
                    <p:nvCxnSpPr>
                      <p:cNvPr id="698587612" name=""/>
                      <p:cNvCxnSpPr/>
                      <p:nvPr/>
                    </p:nvCxnSpPr>
                    <p:spPr bwMode="auto">
                      <a:xfrm rot="0" flipH="0" flipV="0">
                        <a:off x="0" y="533637"/>
                        <a:ext cx="1693773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875950749" name=""/>
                      <p:cNvCxnSpPr/>
                      <p:nvPr/>
                    </p:nvCxnSpPr>
                    <p:spPr bwMode="auto">
                      <a:xfrm rot="0" flipH="0" flipV="0">
                        <a:off x="284321" y="0"/>
                        <a:ext cx="1409449" cy="53739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697747774" name=""/>
                      <p:cNvCxnSpPr/>
                      <p:nvPr/>
                    </p:nvCxnSpPr>
                    <p:spPr bwMode="auto">
                      <a:xfrm rot="0" flipH="0" flipV="0">
                        <a:off x="0" y="529887"/>
                        <a:ext cx="1409449" cy="53739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30274736" name=""/>
                      <p:cNvCxnSpPr/>
                      <p:nvPr/>
                    </p:nvCxnSpPr>
                    <p:spPr bwMode="auto">
                      <a:xfrm rot="0" flipH="0" flipV="0">
                        <a:off x="284321" y="1063530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801381023" name=""/>
                      <p:cNvCxnSpPr/>
                      <p:nvPr/>
                    </p:nvCxnSpPr>
                    <p:spPr bwMode="auto">
                      <a:xfrm rot="0" flipH="0" flipV="0">
                        <a:off x="284321" y="3747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345189383" name=""/>
                      <p:cNvCxnSpPr/>
                      <p:nvPr/>
                    </p:nvCxnSpPr>
                    <p:spPr bwMode="auto">
                      <a:xfrm rot="0" flipH="0" flipV="1">
                        <a:off x="0" y="7497"/>
                        <a:ext cx="1409449" cy="522387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87018562" name=""/>
                      <p:cNvCxnSpPr/>
                      <p:nvPr/>
                    </p:nvCxnSpPr>
                    <p:spPr bwMode="auto">
                      <a:xfrm rot="0" flipH="0" flipV="1">
                        <a:off x="284321" y="537390"/>
                        <a:ext cx="1409449" cy="522388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14722515" name=""/>
                      <p:cNvCxnSpPr/>
                      <p:nvPr/>
                    </p:nvCxnSpPr>
                    <p:spPr bwMode="auto">
                      <a:xfrm rot="0" flipH="0" flipV="1">
                        <a:off x="284321" y="7497"/>
                        <a:ext cx="1125126" cy="105228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89682495" name=""/>
                      <p:cNvCxnSpPr/>
                      <p:nvPr/>
                    </p:nvCxnSpPr>
                    <p:spPr bwMode="auto">
                      <a:xfrm rot="10800000" flipH="0" flipV="0">
                        <a:off x="284321" y="0"/>
                        <a:ext cx="1125126" cy="106728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2116198681" name=""/>
                    <p:cNvSpPr/>
                    <p:nvPr/>
                  </p:nvSpPr>
                  <p:spPr bwMode="auto">
                    <a:xfrm rot="10800000" flipH="0" flipV="0">
                      <a:off x="2577555" y="529887"/>
                      <a:ext cx="349165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507491224" name=""/>
                    <p:cNvSpPr/>
                    <p:nvPr/>
                  </p:nvSpPr>
                  <p:spPr bwMode="auto">
                    <a:xfrm rot="10800000" flipH="0" flipV="0">
                      <a:off x="2293228" y="0"/>
                      <a:ext cx="349165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79913505" name=""/>
                    <p:cNvSpPr/>
                    <p:nvPr/>
                  </p:nvSpPr>
                  <p:spPr bwMode="auto">
                    <a:xfrm rot="10800000" flipH="0" flipV="0">
                      <a:off x="2293228" y="1059777"/>
                      <a:ext cx="349166" cy="349167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047333159" name=""/>
                    <p:cNvCxnSpPr/>
                    <p:nvPr/>
                  </p:nvCxnSpPr>
                  <p:spPr bwMode="auto">
                    <a:xfrm rot="0" flipH="0" flipV="0">
                      <a:off x="349165" y="174582"/>
                      <a:ext cx="46976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69798289" name=""/>
                    <p:cNvSpPr/>
                    <p:nvPr/>
                  </p:nvSpPr>
                  <p:spPr bwMode="auto">
                    <a:xfrm rot="0" flipH="0" flipV="0">
                      <a:off x="534609" y="529887"/>
                      <a:ext cx="349165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663879653" name=""/>
                    <p:cNvSpPr/>
                    <p:nvPr/>
                  </p:nvSpPr>
                  <p:spPr bwMode="auto">
                    <a:xfrm rot="0" flipH="0" flipV="0">
                      <a:off x="818931" y="1059779"/>
                      <a:ext cx="349165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651806466" name=""/>
                    <p:cNvSpPr/>
                    <p:nvPr/>
                  </p:nvSpPr>
                  <p:spPr bwMode="auto">
                    <a:xfrm rot="0" flipH="0" flipV="0">
                      <a:off x="818929" y="0"/>
                      <a:ext cx="349166" cy="349167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162853524" name=""/>
                    <p:cNvSpPr/>
                    <p:nvPr/>
                  </p:nvSpPr>
                  <p:spPr bwMode="auto">
                    <a:xfrm rot="0" flipH="0" flipV="0">
                      <a:off x="0" y="529887"/>
                      <a:ext cx="349165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627803101" name=""/>
                    <p:cNvSpPr/>
                    <p:nvPr/>
                  </p:nvSpPr>
                  <p:spPr bwMode="auto">
                    <a:xfrm rot="0" flipH="0" flipV="0">
                      <a:off x="0" y="1059779"/>
                      <a:ext cx="349165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48300712" name=""/>
                    <p:cNvCxnSpPr/>
                    <p:nvPr/>
                  </p:nvCxnSpPr>
                  <p:spPr bwMode="auto">
                    <a:xfrm rot="0" flipH="0" flipV="0">
                      <a:off x="349165" y="704472"/>
                      <a:ext cx="185437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83601848" name=""/>
                    <p:cNvCxnSpPr/>
                    <p:nvPr/>
                  </p:nvCxnSpPr>
                  <p:spPr bwMode="auto">
                    <a:xfrm rot="0" flipH="0" flipV="1">
                      <a:off x="349165" y="1234364"/>
                      <a:ext cx="46976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876972499" name=""/>
                    <p:cNvSpPr/>
                    <p:nvPr/>
                  </p:nvSpPr>
                  <p:spPr bwMode="auto">
                    <a:xfrm rot="10800000" flipH="0" flipV="0">
                      <a:off x="3112164" y="529889"/>
                      <a:ext cx="349165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775070314" name=""/>
                    <p:cNvSpPr/>
                    <p:nvPr/>
                  </p:nvSpPr>
                  <p:spPr bwMode="auto">
                    <a:xfrm rot="0" flipH="0" flipV="0">
                      <a:off x="0" y="0"/>
                      <a:ext cx="349165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505188148" name=""/>
                    <p:cNvSpPr/>
                    <p:nvPr/>
                  </p:nvSpPr>
                  <p:spPr bwMode="auto">
                    <a:xfrm rot="10800000" flipH="0" flipV="0">
                      <a:off x="3112164" y="0"/>
                      <a:ext cx="349165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543806525" name=""/>
                    <p:cNvSpPr/>
                    <p:nvPr/>
                  </p:nvSpPr>
                  <p:spPr bwMode="auto">
                    <a:xfrm rot="10800000" flipH="0" flipV="0">
                      <a:off x="3112164" y="1059779"/>
                      <a:ext cx="349165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854032395" name=""/>
                    <p:cNvCxnSpPr/>
                    <p:nvPr/>
                  </p:nvCxnSpPr>
                  <p:spPr bwMode="auto">
                    <a:xfrm rot="10800000" flipH="0" flipV="0">
                      <a:off x="2642400" y="1234364"/>
                      <a:ext cx="46976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09976911" name=""/>
                    <p:cNvCxnSpPr/>
                    <p:nvPr/>
                  </p:nvCxnSpPr>
                  <p:spPr bwMode="auto">
                    <a:xfrm rot="10800000" flipH="0" flipV="0">
                      <a:off x="2926723" y="704475"/>
                      <a:ext cx="185437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46812841" name=""/>
                    <p:cNvCxnSpPr/>
                    <p:nvPr/>
                  </p:nvCxnSpPr>
                  <p:spPr bwMode="auto">
                    <a:xfrm rot="10800000" flipH="0" flipV="1">
                      <a:off x="2642400" y="174582"/>
                      <a:ext cx="46976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26029640" name=""/>
                  <p:cNvGrpSpPr/>
                  <p:nvPr/>
                </p:nvGrpSpPr>
                <p:grpSpPr bwMode="auto">
                  <a:xfrm>
                    <a:off x="0" y="0"/>
                    <a:ext cx="2053507" cy="1408945"/>
                    <a:chOff x="0" y="0"/>
                    <a:chExt cx="2053507" cy="1408945"/>
                  </a:xfrm>
                </p:grpSpPr>
                <p:cxnSp>
                  <p:nvCxnSpPr>
                    <p:cNvPr id="32369284" name=""/>
                    <p:cNvCxnSpPr/>
                    <p:nvPr/>
                  </p:nvCxnSpPr>
                  <p:spPr bwMode="auto">
                    <a:xfrm rot="10800000" flipH="0" flipV="0">
                      <a:off x="1234576" y="1234364"/>
                      <a:ext cx="46976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855754387" name=""/>
                    <p:cNvSpPr/>
                    <p:nvPr/>
                  </p:nvSpPr>
                  <p:spPr bwMode="auto">
                    <a:xfrm rot="10800000" flipH="0" flipV="0">
                      <a:off x="885408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383015679" name=""/>
                    <p:cNvSpPr/>
                    <p:nvPr/>
                  </p:nvSpPr>
                  <p:spPr bwMode="auto">
                    <a:xfrm rot="10800000" flipH="0" flipV="0">
                      <a:off x="885408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2083409196" name=""/>
                    <p:cNvSpPr/>
                    <p:nvPr/>
                  </p:nvSpPr>
                  <p:spPr bwMode="auto">
                    <a:xfrm rot="10800000" flipH="0" flipV="0">
                      <a:off x="885406" y="1059777"/>
                      <a:ext cx="349165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792769665" name=""/>
                    <p:cNvSpPr/>
                    <p:nvPr/>
                  </p:nvSpPr>
                  <p:spPr bwMode="auto">
                    <a:xfrm rot="10800000" flipH="0" flipV="0">
                      <a:off x="1704341" y="529889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343155278" name=""/>
                    <p:cNvSpPr/>
                    <p:nvPr/>
                  </p:nvSpPr>
                  <p:spPr bwMode="auto">
                    <a:xfrm rot="10800000" flipH="0" flipV="0">
                      <a:off x="1704341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086257198" name=""/>
                    <p:cNvCxnSpPr/>
                    <p:nvPr/>
                  </p:nvCxnSpPr>
                  <p:spPr bwMode="auto">
                    <a:xfrm rot="10800000" flipH="0" flipV="0">
                      <a:off x="1234576" y="704475"/>
                      <a:ext cx="46976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5124877" name=""/>
                    <p:cNvCxnSpPr/>
                    <p:nvPr/>
                  </p:nvCxnSpPr>
                  <p:spPr bwMode="auto">
                    <a:xfrm rot="10800000" flipH="0" flipV="1">
                      <a:off x="1234576" y="174582"/>
                      <a:ext cx="46976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64505978" name=""/>
                    <p:cNvCxnSpPr/>
                    <p:nvPr/>
                  </p:nvCxnSpPr>
                  <p:spPr bwMode="auto">
                    <a:xfrm rot="10800000" flipH="0" flipV="0">
                      <a:off x="298030" y="827922"/>
                      <a:ext cx="587373" cy="406437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061983810" name=""/>
                    <p:cNvSpPr/>
                    <p:nvPr/>
                  </p:nvSpPr>
                  <p:spPr bwMode="auto">
                    <a:xfrm rot="10800000" flipH="0" flipV="0">
                      <a:off x="1704341" y="1059779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810406538" name=""/>
                    <p:cNvCxnSpPr/>
                    <p:nvPr/>
                  </p:nvCxnSpPr>
                  <p:spPr bwMode="auto">
                    <a:xfrm rot="10800000" flipH="0" flipV="1">
                      <a:off x="349165" y="704475"/>
                      <a:ext cx="53624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37305348" name=""/>
                    <p:cNvCxnSpPr/>
                    <p:nvPr/>
                  </p:nvCxnSpPr>
                  <p:spPr bwMode="auto">
                    <a:xfrm rot="10800000" flipH="0" flipV="1">
                      <a:off x="298031" y="174582"/>
                      <a:ext cx="587376" cy="406439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003918468" name=""/>
                    <p:cNvSpPr/>
                    <p:nvPr/>
                  </p:nvSpPr>
                  <p:spPr bwMode="auto">
                    <a:xfrm rot="10800000" flipH="0" flipV="0">
                      <a:off x="0" y="529889"/>
                      <a:ext cx="349165" cy="349165"/>
                    </a:xfrm>
                    <a:prstGeom prst="ellipse">
                      <a:avLst/>
                    </a:prstGeom>
                    <a:solidFill>
                      <a:srgbClr val="E173FF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  <p:grpSp>
                <p:nvGrpSpPr>
                  <p:cNvPr id="1904355940" name=""/>
                  <p:cNvGrpSpPr/>
                  <p:nvPr/>
                </p:nvGrpSpPr>
                <p:grpSpPr bwMode="auto">
                  <a:xfrm rot="10800000">
                    <a:off x="9562202" y="0"/>
                    <a:ext cx="2053507" cy="1408945"/>
                    <a:chOff x="0" y="0"/>
                    <a:chExt cx="2053507" cy="1408945"/>
                  </a:xfrm>
                </p:grpSpPr>
                <p:cxnSp>
                  <p:nvCxnSpPr>
                    <p:cNvPr id="1148313949" name=""/>
                    <p:cNvCxnSpPr/>
                    <p:nvPr/>
                  </p:nvCxnSpPr>
                  <p:spPr bwMode="auto">
                    <a:xfrm rot="10800000" flipH="0" flipV="0">
                      <a:off x="1234576" y="1234364"/>
                      <a:ext cx="46976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323839680" name=""/>
                    <p:cNvSpPr/>
                    <p:nvPr/>
                  </p:nvSpPr>
                  <p:spPr bwMode="auto">
                    <a:xfrm rot="10800000" flipH="0" flipV="0">
                      <a:off x="885408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353001769" name=""/>
                    <p:cNvSpPr/>
                    <p:nvPr/>
                  </p:nvSpPr>
                  <p:spPr bwMode="auto">
                    <a:xfrm rot="10800000" flipH="0" flipV="0">
                      <a:off x="885408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327012200" name=""/>
                    <p:cNvSpPr/>
                    <p:nvPr/>
                  </p:nvSpPr>
                  <p:spPr bwMode="auto">
                    <a:xfrm rot="10800000" flipH="0" flipV="0">
                      <a:off x="885406" y="1059777"/>
                      <a:ext cx="349165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2021974357" name=""/>
                    <p:cNvSpPr/>
                    <p:nvPr/>
                  </p:nvSpPr>
                  <p:spPr bwMode="auto">
                    <a:xfrm rot="10800000" flipH="0" flipV="0">
                      <a:off x="1704341" y="529889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633814823" name=""/>
                    <p:cNvSpPr/>
                    <p:nvPr/>
                  </p:nvSpPr>
                  <p:spPr bwMode="auto">
                    <a:xfrm rot="10800000" flipH="0" flipV="0">
                      <a:off x="1704341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222278101" name=""/>
                    <p:cNvCxnSpPr/>
                    <p:nvPr/>
                  </p:nvCxnSpPr>
                  <p:spPr bwMode="auto">
                    <a:xfrm rot="10800000" flipH="0" flipV="0">
                      <a:off x="1234576" y="704475"/>
                      <a:ext cx="46976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9044310" name=""/>
                    <p:cNvCxnSpPr/>
                    <p:nvPr/>
                  </p:nvCxnSpPr>
                  <p:spPr bwMode="auto">
                    <a:xfrm rot="10800000" flipH="0" flipV="1">
                      <a:off x="1234576" y="174582"/>
                      <a:ext cx="46976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11329625" name=""/>
                    <p:cNvCxnSpPr/>
                    <p:nvPr/>
                  </p:nvCxnSpPr>
                  <p:spPr bwMode="auto">
                    <a:xfrm rot="10800000" flipH="0" flipV="0">
                      <a:off x="298029" y="827922"/>
                      <a:ext cx="587373" cy="406435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32807815" name=""/>
                    <p:cNvSpPr/>
                    <p:nvPr/>
                  </p:nvSpPr>
                  <p:spPr bwMode="auto">
                    <a:xfrm rot="10800000" flipH="0" flipV="0">
                      <a:off x="1704341" y="1059779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714274791" name=""/>
                    <p:cNvCxnSpPr/>
                    <p:nvPr/>
                  </p:nvCxnSpPr>
                  <p:spPr bwMode="auto">
                    <a:xfrm rot="10800000" flipH="0" flipV="1">
                      <a:off x="349165" y="704475"/>
                      <a:ext cx="536239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24728148" name=""/>
                    <p:cNvCxnSpPr/>
                    <p:nvPr/>
                  </p:nvCxnSpPr>
                  <p:spPr bwMode="auto">
                    <a:xfrm rot="10800000" flipH="0" flipV="1">
                      <a:off x="298030" y="174582"/>
                      <a:ext cx="587373" cy="406438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642934101" name=""/>
                    <p:cNvSpPr/>
                    <p:nvPr/>
                  </p:nvSpPr>
                  <p:spPr bwMode="auto">
                    <a:xfrm rot="10800000" flipH="0" flipV="0">
                      <a:off x="0" y="529889"/>
                      <a:ext cx="349165" cy="349165"/>
                    </a:xfrm>
                    <a:prstGeom prst="ellipse">
                      <a:avLst/>
                    </a:prstGeom>
                    <a:solidFill>
                      <a:srgbClr val="E173FF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  <p:grpSp>
                <p:nvGrpSpPr>
                  <p:cNvPr id="1306525127" name=""/>
                  <p:cNvGrpSpPr/>
                  <p:nvPr/>
                </p:nvGrpSpPr>
                <p:grpSpPr bwMode="auto">
                  <a:xfrm rot="10800000">
                    <a:off x="5905533" y="1"/>
                    <a:ext cx="3461328" cy="1408943"/>
                    <a:chOff x="0" y="0"/>
                    <a:chExt cx="3461328" cy="1408943"/>
                  </a:xfrm>
                </p:grpSpPr>
                <p:grpSp>
                  <p:nvGrpSpPr>
                    <p:cNvPr id="432308689" name=""/>
                    <p:cNvGrpSpPr/>
                    <p:nvPr/>
                  </p:nvGrpSpPr>
                  <p:grpSpPr bwMode="auto">
                    <a:xfrm rot="10800000" flipH="0" flipV="0">
                      <a:off x="883775" y="167079"/>
                      <a:ext cx="1693773" cy="1067278"/>
                      <a:chOff x="0" y="0"/>
                      <a:chExt cx="1693773" cy="1067278"/>
                    </a:xfrm>
                  </p:grpSpPr>
                  <p:cxnSp>
                    <p:nvCxnSpPr>
                      <p:cNvPr id="279467567" name=""/>
                      <p:cNvCxnSpPr/>
                      <p:nvPr/>
                    </p:nvCxnSpPr>
                    <p:spPr bwMode="auto">
                      <a:xfrm rot="0" flipH="0" flipV="0">
                        <a:off x="0" y="533637"/>
                        <a:ext cx="1693773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951855896" name=""/>
                      <p:cNvCxnSpPr/>
                      <p:nvPr/>
                    </p:nvCxnSpPr>
                    <p:spPr bwMode="auto">
                      <a:xfrm rot="0" flipH="0" flipV="0">
                        <a:off x="284319" y="0"/>
                        <a:ext cx="1409448" cy="53739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34225232" name=""/>
                      <p:cNvCxnSpPr/>
                      <p:nvPr/>
                    </p:nvCxnSpPr>
                    <p:spPr bwMode="auto">
                      <a:xfrm rot="0" flipH="0" flipV="0">
                        <a:off x="0" y="529886"/>
                        <a:ext cx="1409448" cy="53739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946741612" name=""/>
                      <p:cNvCxnSpPr/>
                      <p:nvPr/>
                    </p:nvCxnSpPr>
                    <p:spPr bwMode="auto">
                      <a:xfrm rot="0" flipH="0" flipV="0">
                        <a:off x="284319" y="1063530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32353738" name=""/>
                      <p:cNvCxnSpPr/>
                      <p:nvPr/>
                    </p:nvCxnSpPr>
                    <p:spPr bwMode="auto">
                      <a:xfrm rot="0" flipH="0" flipV="0">
                        <a:off x="284319" y="3746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622044963" name=""/>
                      <p:cNvCxnSpPr/>
                      <p:nvPr/>
                    </p:nvCxnSpPr>
                    <p:spPr bwMode="auto">
                      <a:xfrm rot="0" flipH="0" flipV="1">
                        <a:off x="0" y="7497"/>
                        <a:ext cx="1409448" cy="522387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06502271" name=""/>
                      <p:cNvCxnSpPr/>
                      <p:nvPr/>
                    </p:nvCxnSpPr>
                    <p:spPr bwMode="auto">
                      <a:xfrm rot="0" flipH="0" flipV="1">
                        <a:off x="284319" y="537390"/>
                        <a:ext cx="1409448" cy="522387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863081280" name=""/>
                      <p:cNvCxnSpPr/>
                      <p:nvPr/>
                    </p:nvCxnSpPr>
                    <p:spPr bwMode="auto">
                      <a:xfrm rot="0" flipH="0" flipV="1">
                        <a:off x="284319" y="7497"/>
                        <a:ext cx="1125126" cy="105228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995913804" name=""/>
                      <p:cNvCxnSpPr/>
                      <p:nvPr/>
                    </p:nvCxnSpPr>
                    <p:spPr bwMode="auto">
                      <a:xfrm rot="10800000" flipH="0" flipV="0">
                        <a:off x="284319" y="0"/>
                        <a:ext cx="1125126" cy="1067278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738649948" name=""/>
                    <p:cNvSpPr/>
                    <p:nvPr/>
                  </p:nvSpPr>
                  <p:spPr bwMode="auto">
                    <a:xfrm rot="10800000" flipH="0" flipV="0">
                      <a:off x="2577555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960860659" name=""/>
                    <p:cNvSpPr/>
                    <p:nvPr/>
                  </p:nvSpPr>
                  <p:spPr bwMode="auto">
                    <a:xfrm rot="10800000" flipH="0" flipV="0">
                      <a:off x="2293228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169394025" name=""/>
                    <p:cNvSpPr/>
                    <p:nvPr/>
                  </p:nvSpPr>
                  <p:spPr bwMode="auto">
                    <a:xfrm rot="10800000" flipH="0" flipV="0">
                      <a:off x="2293227" y="1059777"/>
                      <a:ext cx="349165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15590963" name=""/>
                    <p:cNvCxnSpPr/>
                    <p:nvPr/>
                  </p:nvCxnSpPr>
                  <p:spPr bwMode="auto">
                    <a:xfrm rot="0" flipH="0" flipV="0">
                      <a:off x="349165" y="174582"/>
                      <a:ext cx="46976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325210458" name=""/>
                    <p:cNvSpPr/>
                    <p:nvPr/>
                  </p:nvSpPr>
                  <p:spPr bwMode="auto">
                    <a:xfrm rot="0" flipH="0" flipV="0">
                      <a:off x="534609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345145419" name=""/>
                    <p:cNvSpPr/>
                    <p:nvPr/>
                  </p:nvSpPr>
                  <p:spPr bwMode="auto">
                    <a:xfrm rot="0" flipH="0" flipV="0">
                      <a:off x="818931" y="1059777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595364531" name=""/>
                    <p:cNvSpPr/>
                    <p:nvPr/>
                  </p:nvSpPr>
                  <p:spPr bwMode="auto">
                    <a:xfrm rot="0" flipH="0" flipV="0">
                      <a:off x="818929" y="0"/>
                      <a:ext cx="349165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780845796" name=""/>
                    <p:cNvSpPr/>
                    <p:nvPr/>
                  </p:nvSpPr>
                  <p:spPr bwMode="auto">
                    <a:xfrm rot="0" flipH="0" flipV="0">
                      <a:off x="0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178635800" name=""/>
                    <p:cNvSpPr/>
                    <p:nvPr/>
                  </p:nvSpPr>
                  <p:spPr bwMode="auto">
                    <a:xfrm rot="0" flipH="0" flipV="0">
                      <a:off x="0" y="1059777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701428531" name=""/>
                    <p:cNvCxnSpPr/>
                    <p:nvPr/>
                  </p:nvCxnSpPr>
                  <p:spPr bwMode="auto">
                    <a:xfrm rot="0" flipH="0" flipV="0">
                      <a:off x="349165" y="704471"/>
                      <a:ext cx="185436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26448730" name=""/>
                    <p:cNvCxnSpPr/>
                    <p:nvPr/>
                  </p:nvCxnSpPr>
                  <p:spPr bwMode="auto">
                    <a:xfrm rot="0" flipH="0" flipV="1">
                      <a:off x="349165" y="1234364"/>
                      <a:ext cx="46976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152979295" name=""/>
                    <p:cNvSpPr/>
                    <p:nvPr/>
                  </p:nvSpPr>
                  <p:spPr bwMode="auto">
                    <a:xfrm rot="10800000" flipH="0" flipV="0">
                      <a:off x="3112161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05822368" name=""/>
                    <p:cNvSpPr/>
                    <p:nvPr/>
                  </p:nvSpPr>
                  <p:spPr bwMode="auto">
                    <a:xfrm rot="0" flipH="0" flipV="0">
                      <a:off x="0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660884318" name=""/>
                    <p:cNvSpPr/>
                    <p:nvPr/>
                  </p:nvSpPr>
                  <p:spPr bwMode="auto">
                    <a:xfrm rot="10800000" flipH="0" flipV="0">
                      <a:off x="3112161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545975450" name=""/>
                    <p:cNvSpPr/>
                    <p:nvPr/>
                  </p:nvSpPr>
                  <p:spPr bwMode="auto">
                    <a:xfrm rot="10800000" flipH="0" flipV="0">
                      <a:off x="3112161" y="1059777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303484365" name=""/>
                    <p:cNvCxnSpPr/>
                    <p:nvPr/>
                  </p:nvCxnSpPr>
                  <p:spPr bwMode="auto">
                    <a:xfrm rot="10800000" flipH="0" flipV="0">
                      <a:off x="2642400" y="1234363"/>
                      <a:ext cx="46976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9920415" name=""/>
                    <p:cNvCxnSpPr/>
                    <p:nvPr/>
                  </p:nvCxnSpPr>
                  <p:spPr bwMode="auto">
                    <a:xfrm rot="10800000" flipH="0" flipV="0">
                      <a:off x="2926722" y="704475"/>
                      <a:ext cx="185436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53237025" name=""/>
                    <p:cNvCxnSpPr/>
                    <p:nvPr/>
                  </p:nvCxnSpPr>
                  <p:spPr bwMode="auto">
                    <a:xfrm rot="10800000" flipH="0" flipV="1">
                      <a:off x="2642400" y="174582"/>
                      <a:ext cx="46976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</p:grpSp>
          <p:grpSp>
            <p:nvGrpSpPr>
              <p:cNvPr id="1930526253" name=""/>
              <p:cNvGrpSpPr/>
              <p:nvPr/>
            </p:nvGrpSpPr>
            <p:grpSpPr bwMode="auto">
              <a:xfrm>
                <a:off x="1619040" y="1395988"/>
                <a:ext cx="8854305" cy="421396"/>
                <a:chOff x="0" y="0"/>
                <a:chExt cx="8854305" cy="421396"/>
              </a:xfrm>
            </p:grpSpPr>
            <p:sp>
              <p:nvSpPr>
                <p:cNvPr id="1087701742" name=""/>
                <p:cNvSpPr txBox="1"/>
                <p:nvPr/>
              </p:nvSpPr>
              <p:spPr bwMode="auto">
                <a:xfrm rot="5400000" flipH="0" flipV="0">
                  <a:off x="-27279" y="27638"/>
                  <a:ext cx="420678" cy="3661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800" b="1">
                      <a:latin typeface="Arial"/>
                      <a:ea typeface="Arial"/>
                      <a:cs typeface="Arial"/>
                    </a:rPr>
                    <a:t>…</a:t>
                  </a:r>
                  <a:endParaRPr sz="1800" b="1"/>
                </a:p>
              </p:txBody>
            </p:sp>
            <p:sp>
              <p:nvSpPr>
                <p:cNvPr id="604933921" name=""/>
                <p:cNvSpPr txBox="1"/>
                <p:nvPr/>
              </p:nvSpPr>
              <p:spPr bwMode="auto">
                <a:xfrm rot="5400000" flipH="0" flipV="0">
                  <a:off x="1230012" y="27638"/>
                  <a:ext cx="421037" cy="3661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800" b="1">
                      <a:latin typeface="Arial"/>
                      <a:ea typeface="Arial"/>
                      <a:cs typeface="Arial"/>
                    </a:rPr>
                    <a:t>…</a:t>
                  </a:r>
                  <a:endParaRPr sz="1800" b="1"/>
                </a:p>
              </p:txBody>
            </p:sp>
            <p:sp>
              <p:nvSpPr>
                <p:cNvPr id="48087937" name=""/>
                <p:cNvSpPr txBox="1"/>
                <p:nvPr/>
              </p:nvSpPr>
              <p:spPr bwMode="auto">
                <a:xfrm rot="16199998" flipH="0" flipV="0">
                  <a:off x="7203243" y="27638"/>
                  <a:ext cx="421037" cy="3661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800" b="1">
                      <a:latin typeface="Arial"/>
                      <a:ea typeface="Arial"/>
                      <a:cs typeface="Arial"/>
                    </a:rPr>
                    <a:t>…</a:t>
                  </a:r>
                  <a:endParaRPr sz="1800" b="1"/>
                </a:p>
              </p:txBody>
            </p:sp>
            <p:sp>
              <p:nvSpPr>
                <p:cNvPr id="1890374531" name=""/>
                <p:cNvSpPr txBox="1"/>
                <p:nvPr/>
              </p:nvSpPr>
              <p:spPr bwMode="auto">
                <a:xfrm rot="16199998" flipH="0" flipV="0">
                  <a:off x="8460547" y="27638"/>
                  <a:ext cx="421396" cy="3661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800" b="1">
                      <a:latin typeface="Arial"/>
                      <a:ea typeface="Arial"/>
                      <a:cs typeface="Arial"/>
                    </a:rPr>
                    <a:t>…</a:t>
                  </a:r>
                  <a:endParaRPr sz="1800" b="1"/>
                </a:p>
              </p:txBody>
            </p:sp>
            <p:sp>
              <p:nvSpPr>
                <p:cNvPr id="800371258" name=""/>
                <p:cNvSpPr txBox="1"/>
                <p:nvPr/>
              </p:nvSpPr>
              <p:spPr bwMode="auto">
                <a:xfrm rot="16199998" flipH="0" flipV="0">
                  <a:off x="3554113" y="27638"/>
                  <a:ext cx="421037" cy="3661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800" b="1">
                      <a:latin typeface="Arial"/>
                      <a:ea typeface="Arial"/>
                      <a:cs typeface="Arial"/>
                    </a:rPr>
                    <a:t>…</a:t>
                  </a:r>
                  <a:endParaRPr sz="1800" b="1"/>
                </a:p>
              </p:txBody>
            </p:sp>
            <p:sp>
              <p:nvSpPr>
                <p:cNvPr id="183422593" name=""/>
                <p:cNvSpPr txBox="1"/>
                <p:nvPr/>
              </p:nvSpPr>
              <p:spPr bwMode="auto">
                <a:xfrm rot="5400000" flipH="0" flipV="0">
                  <a:off x="4887606" y="27638"/>
                  <a:ext cx="421396" cy="3661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800" b="1">
                      <a:latin typeface="Arial"/>
                      <a:ea typeface="Arial"/>
                      <a:cs typeface="Arial"/>
                    </a:rPr>
                    <a:t>…</a:t>
                  </a:r>
                  <a:endParaRPr sz="1800" b="1"/>
                </a:p>
              </p:txBody>
            </p:sp>
          </p:grpSp>
        </p:grpSp>
        <p:grpSp>
          <p:nvGrpSpPr>
            <p:cNvPr id="1348912688" name=""/>
            <p:cNvGrpSpPr/>
            <p:nvPr/>
          </p:nvGrpSpPr>
          <p:grpSpPr bwMode="auto">
            <a:xfrm>
              <a:off x="260850" y="5977519"/>
              <a:ext cx="3526135" cy="472023"/>
              <a:chOff x="0" y="0"/>
              <a:chExt cx="3526135" cy="472023"/>
            </a:xfrm>
          </p:grpSpPr>
          <p:sp>
            <p:nvSpPr>
              <p:cNvPr id="1658417347" name=""/>
              <p:cNvSpPr/>
              <p:nvPr/>
            </p:nvSpPr>
            <p:spPr bwMode="auto">
              <a:xfrm rot="0" flipH="0" flipV="0">
                <a:off x="0" y="0"/>
                <a:ext cx="1037484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00FF73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671994477" name=""/>
              <p:cNvSpPr txBox="1"/>
              <p:nvPr/>
            </p:nvSpPr>
            <p:spPr bwMode="auto">
              <a:xfrm rot="0" flipH="0" flipV="0">
                <a:off x="1104660" y="52949"/>
                <a:ext cx="2421475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b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= Successful BSM</a:t>
                </a:r>
                <a:endParaRPr b="1">
                  <a:solidFill>
                    <a:schemeClr val="tx1"/>
                  </a:solidFill>
                  <a:latin typeface="CMU Serif"/>
                  <a:cs typeface="CMU Serif"/>
                </a:endParaRPr>
              </a:p>
            </p:txBody>
          </p:sp>
        </p:grpSp>
        <p:grpSp>
          <p:nvGrpSpPr>
            <p:cNvPr id="1522035841" name=""/>
            <p:cNvGrpSpPr/>
            <p:nvPr/>
          </p:nvGrpSpPr>
          <p:grpSpPr bwMode="auto">
            <a:xfrm>
              <a:off x="4372758" y="5977519"/>
              <a:ext cx="3471098" cy="472023"/>
              <a:chOff x="0" y="0"/>
              <a:chExt cx="3471098" cy="472023"/>
            </a:xfrm>
          </p:grpSpPr>
          <p:sp>
            <p:nvSpPr>
              <p:cNvPr id="564905100" name=""/>
              <p:cNvSpPr/>
              <p:nvPr/>
            </p:nvSpPr>
            <p:spPr bwMode="auto">
              <a:xfrm rot="0" flipH="0" flipV="0">
                <a:off x="0" y="0"/>
                <a:ext cx="1037484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  <p:sp>
            <p:nvSpPr>
              <p:cNvPr id="604460244" name=""/>
              <p:cNvSpPr txBox="1"/>
              <p:nvPr/>
            </p:nvSpPr>
            <p:spPr bwMode="auto">
              <a:xfrm rot="0" flipH="0" flipV="0">
                <a:off x="1104970" y="48748"/>
                <a:ext cx="2366127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b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= Failed</a:t>
                </a:r>
                <a:r>
                  <a:rPr lang="fr-FR" b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 BSM</a:t>
                </a:r>
                <a:endParaRPr lang="fr-FR" b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endParaRPr>
              </a:p>
            </p:txBody>
          </p:sp>
        </p:grpSp>
        <p:grpSp>
          <p:nvGrpSpPr>
            <p:cNvPr id="426355636" name=""/>
            <p:cNvGrpSpPr/>
            <p:nvPr/>
          </p:nvGrpSpPr>
          <p:grpSpPr bwMode="auto">
            <a:xfrm>
              <a:off x="8039941" y="5994471"/>
              <a:ext cx="3873721" cy="366119"/>
              <a:chOff x="0" y="0"/>
              <a:chExt cx="3873721" cy="366119"/>
            </a:xfrm>
          </p:grpSpPr>
          <p:cxnSp>
            <p:nvCxnSpPr>
              <p:cNvPr id="277005978" name=""/>
              <p:cNvCxnSpPr/>
              <p:nvPr/>
            </p:nvCxnSpPr>
            <p:spPr bwMode="auto">
              <a:xfrm rot="0" flipH="1" flipV="0">
                <a:off x="0" y="216958"/>
                <a:ext cx="808167" cy="0"/>
              </a:xfrm>
              <a:prstGeom prst="line">
                <a:avLst/>
              </a:prstGeom>
              <a:ln w="44450" cap="flat" cmpd="sng" algn="ctr">
                <a:solidFill>
                  <a:srgbClr val="00FF73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929212" name=""/>
              <p:cNvSpPr txBox="1"/>
              <p:nvPr/>
            </p:nvSpPr>
            <p:spPr bwMode="auto">
              <a:xfrm rot="0" flipH="0" flipV="0">
                <a:off x="886638" y="0"/>
                <a:ext cx="2987082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b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= Entanglement</a:t>
                </a:r>
                <a:r>
                  <a:rPr lang="fr-FR" b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 Link</a:t>
                </a:r>
                <a:endParaRPr lang="fr-FR" b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endParaRPr>
              </a:p>
            </p:txBody>
          </p:sp>
        </p:grpSp>
        <p:grpSp>
          <p:nvGrpSpPr>
            <p:cNvPr id="1906644489" name=""/>
            <p:cNvGrpSpPr/>
            <p:nvPr/>
          </p:nvGrpSpPr>
          <p:grpSpPr bwMode="auto">
            <a:xfrm>
              <a:off x="90758" y="2298037"/>
              <a:ext cx="11844775" cy="1666872"/>
              <a:chOff x="0" y="0"/>
              <a:chExt cx="11844775" cy="1666872"/>
            </a:xfrm>
          </p:grpSpPr>
          <p:grpSp>
            <p:nvGrpSpPr>
              <p:cNvPr id="115771139" name=""/>
              <p:cNvGrpSpPr/>
              <p:nvPr/>
            </p:nvGrpSpPr>
            <p:grpSpPr bwMode="auto">
              <a:xfrm>
                <a:off x="0" y="0"/>
                <a:ext cx="11844775" cy="1666872"/>
                <a:chOff x="0" y="0"/>
                <a:chExt cx="11844775" cy="1666872"/>
              </a:xfrm>
            </p:grpSpPr>
            <p:grpSp>
              <p:nvGrpSpPr>
                <p:cNvPr id="143031240" name=""/>
                <p:cNvGrpSpPr/>
                <p:nvPr/>
              </p:nvGrpSpPr>
              <p:grpSpPr bwMode="auto">
                <a:xfrm>
                  <a:off x="0" y="0"/>
                  <a:ext cx="11844775" cy="1666872"/>
                  <a:chOff x="0" y="0"/>
                  <a:chExt cx="11844775" cy="1666872"/>
                </a:xfrm>
              </p:grpSpPr>
              <p:grpSp>
                <p:nvGrpSpPr>
                  <p:cNvPr id="696509916" name=""/>
                  <p:cNvGrpSpPr/>
                  <p:nvPr/>
                </p:nvGrpSpPr>
                <p:grpSpPr bwMode="auto">
                  <a:xfrm>
                    <a:off x="0" y="0"/>
                    <a:ext cx="11844775" cy="1666872"/>
                    <a:chOff x="0" y="0"/>
                    <a:chExt cx="11844775" cy="1666872"/>
                  </a:xfrm>
                </p:grpSpPr>
                <p:sp>
                  <p:nvSpPr>
                    <p:cNvPr id="1170134331" name=""/>
                    <p:cNvSpPr/>
                    <p:nvPr/>
                  </p:nvSpPr>
                  <p:spPr bwMode="auto">
                    <a:xfrm rot="0" flipH="0" flipV="0">
                      <a:off x="943587" y="0"/>
                      <a:ext cx="2687640" cy="1666872"/>
                    </a:xfrm>
                    <a:prstGeom prst="flowChartAlternateProcess">
                      <a:avLst/>
                    </a:prstGeom>
                    <a:solidFill>
                      <a:schemeClr val="accent1">
                        <a:lumMod val="40000"/>
                        <a:lumOff val="60000"/>
                        <a:alpha val="24999"/>
                      </a:schemeClr>
                    </a:solidFill>
                    <a:ln w="28575" cap="flat" cmpd="sng" algn="ctr">
                      <a:solidFill>
                        <a:srgbClr val="0095FF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283453699" name=""/>
                    <p:cNvSpPr/>
                    <p:nvPr/>
                  </p:nvSpPr>
                  <p:spPr bwMode="auto">
                    <a:xfrm rot="0" flipH="0" flipV="0">
                      <a:off x="3795534" y="0"/>
                      <a:ext cx="634995" cy="1666872"/>
                    </a:xfrm>
                    <a:prstGeom prst="flowChartAlternateProcess">
                      <a:avLst/>
                    </a:prstGeom>
                    <a:solidFill>
                      <a:srgbClr val="E173FF">
                        <a:alpha val="24999"/>
                      </a:srgbClr>
                    </a:solidFill>
                    <a:ln w="28575" cap="flat" cmpd="sng" algn="ctr">
                      <a:solidFill>
                        <a:srgbClr val="DB4CFF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585024969" name=""/>
                    <p:cNvSpPr/>
                    <p:nvPr/>
                  </p:nvSpPr>
                  <p:spPr bwMode="auto">
                    <a:xfrm rot="0" flipH="0" flipV="0">
                      <a:off x="4594842" y="0"/>
                      <a:ext cx="2687640" cy="1666872"/>
                    </a:xfrm>
                    <a:prstGeom prst="flowChartAlternateProcess">
                      <a:avLst/>
                    </a:prstGeom>
                    <a:solidFill>
                      <a:schemeClr val="accent1">
                        <a:lumMod val="40000"/>
                        <a:lumOff val="60000"/>
                        <a:alpha val="24999"/>
                      </a:schemeClr>
                    </a:solidFill>
                    <a:ln w="28575" cap="flat" cmpd="sng" algn="ctr">
                      <a:solidFill>
                        <a:srgbClr val="0095FF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anchor="ctr"/>
                    <a:p>
                      <a:pPr algn="ctr">
                        <a:defRPr/>
                      </a:pPr>
                      <a:endParaRPr/>
                    </a:p>
                  </p:txBody>
                </p:sp>
                <p:sp>
                  <p:nvSpPr>
                    <p:cNvPr id="1747235824" name=""/>
                    <p:cNvSpPr/>
                    <p:nvPr/>
                  </p:nvSpPr>
                  <p:spPr bwMode="auto">
                    <a:xfrm rot="0" flipH="0" flipV="0">
                      <a:off x="7446783" y="0"/>
                      <a:ext cx="634995" cy="1666872"/>
                    </a:xfrm>
                    <a:prstGeom prst="flowChartAlternateProcess">
                      <a:avLst/>
                    </a:prstGeom>
                    <a:solidFill>
                      <a:srgbClr val="E173FF">
                        <a:alpha val="24999"/>
                      </a:srgbClr>
                    </a:solidFill>
                    <a:ln w="28575" cap="flat" cmpd="sng" algn="ctr">
                      <a:solidFill>
                        <a:srgbClr val="DB4CFF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175258169" name=""/>
                    <p:cNvSpPr/>
                    <p:nvPr/>
                  </p:nvSpPr>
                  <p:spPr bwMode="auto">
                    <a:xfrm rot="0" flipH="0" flipV="0">
                      <a:off x="8265498" y="0"/>
                      <a:ext cx="2687640" cy="1666872"/>
                    </a:xfrm>
                    <a:prstGeom prst="flowChartAlternateProcess">
                      <a:avLst/>
                    </a:prstGeom>
                    <a:solidFill>
                      <a:schemeClr val="accent1">
                        <a:lumMod val="40000"/>
                        <a:lumOff val="60000"/>
                        <a:alpha val="24999"/>
                      </a:schemeClr>
                    </a:solidFill>
                    <a:ln w="28575" cap="flat" cmpd="sng" algn="ctr">
                      <a:solidFill>
                        <a:srgbClr val="0095FF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anchor="ctr"/>
                    <a:p>
                      <a:pPr algn="ctr">
                        <a:defRPr/>
                      </a:pPr>
                      <a:endParaRPr/>
                    </a:p>
                  </p:txBody>
                </p:sp>
                <p:sp>
                  <p:nvSpPr>
                    <p:cNvPr id="1350490567" name=""/>
                    <p:cNvSpPr/>
                    <p:nvPr/>
                  </p:nvSpPr>
                  <p:spPr bwMode="auto">
                    <a:xfrm rot="0" flipH="0" flipV="0">
                      <a:off x="11092293" y="0"/>
                      <a:ext cx="752482" cy="1666872"/>
                    </a:xfrm>
                    <a:prstGeom prst="flowChartAlternateProcess">
                      <a:avLst/>
                    </a:prstGeom>
                    <a:solidFill>
                      <a:srgbClr val="92D050">
                        <a:alpha val="24999"/>
                      </a:srgbClr>
                    </a:solidFill>
                    <a:ln w="28575" cap="flat" cmpd="sng" algn="ctr">
                      <a:solidFill>
                        <a:srgbClr val="00B05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anchor="ctr"/>
                    <a:p>
                      <a:pPr algn="ctr">
                        <a:defRPr/>
                      </a:pPr>
                      <a:endParaRPr/>
                    </a:p>
                  </p:txBody>
                </p:sp>
                <p:sp>
                  <p:nvSpPr>
                    <p:cNvPr id="4797968" name=""/>
                    <p:cNvSpPr/>
                    <p:nvPr/>
                  </p:nvSpPr>
                  <p:spPr bwMode="auto">
                    <a:xfrm rot="0" flipH="0" flipV="0">
                      <a:off x="0" y="0"/>
                      <a:ext cx="752482" cy="1666872"/>
                    </a:xfrm>
                    <a:prstGeom prst="flowChartAlternateProcess">
                      <a:avLst/>
                    </a:prstGeom>
                    <a:solidFill>
                      <a:srgbClr val="92D050">
                        <a:alpha val="24999"/>
                      </a:srgbClr>
                    </a:solidFill>
                    <a:ln w="28575" cap="flat" cmpd="sng" algn="ctr">
                      <a:solidFill>
                        <a:srgbClr val="00B05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anchor="ctr"/>
                    <a:p>
                      <a:pPr algn="ctr">
                        <a:defRPr/>
                      </a:pPr>
                      <a:endParaRPr/>
                    </a:p>
                  </p:txBody>
                </p:sp>
              </p:grpSp>
              <p:grpSp>
                <p:nvGrpSpPr>
                  <p:cNvPr id="1211599746" name=""/>
                  <p:cNvGrpSpPr/>
                  <p:nvPr/>
                </p:nvGrpSpPr>
                <p:grpSpPr bwMode="auto">
                  <a:xfrm rot="0" flipH="0" flipV="0">
                    <a:off x="133956" y="136457"/>
                    <a:ext cx="11615708" cy="1408941"/>
                    <a:chOff x="0" y="0"/>
                    <a:chExt cx="11615708" cy="1408941"/>
                  </a:xfrm>
                </p:grpSpPr>
                <p:grpSp>
                  <p:nvGrpSpPr>
                    <p:cNvPr id="1264064700" name=""/>
                    <p:cNvGrpSpPr/>
                    <p:nvPr/>
                  </p:nvGrpSpPr>
                  <p:grpSpPr bwMode="auto">
                    <a:xfrm>
                      <a:off x="2248848" y="0"/>
                      <a:ext cx="3461324" cy="1408941"/>
                      <a:chOff x="0" y="0"/>
                      <a:chExt cx="3461324" cy="1408941"/>
                    </a:xfrm>
                  </p:grpSpPr>
                  <p:grpSp>
                    <p:nvGrpSpPr>
                      <p:cNvPr id="1996507929" name=""/>
                      <p:cNvGrpSpPr/>
                      <p:nvPr/>
                    </p:nvGrpSpPr>
                    <p:grpSpPr bwMode="auto">
                      <a:xfrm rot="10800000" flipH="0" flipV="0">
                        <a:off x="883773" y="167076"/>
                        <a:ext cx="1693773" cy="1067275"/>
                        <a:chOff x="0" y="0"/>
                        <a:chExt cx="1693773" cy="1067275"/>
                      </a:xfrm>
                    </p:grpSpPr>
                    <p:cxnSp>
                      <p:nvCxnSpPr>
                        <p:cNvPr id="1613579634" name=""/>
                        <p:cNvCxnSpPr/>
                        <p:nvPr/>
                      </p:nvCxnSpPr>
                      <p:spPr bwMode="auto">
                        <a:xfrm rot="0" flipH="0" flipV="0">
                          <a:off x="0" y="533637"/>
                          <a:ext cx="1693773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55174728" name=""/>
                        <p:cNvCxnSpPr/>
                        <p:nvPr/>
                      </p:nvCxnSpPr>
                      <p:spPr bwMode="auto">
                        <a:xfrm rot="0" flipH="0" flipV="0">
                          <a:off x="284319" y="0"/>
                          <a:ext cx="1409445" cy="53739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842129490" name=""/>
                        <p:cNvCxnSpPr/>
                        <p:nvPr/>
                      </p:nvCxnSpPr>
                      <p:spPr bwMode="auto">
                        <a:xfrm rot="0" flipH="0" flipV="0">
                          <a:off x="0" y="529884"/>
                          <a:ext cx="1409445" cy="53739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585712522" name=""/>
                        <p:cNvCxnSpPr/>
                        <p:nvPr/>
                      </p:nvCxnSpPr>
                      <p:spPr bwMode="auto">
                        <a:xfrm rot="0" flipH="0" flipV="0">
                          <a:off x="284319" y="1063530"/>
                          <a:ext cx="1125126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577803663" name=""/>
                        <p:cNvCxnSpPr/>
                        <p:nvPr/>
                      </p:nvCxnSpPr>
                      <p:spPr bwMode="auto">
                        <a:xfrm rot="0" flipH="0" flipV="0">
                          <a:off x="284319" y="3744"/>
                          <a:ext cx="1125126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242986456" name=""/>
                        <p:cNvCxnSpPr/>
                        <p:nvPr/>
                      </p:nvCxnSpPr>
                      <p:spPr bwMode="auto">
                        <a:xfrm rot="0" flipH="0" flipV="1">
                          <a:off x="0" y="7497"/>
                          <a:ext cx="1409445" cy="522387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884565154" name=""/>
                        <p:cNvCxnSpPr/>
                        <p:nvPr/>
                      </p:nvCxnSpPr>
                      <p:spPr bwMode="auto">
                        <a:xfrm rot="0" flipH="0" flipV="1">
                          <a:off x="284319" y="537390"/>
                          <a:ext cx="1409445" cy="522387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71492148" name=""/>
                        <p:cNvCxnSpPr/>
                        <p:nvPr/>
                      </p:nvCxnSpPr>
                      <p:spPr bwMode="auto">
                        <a:xfrm rot="0" flipH="0" flipV="1">
                          <a:off x="284319" y="7497"/>
                          <a:ext cx="1125126" cy="105228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397134038" name=""/>
                        <p:cNvCxnSpPr/>
                        <p:nvPr/>
                      </p:nvCxnSpPr>
                      <p:spPr bwMode="auto">
                        <a:xfrm rot="10800000" flipH="0" flipV="0">
                          <a:off x="284319" y="0"/>
                          <a:ext cx="1125126" cy="1067275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sp>
                    <p:nvSpPr>
                      <p:cNvPr id="100297557" name=""/>
                      <p:cNvSpPr/>
                      <p:nvPr/>
                    </p:nvSpPr>
                    <p:spPr bwMode="auto">
                      <a:xfrm rot="10800000" flipH="0" flipV="0">
                        <a:off x="2577552" y="529885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226623482" name=""/>
                      <p:cNvSpPr/>
                      <p:nvPr/>
                    </p:nvSpPr>
                    <p:spPr bwMode="auto">
                      <a:xfrm rot="10800000" flipH="0" flipV="0">
                        <a:off x="2293227" y="0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10459492" name=""/>
                      <p:cNvSpPr/>
                      <p:nvPr/>
                    </p:nvSpPr>
                    <p:spPr bwMode="auto">
                      <a:xfrm rot="10800000" flipH="0" flipV="0">
                        <a:off x="2293224" y="105977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975311952" name=""/>
                      <p:cNvCxnSpPr/>
                      <p:nvPr/>
                    </p:nvCxnSpPr>
                    <p:spPr bwMode="auto">
                      <a:xfrm rot="0" flipH="0" flipV="0">
                        <a:off x="349164" y="174582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977506462" name=""/>
                      <p:cNvSpPr/>
                      <p:nvPr/>
                    </p:nvSpPr>
                    <p:spPr bwMode="auto">
                      <a:xfrm rot="0" flipH="0" flipV="0">
                        <a:off x="534609" y="529885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2028341255" name=""/>
                      <p:cNvSpPr/>
                      <p:nvPr/>
                    </p:nvSpPr>
                    <p:spPr bwMode="auto">
                      <a:xfrm rot="0" flipH="0" flipV="0">
                        <a:off x="818929" y="105977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673983116" name=""/>
                      <p:cNvSpPr/>
                      <p:nvPr/>
                    </p:nvSpPr>
                    <p:spPr bwMode="auto">
                      <a:xfrm rot="0" flipH="0" flipV="0">
                        <a:off x="818928" y="0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355806402" name=""/>
                      <p:cNvSpPr/>
                      <p:nvPr/>
                    </p:nvSpPr>
                    <p:spPr bwMode="auto">
                      <a:xfrm rot="0" flipH="0" flipV="0">
                        <a:off x="0" y="529885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675403974" name=""/>
                      <p:cNvSpPr/>
                      <p:nvPr/>
                    </p:nvSpPr>
                    <p:spPr bwMode="auto">
                      <a:xfrm rot="0" flipH="0" flipV="0">
                        <a:off x="0" y="105977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719806492" name=""/>
                      <p:cNvCxnSpPr/>
                      <p:nvPr/>
                    </p:nvCxnSpPr>
                    <p:spPr bwMode="auto">
                      <a:xfrm rot="0" flipH="0" flipV="0">
                        <a:off x="349164" y="704469"/>
                        <a:ext cx="185433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033090335" name=""/>
                      <p:cNvCxnSpPr/>
                      <p:nvPr/>
                    </p:nvCxnSpPr>
                    <p:spPr bwMode="auto">
                      <a:xfrm rot="0" flipH="0" flipV="1">
                        <a:off x="349164" y="1234362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8109827" name=""/>
                      <p:cNvSpPr/>
                      <p:nvPr/>
                    </p:nvSpPr>
                    <p:spPr bwMode="auto">
                      <a:xfrm rot="10800000" flipH="0" flipV="0">
                        <a:off x="3112161" y="529886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189449183" name=""/>
                      <p:cNvSpPr/>
                      <p:nvPr/>
                    </p:nvSpPr>
                    <p:spPr bwMode="auto">
                      <a:xfrm rot="0" flipH="0" flipV="0">
                        <a:off x="0" y="0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938842822" name=""/>
                      <p:cNvSpPr/>
                      <p:nvPr/>
                    </p:nvSpPr>
                    <p:spPr bwMode="auto">
                      <a:xfrm rot="10800000" flipH="0" flipV="0">
                        <a:off x="3112161" y="0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183437487" name=""/>
                      <p:cNvSpPr/>
                      <p:nvPr/>
                    </p:nvSpPr>
                    <p:spPr bwMode="auto">
                      <a:xfrm rot="10800000" flipH="0" flipV="0">
                        <a:off x="3112161" y="105977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962860324" name=""/>
                      <p:cNvCxnSpPr/>
                      <p:nvPr/>
                    </p:nvCxnSpPr>
                    <p:spPr bwMode="auto">
                      <a:xfrm rot="10800000" flipH="0" flipV="0">
                        <a:off x="2642400" y="1234361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88430421" name=""/>
                      <p:cNvCxnSpPr/>
                      <p:nvPr/>
                    </p:nvCxnSpPr>
                    <p:spPr bwMode="auto">
                      <a:xfrm rot="10800000" flipH="0" flipV="0">
                        <a:off x="2926720" y="704475"/>
                        <a:ext cx="185433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683264374" name=""/>
                      <p:cNvCxnSpPr/>
                      <p:nvPr/>
                    </p:nvCxnSpPr>
                    <p:spPr bwMode="auto">
                      <a:xfrm rot="10800000" flipH="0" flipV="1">
                        <a:off x="2642400" y="174582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2051841240" name=""/>
                    <p:cNvGrpSpPr/>
                    <p:nvPr/>
                  </p:nvGrpSpPr>
                  <p:grpSpPr bwMode="auto">
                    <a:xfrm>
                      <a:off x="0" y="0"/>
                      <a:ext cx="2053503" cy="1408941"/>
                      <a:chOff x="0" y="0"/>
                      <a:chExt cx="2053503" cy="1408941"/>
                    </a:xfrm>
                  </p:grpSpPr>
                  <p:cxnSp>
                    <p:nvCxnSpPr>
                      <p:cNvPr id="1609457848" name=""/>
                      <p:cNvCxnSpPr/>
                      <p:nvPr/>
                    </p:nvCxnSpPr>
                    <p:spPr bwMode="auto">
                      <a:xfrm rot="10800000" flipH="0" flipV="0">
                        <a:off x="1234575" y="1234362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95999246" name=""/>
                      <p:cNvSpPr/>
                      <p:nvPr/>
                    </p:nvSpPr>
                    <p:spPr bwMode="auto">
                      <a:xfrm rot="10800000" flipH="0" flipV="0">
                        <a:off x="885408" y="529885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774826752" name=""/>
                      <p:cNvSpPr/>
                      <p:nvPr/>
                    </p:nvSpPr>
                    <p:spPr bwMode="auto">
                      <a:xfrm rot="10800000" flipH="0" flipV="0">
                        <a:off x="885405" y="0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653269844" name=""/>
                      <p:cNvSpPr/>
                      <p:nvPr/>
                    </p:nvSpPr>
                    <p:spPr bwMode="auto">
                      <a:xfrm rot="10800000" flipH="0" flipV="0">
                        <a:off x="885403" y="105977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757185896" name=""/>
                      <p:cNvSpPr/>
                      <p:nvPr/>
                    </p:nvSpPr>
                    <p:spPr bwMode="auto">
                      <a:xfrm rot="10800000" flipH="0" flipV="0">
                        <a:off x="1704339" y="52988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510697043" name=""/>
                      <p:cNvSpPr/>
                      <p:nvPr/>
                    </p:nvSpPr>
                    <p:spPr bwMode="auto">
                      <a:xfrm rot="10800000" flipH="0" flipV="0">
                        <a:off x="1704339" y="0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730612883" name=""/>
                      <p:cNvCxnSpPr/>
                      <p:nvPr/>
                    </p:nvCxnSpPr>
                    <p:spPr bwMode="auto">
                      <a:xfrm rot="10800000" flipH="0" flipV="0">
                        <a:off x="1234575" y="704475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014992577" name=""/>
                      <p:cNvCxnSpPr/>
                      <p:nvPr/>
                    </p:nvCxnSpPr>
                    <p:spPr bwMode="auto">
                      <a:xfrm rot="10800000" flipH="0" flipV="1">
                        <a:off x="1234575" y="174582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071438189" name=""/>
                      <p:cNvCxnSpPr/>
                      <p:nvPr/>
                    </p:nvCxnSpPr>
                    <p:spPr bwMode="auto">
                      <a:xfrm rot="10800000" flipH="0" flipV="0">
                        <a:off x="298028" y="827919"/>
                        <a:ext cx="587373" cy="406434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1871060" name=""/>
                      <p:cNvSpPr/>
                      <p:nvPr/>
                    </p:nvSpPr>
                    <p:spPr bwMode="auto">
                      <a:xfrm rot="10800000" flipH="0" flipV="0">
                        <a:off x="1704339" y="105977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947201762" name=""/>
                      <p:cNvCxnSpPr/>
                      <p:nvPr/>
                    </p:nvCxnSpPr>
                    <p:spPr bwMode="auto">
                      <a:xfrm rot="10800000" flipH="0" flipV="1">
                        <a:off x="349164" y="704475"/>
                        <a:ext cx="536238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02865856" name=""/>
                      <p:cNvCxnSpPr/>
                      <p:nvPr/>
                    </p:nvCxnSpPr>
                    <p:spPr bwMode="auto">
                      <a:xfrm rot="10800000" flipH="0" flipV="1">
                        <a:off x="298028" y="174582"/>
                        <a:ext cx="587373" cy="406435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73785586" name=""/>
                      <p:cNvSpPr/>
                      <p:nvPr/>
                    </p:nvSpPr>
                    <p:spPr bwMode="auto">
                      <a:xfrm rot="10800000" flipH="0" flipV="0">
                        <a:off x="0" y="52988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E173FF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</p:grpSp>
                <p:grpSp>
                  <p:nvGrpSpPr>
                    <p:cNvPr id="1036361822" name=""/>
                    <p:cNvGrpSpPr/>
                    <p:nvPr/>
                  </p:nvGrpSpPr>
                  <p:grpSpPr bwMode="auto">
                    <a:xfrm rot="10800000">
                      <a:off x="9562204" y="0"/>
                      <a:ext cx="2053503" cy="1408941"/>
                      <a:chOff x="0" y="0"/>
                      <a:chExt cx="2053503" cy="1408941"/>
                    </a:xfrm>
                  </p:grpSpPr>
                  <p:cxnSp>
                    <p:nvCxnSpPr>
                      <p:cNvPr id="2001988673" name=""/>
                      <p:cNvCxnSpPr/>
                      <p:nvPr/>
                    </p:nvCxnSpPr>
                    <p:spPr bwMode="auto">
                      <a:xfrm rot="10800000" flipH="0" flipV="0">
                        <a:off x="1234575" y="1234361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97176247" name=""/>
                      <p:cNvSpPr/>
                      <p:nvPr/>
                    </p:nvSpPr>
                    <p:spPr bwMode="auto">
                      <a:xfrm rot="10800000" flipH="0" flipV="0">
                        <a:off x="885408" y="529886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056888887" name=""/>
                      <p:cNvSpPr/>
                      <p:nvPr/>
                    </p:nvSpPr>
                    <p:spPr bwMode="auto">
                      <a:xfrm rot="10800000" flipH="0" flipV="0">
                        <a:off x="885408" y="0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454506821" name=""/>
                      <p:cNvSpPr/>
                      <p:nvPr/>
                    </p:nvSpPr>
                    <p:spPr bwMode="auto">
                      <a:xfrm rot="10800000" flipH="0" flipV="0">
                        <a:off x="885403" y="105977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850478611" name=""/>
                      <p:cNvSpPr/>
                      <p:nvPr/>
                    </p:nvSpPr>
                    <p:spPr bwMode="auto">
                      <a:xfrm rot="10800000" flipH="0" flipV="0">
                        <a:off x="1704339" y="52988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884597138" name=""/>
                      <p:cNvSpPr/>
                      <p:nvPr/>
                    </p:nvSpPr>
                    <p:spPr bwMode="auto">
                      <a:xfrm rot="10800000" flipH="0" flipV="0">
                        <a:off x="1704339" y="0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423456455" name=""/>
                      <p:cNvCxnSpPr/>
                      <p:nvPr/>
                    </p:nvCxnSpPr>
                    <p:spPr bwMode="auto">
                      <a:xfrm rot="10800000" flipH="0" flipV="0">
                        <a:off x="1234575" y="704475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045660167" name=""/>
                      <p:cNvCxnSpPr/>
                      <p:nvPr/>
                    </p:nvCxnSpPr>
                    <p:spPr bwMode="auto">
                      <a:xfrm rot="10800000" flipH="0" flipV="1">
                        <a:off x="1234575" y="174582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369310846" name=""/>
                      <p:cNvCxnSpPr/>
                      <p:nvPr/>
                    </p:nvCxnSpPr>
                    <p:spPr bwMode="auto">
                      <a:xfrm rot="10800000" flipH="0" flipV="0">
                        <a:off x="298028" y="827919"/>
                        <a:ext cx="587373" cy="406434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2118971281" name=""/>
                      <p:cNvSpPr/>
                      <p:nvPr/>
                    </p:nvSpPr>
                    <p:spPr bwMode="auto">
                      <a:xfrm rot="10800000" flipH="0" flipV="0">
                        <a:off x="1704339" y="105977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817963257" name=""/>
                      <p:cNvCxnSpPr/>
                      <p:nvPr/>
                    </p:nvCxnSpPr>
                    <p:spPr bwMode="auto">
                      <a:xfrm rot="10800000" flipH="0" flipV="1">
                        <a:off x="349164" y="704475"/>
                        <a:ext cx="536238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002449708" name=""/>
                      <p:cNvCxnSpPr/>
                      <p:nvPr/>
                    </p:nvCxnSpPr>
                    <p:spPr bwMode="auto">
                      <a:xfrm rot="10800000" flipH="0" flipV="1">
                        <a:off x="298028" y="174582"/>
                        <a:ext cx="587373" cy="406435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746843058" name=""/>
                      <p:cNvSpPr/>
                      <p:nvPr/>
                    </p:nvSpPr>
                    <p:spPr bwMode="auto">
                      <a:xfrm rot="10800000" flipH="0" flipV="0">
                        <a:off x="0" y="52988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E173FF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</p:grpSp>
                <p:grpSp>
                  <p:nvGrpSpPr>
                    <p:cNvPr id="2005106317" name=""/>
                    <p:cNvGrpSpPr/>
                    <p:nvPr/>
                  </p:nvGrpSpPr>
                  <p:grpSpPr bwMode="auto">
                    <a:xfrm rot="10800000">
                      <a:off x="5905530" y="0"/>
                      <a:ext cx="3461324" cy="1408941"/>
                      <a:chOff x="0" y="0"/>
                      <a:chExt cx="3461324" cy="1408941"/>
                    </a:xfrm>
                  </p:grpSpPr>
                  <p:grpSp>
                    <p:nvGrpSpPr>
                      <p:cNvPr id="1513419054" name=""/>
                      <p:cNvGrpSpPr/>
                      <p:nvPr/>
                    </p:nvGrpSpPr>
                    <p:grpSpPr bwMode="auto">
                      <a:xfrm rot="10800000" flipH="0" flipV="0">
                        <a:off x="883773" y="167076"/>
                        <a:ext cx="1693773" cy="1067275"/>
                        <a:chOff x="0" y="0"/>
                        <a:chExt cx="1693773" cy="1067275"/>
                      </a:xfrm>
                    </p:grpSpPr>
                    <p:cxnSp>
                      <p:nvCxnSpPr>
                        <p:cNvPr id="815547634" name=""/>
                        <p:cNvCxnSpPr/>
                        <p:nvPr/>
                      </p:nvCxnSpPr>
                      <p:spPr bwMode="auto">
                        <a:xfrm rot="0" flipH="0" flipV="0">
                          <a:off x="0" y="533637"/>
                          <a:ext cx="1693773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495818926" name=""/>
                        <p:cNvCxnSpPr/>
                        <p:nvPr/>
                      </p:nvCxnSpPr>
                      <p:spPr bwMode="auto">
                        <a:xfrm rot="0" flipH="0" flipV="0">
                          <a:off x="284319" y="0"/>
                          <a:ext cx="1409445" cy="53739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734122287" name=""/>
                        <p:cNvCxnSpPr/>
                        <p:nvPr/>
                      </p:nvCxnSpPr>
                      <p:spPr bwMode="auto">
                        <a:xfrm rot="0" flipH="0" flipV="0">
                          <a:off x="0" y="529884"/>
                          <a:ext cx="1409445" cy="53739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2082493071" name=""/>
                        <p:cNvCxnSpPr/>
                        <p:nvPr/>
                      </p:nvCxnSpPr>
                      <p:spPr bwMode="auto">
                        <a:xfrm rot="0" flipH="0" flipV="0">
                          <a:off x="284319" y="1063530"/>
                          <a:ext cx="1125126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202769419" name=""/>
                        <p:cNvCxnSpPr/>
                        <p:nvPr/>
                      </p:nvCxnSpPr>
                      <p:spPr bwMode="auto">
                        <a:xfrm rot="0" flipH="0" flipV="0">
                          <a:off x="284319" y="3744"/>
                          <a:ext cx="1125126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436616612" name=""/>
                        <p:cNvCxnSpPr/>
                        <p:nvPr/>
                      </p:nvCxnSpPr>
                      <p:spPr bwMode="auto">
                        <a:xfrm rot="0" flipH="0" flipV="1">
                          <a:off x="0" y="7497"/>
                          <a:ext cx="1409445" cy="522387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574597843" name=""/>
                        <p:cNvCxnSpPr/>
                        <p:nvPr/>
                      </p:nvCxnSpPr>
                      <p:spPr bwMode="auto">
                        <a:xfrm rot="0" flipH="0" flipV="1">
                          <a:off x="284319" y="537390"/>
                          <a:ext cx="1409445" cy="522387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06616250" name=""/>
                        <p:cNvCxnSpPr/>
                        <p:nvPr/>
                      </p:nvCxnSpPr>
                      <p:spPr bwMode="auto">
                        <a:xfrm rot="0" flipH="0" flipV="1">
                          <a:off x="284319" y="7497"/>
                          <a:ext cx="1125126" cy="105228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351651872" name=""/>
                        <p:cNvCxnSpPr/>
                        <p:nvPr/>
                      </p:nvCxnSpPr>
                      <p:spPr bwMode="auto">
                        <a:xfrm rot="10800000" flipH="0" flipV="0">
                          <a:off x="284319" y="0"/>
                          <a:ext cx="1125126" cy="1067275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sp>
                    <p:nvSpPr>
                      <p:cNvPr id="196280686" name=""/>
                      <p:cNvSpPr/>
                      <p:nvPr/>
                    </p:nvSpPr>
                    <p:spPr bwMode="auto">
                      <a:xfrm rot="10800000" flipH="0" flipV="0">
                        <a:off x="2577552" y="529885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640184256" name=""/>
                      <p:cNvSpPr/>
                      <p:nvPr/>
                    </p:nvSpPr>
                    <p:spPr bwMode="auto">
                      <a:xfrm rot="10800000" flipH="0" flipV="0">
                        <a:off x="2293227" y="0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502239547" name=""/>
                      <p:cNvSpPr/>
                      <p:nvPr/>
                    </p:nvSpPr>
                    <p:spPr bwMode="auto">
                      <a:xfrm rot="10800000" flipH="0" flipV="0">
                        <a:off x="2293224" y="105977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470900465" name=""/>
                      <p:cNvCxnSpPr/>
                      <p:nvPr/>
                    </p:nvCxnSpPr>
                    <p:spPr bwMode="auto">
                      <a:xfrm rot="0" flipH="0" flipV="0">
                        <a:off x="349164" y="174582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01738963" name=""/>
                      <p:cNvSpPr/>
                      <p:nvPr/>
                    </p:nvSpPr>
                    <p:spPr bwMode="auto">
                      <a:xfrm rot="0" flipH="0" flipV="0">
                        <a:off x="534609" y="529885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538114368" name=""/>
                      <p:cNvSpPr/>
                      <p:nvPr/>
                    </p:nvSpPr>
                    <p:spPr bwMode="auto">
                      <a:xfrm rot="0" flipH="0" flipV="0">
                        <a:off x="818929" y="105977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04078498" name=""/>
                      <p:cNvSpPr/>
                      <p:nvPr/>
                    </p:nvSpPr>
                    <p:spPr bwMode="auto">
                      <a:xfrm rot="0" flipH="0" flipV="0">
                        <a:off x="818928" y="0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502549443" name=""/>
                      <p:cNvSpPr/>
                      <p:nvPr/>
                    </p:nvSpPr>
                    <p:spPr bwMode="auto">
                      <a:xfrm rot="0" flipH="0" flipV="0">
                        <a:off x="0" y="529885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187026882" name=""/>
                      <p:cNvSpPr/>
                      <p:nvPr/>
                    </p:nvSpPr>
                    <p:spPr bwMode="auto">
                      <a:xfrm rot="0" flipH="0" flipV="0">
                        <a:off x="0" y="105977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250167716" name=""/>
                      <p:cNvCxnSpPr/>
                      <p:nvPr/>
                    </p:nvCxnSpPr>
                    <p:spPr bwMode="auto">
                      <a:xfrm rot="0" flipH="0" flipV="0">
                        <a:off x="349164" y="704469"/>
                        <a:ext cx="185433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15081193" name=""/>
                      <p:cNvCxnSpPr/>
                      <p:nvPr/>
                    </p:nvCxnSpPr>
                    <p:spPr bwMode="auto">
                      <a:xfrm rot="0" flipH="0" flipV="1">
                        <a:off x="349164" y="1234362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532497001" name=""/>
                      <p:cNvSpPr/>
                      <p:nvPr/>
                    </p:nvSpPr>
                    <p:spPr bwMode="auto">
                      <a:xfrm rot="10800000" flipH="0" flipV="0">
                        <a:off x="3112161" y="529886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671901267" name=""/>
                      <p:cNvSpPr/>
                      <p:nvPr/>
                    </p:nvSpPr>
                    <p:spPr bwMode="auto">
                      <a:xfrm rot="0" flipH="0" flipV="0">
                        <a:off x="0" y="0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303528058" name=""/>
                      <p:cNvSpPr/>
                      <p:nvPr/>
                    </p:nvSpPr>
                    <p:spPr bwMode="auto">
                      <a:xfrm rot="10800000" flipH="0" flipV="0">
                        <a:off x="3112161" y="0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399995196" name=""/>
                      <p:cNvSpPr/>
                      <p:nvPr/>
                    </p:nvSpPr>
                    <p:spPr bwMode="auto">
                      <a:xfrm rot="10800000" flipH="0" flipV="0">
                        <a:off x="3112161" y="105977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414617042" name=""/>
                      <p:cNvCxnSpPr/>
                      <p:nvPr/>
                    </p:nvCxnSpPr>
                    <p:spPr bwMode="auto">
                      <a:xfrm rot="10800000" flipH="0" flipV="0">
                        <a:off x="2642400" y="1234361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78415479" name=""/>
                      <p:cNvCxnSpPr/>
                      <p:nvPr/>
                    </p:nvCxnSpPr>
                    <p:spPr bwMode="auto">
                      <a:xfrm rot="10800000" flipH="0" flipV="0">
                        <a:off x="2926720" y="704475"/>
                        <a:ext cx="185433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27618928" name=""/>
                      <p:cNvCxnSpPr/>
                      <p:nvPr/>
                    </p:nvCxnSpPr>
                    <p:spPr bwMode="auto">
                      <a:xfrm rot="10800000" flipH="0" flipV="1">
                        <a:off x="2642400" y="174582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sp>
                <p:nvSpPr>
                  <p:cNvPr id="420571416" name=""/>
                  <p:cNvSpPr/>
                  <p:nvPr/>
                </p:nvSpPr>
                <p:spPr bwMode="auto">
                  <a:xfrm rot="0" flipH="0" flipV="0">
                    <a:off x="5414163" y="68026"/>
                    <a:ext cx="1037484" cy="472023"/>
                  </a:xfrm>
                  <a:prstGeom prst="flowChartAlternateProcess">
                    <a:avLst/>
                  </a:prstGeom>
                  <a:noFill/>
                  <a:ln w="38100" cap="flat" cmpd="sng" algn="ctr">
                    <a:solidFill>
                      <a:srgbClr val="00FF73"/>
                    </a:solidFill>
                    <a:prstDash val="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659517954" name=""/>
                  <p:cNvSpPr/>
                  <p:nvPr/>
                </p:nvSpPr>
                <p:spPr bwMode="auto">
                  <a:xfrm rot="0" flipH="0" flipV="0">
                    <a:off x="1775305" y="1133388"/>
                    <a:ext cx="1037484" cy="472023"/>
                  </a:xfrm>
                  <a:prstGeom prst="flowChartAlternateProcess">
                    <a:avLst/>
                  </a:prstGeom>
                  <a:noFill/>
                  <a:ln w="38100" cap="flat" cmpd="sng" algn="ctr">
                    <a:solidFill>
                      <a:srgbClr val="00FF73"/>
                    </a:solidFill>
                    <a:prstDash val="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678004733" name=""/>
                  <p:cNvSpPr/>
                  <p:nvPr/>
                </p:nvSpPr>
                <p:spPr bwMode="auto">
                  <a:xfrm rot="0" flipH="0" flipV="0">
                    <a:off x="9090576" y="603748"/>
                    <a:ext cx="1037484" cy="472023"/>
                  </a:xfrm>
                  <a:prstGeom prst="flowChartAlternateProcess">
                    <a:avLst/>
                  </a:prstGeom>
                  <a:noFill/>
                  <a:ln w="38100" cap="flat" cmpd="sng" algn="ctr">
                    <a:solidFill>
                      <a:srgbClr val="00FF73"/>
                    </a:solidFill>
                    <a:prstDash val="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sp>
              <p:nvSpPr>
                <p:cNvPr id="874918563" name=""/>
                <p:cNvSpPr/>
                <p:nvPr/>
              </p:nvSpPr>
              <p:spPr bwMode="auto">
                <a:xfrm rot="0" flipH="0" flipV="0">
                  <a:off x="5419917" y="601851"/>
                  <a:ext cx="1037484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199341843" name=""/>
                <p:cNvSpPr/>
                <p:nvPr/>
              </p:nvSpPr>
              <p:spPr bwMode="auto">
                <a:xfrm rot="0" flipH="0" flipV="0">
                  <a:off x="5429439" y="1136952"/>
                  <a:ext cx="1037484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38169092" name=""/>
                <p:cNvSpPr/>
                <p:nvPr/>
              </p:nvSpPr>
              <p:spPr bwMode="auto">
                <a:xfrm rot="0" flipH="0" flipV="0">
                  <a:off x="9082746" y="67530"/>
                  <a:ext cx="1037484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244195735" name=""/>
                <p:cNvSpPr/>
                <p:nvPr/>
              </p:nvSpPr>
              <p:spPr bwMode="auto">
                <a:xfrm rot="0" flipH="0" flipV="0">
                  <a:off x="9080367" y="1136710"/>
                  <a:ext cx="1037484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122729175" name=""/>
                <p:cNvSpPr/>
                <p:nvPr/>
              </p:nvSpPr>
              <p:spPr bwMode="auto">
                <a:xfrm rot="0" flipH="0" flipV="0">
                  <a:off x="1768664" y="608673"/>
                  <a:ext cx="1037484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86301809" name=""/>
                <p:cNvSpPr/>
                <p:nvPr/>
              </p:nvSpPr>
              <p:spPr bwMode="auto">
                <a:xfrm rot="0" flipH="0" flipV="0">
                  <a:off x="1778190" y="70510"/>
                  <a:ext cx="1037484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</p:grpSp>
          <p:grpSp>
            <p:nvGrpSpPr>
              <p:cNvPr id="9091695" name=""/>
              <p:cNvGrpSpPr/>
              <p:nvPr/>
            </p:nvGrpSpPr>
            <p:grpSpPr bwMode="auto">
              <a:xfrm>
                <a:off x="1528992" y="945795"/>
                <a:ext cx="8911453" cy="460933"/>
                <a:chOff x="0" y="0"/>
                <a:chExt cx="8911453" cy="460933"/>
              </a:xfrm>
            </p:grpSpPr>
            <p:sp>
              <p:nvSpPr>
                <p:cNvPr id="694105162" name=""/>
                <p:cNvSpPr txBox="1"/>
                <p:nvPr/>
              </p:nvSpPr>
              <p:spPr bwMode="auto">
                <a:xfrm rot="5400000" flipH="0" flipV="0">
                  <a:off x="-27997" y="28356"/>
                  <a:ext cx="422115" cy="3661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800" b="1">
                      <a:latin typeface="Arial"/>
                      <a:ea typeface="Arial"/>
                      <a:cs typeface="Arial"/>
                    </a:rPr>
                    <a:t>…</a:t>
                  </a:r>
                  <a:endParaRPr sz="1800" b="1"/>
                </a:p>
              </p:txBody>
            </p:sp>
            <p:sp>
              <p:nvSpPr>
                <p:cNvPr id="1419170719" name=""/>
                <p:cNvSpPr txBox="1"/>
                <p:nvPr/>
              </p:nvSpPr>
              <p:spPr bwMode="auto">
                <a:xfrm rot="5400000" flipH="0" flipV="0">
                  <a:off x="1229292" y="28356"/>
                  <a:ext cx="422474" cy="3661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800" b="1">
                      <a:latin typeface="Arial"/>
                      <a:ea typeface="Arial"/>
                      <a:cs typeface="Arial"/>
                    </a:rPr>
                    <a:t>…</a:t>
                  </a:r>
                  <a:endParaRPr sz="1800" b="1"/>
                </a:p>
              </p:txBody>
            </p:sp>
            <p:sp>
              <p:nvSpPr>
                <p:cNvPr id="422593419" name=""/>
                <p:cNvSpPr txBox="1"/>
                <p:nvPr/>
              </p:nvSpPr>
              <p:spPr bwMode="auto">
                <a:xfrm rot="16199998" flipH="0" flipV="0">
                  <a:off x="7126323" y="47406"/>
                  <a:ext cx="422474" cy="3661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800" b="1">
                      <a:latin typeface="Arial"/>
                      <a:ea typeface="Arial"/>
                      <a:cs typeface="Arial"/>
                    </a:rPr>
                    <a:t>…</a:t>
                  </a:r>
                  <a:endParaRPr sz="1800" b="1"/>
                </a:p>
              </p:txBody>
            </p:sp>
            <p:sp>
              <p:nvSpPr>
                <p:cNvPr id="1192274899" name=""/>
                <p:cNvSpPr txBox="1"/>
                <p:nvPr/>
              </p:nvSpPr>
              <p:spPr bwMode="auto">
                <a:xfrm rot="16199998" flipH="0" flipV="0">
                  <a:off x="8516976" y="28356"/>
                  <a:ext cx="422833" cy="3661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800" b="1">
                      <a:latin typeface="Arial"/>
                      <a:ea typeface="Arial"/>
                      <a:cs typeface="Arial"/>
                    </a:rPr>
                    <a:t>…</a:t>
                  </a:r>
                  <a:endParaRPr sz="1800" b="1"/>
                </a:p>
              </p:txBody>
            </p:sp>
            <p:sp>
              <p:nvSpPr>
                <p:cNvPr id="461790976" name=""/>
                <p:cNvSpPr txBox="1"/>
                <p:nvPr/>
              </p:nvSpPr>
              <p:spPr bwMode="auto">
                <a:xfrm rot="16199998" flipH="0" flipV="0">
                  <a:off x="3458139" y="66456"/>
                  <a:ext cx="422474" cy="3661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800" b="1">
                      <a:latin typeface="Arial"/>
                      <a:ea typeface="Arial"/>
                      <a:cs typeface="Arial"/>
                    </a:rPr>
                    <a:t>…</a:t>
                  </a:r>
                  <a:endParaRPr sz="1800" b="1"/>
                </a:p>
              </p:txBody>
            </p:sp>
            <p:sp>
              <p:nvSpPr>
                <p:cNvPr id="194147890" name=""/>
                <p:cNvSpPr txBox="1"/>
                <p:nvPr/>
              </p:nvSpPr>
              <p:spPr bwMode="auto">
                <a:xfrm rot="5400000" flipH="0" flipV="0">
                  <a:off x="4982135" y="66456"/>
                  <a:ext cx="422833" cy="3661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800" b="1">
                      <a:latin typeface="Arial"/>
                      <a:ea typeface="Arial"/>
                      <a:cs typeface="Arial"/>
                    </a:rPr>
                    <a:t>…</a:t>
                  </a:r>
                  <a:endParaRPr sz="1800" b="1"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907454" name=""/>
          <p:cNvSpPr txBox="1"/>
          <p:nvPr/>
        </p:nvSpPr>
        <p:spPr bwMode="auto">
          <a:xfrm rot="0" flipH="0" flipV="0">
            <a:off x="4230775" y="9051606"/>
            <a:ext cx="6509172" cy="457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327936" indent="-327936" algn="ctr">
              <a:buAutoNum type="alphaLcParenBoth"/>
              <a:defRPr/>
            </a:pPr>
            <a:r>
              <a:rPr lang="fr-FR" sz="2400" b="0">
                <a:latin typeface="CMU Serif"/>
                <a:ea typeface="CMU Serif"/>
                <a:cs typeface="CMU Serif"/>
              </a:rPr>
              <a:t> XXXXXXXXXXXXX</a:t>
            </a:r>
            <a:endParaRPr sz="2400" b="0" i="0">
              <a:latin typeface="CMU Serif"/>
              <a:cs typeface="CMU Serif"/>
            </a:endParaRPr>
          </a:p>
        </p:txBody>
      </p:sp>
      <p:grpSp>
        <p:nvGrpSpPr>
          <p:cNvPr id="1005204020" name=""/>
          <p:cNvGrpSpPr/>
          <p:nvPr/>
        </p:nvGrpSpPr>
        <p:grpSpPr bwMode="auto">
          <a:xfrm>
            <a:off x="4743903" y="4128788"/>
            <a:ext cx="16214655" cy="5380377"/>
            <a:chOff x="0" y="0"/>
            <a:chExt cx="16214655" cy="5380377"/>
          </a:xfrm>
        </p:grpSpPr>
        <p:grpSp>
          <p:nvGrpSpPr>
            <p:cNvPr id="189187148" name=""/>
            <p:cNvGrpSpPr/>
            <p:nvPr/>
          </p:nvGrpSpPr>
          <p:grpSpPr bwMode="auto">
            <a:xfrm>
              <a:off x="0" y="0"/>
              <a:ext cx="4867976" cy="4578462"/>
              <a:chOff x="0" y="0"/>
              <a:chExt cx="4867976" cy="4578462"/>
            </a:xfrm>
          </p:grpSpPr>
          <p:grpSp>
            <p:nvGrpSpPr>
              <p:cNvPr id="1297355063" name=""/>
              <p:cNvGrpSpPr/>
              <p:nvPr/>
            </p:nvGrpSpPr>
            <p:grpSpPr bwMode="auto">
              <a:xfrm rot="10800000">
                <a:off x="748468" y="1240947"/>
                <a:ext cx="3974220" cy="3337515"/>
                <a:chOff x="0" y="0"/>
                <a:chExt cx="3974220" cy="3337515"/>
              </a:xfrm>
            </p:grpSpPr>
            <p:cxnSp>
              <p:nvCxnSpPr>
                <p:cNvPr id="27721872" name=""/>
                <p:cNvCxnSpPr/>
                <p:nvPr/>
              </p:nvCxnSpPr>
              <p:spPr bwMode="auto">
                <a:xfrm rot="10800000" flipH="0" flipV="0">
                  <a:off x="2436300" y="1668753"/>
                  <a:ext cx="805230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2823772" name=""/>
                <p:cNvCxnSpPr/>
                <p:nvPr/>
              </p:nvCxnSpPr>
              <p:spPr bwMode="auto">
                <a:xfrm rot="16199998" flipH="0" flipV="1">
                  <a:off x="2370880" y="431759"/>
                  <a:ext cx="1043366" cy="912529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5512982" name=""/>
                <p:cNvCxnSpPr/>
                <p:nvPr/>
              </p:nvCxnSpPr>
              <p:spPr bwMode="auto">
                <a:xfrm rot="5399997" flipH="0" flipV="0">
                  <a:off x="2370882" y="1993221"/>
                  <a:ext cx="1043364" cy="912529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70894466" name=""/>
                <p:cNvSpPr/>
                <p:nvPr/>
              </p:nvSpPr>
              <p:spPr bwMode="auto">
                <a:xfrm rot="0" flipH="0" flipV="0">
                  <a:off x="3241530" y="1302407"/>
                  <a:ext cx="732690" cy="732690"/>
                </a:xfrm>
                <a:prstGeom prst="ellipse">
                  <a:avLst/>
                </a:prstGeom>
                <a:solidFill>
                  <a:srgbClr val="E173FF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63398486" name=""/>
                <p:cNvCxnSpPr/>
                <p:nvPr/>
              </p:nvCxnSpPr>
              <p:spPr bwMode="auto">
                <a:xfrm rot="10800000" flipH="0" flipV="0">
                  <a:off x="732690" y="2971170"/>
                  <a:ext cx="970920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5927461" name=""/>
                <p:cNvCxnSpPr/>
                <p:nvPr/>
              </p:nvCxnSpPr>
              <p:spPr bwMode="auto">
                <a:xfrm rot="10800000" flipH="0" flipV="1">
                  <a:off x="732690" y="1668753"/>
                  <a:ext cx="970920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640331" name=""/>
                <p:cNvCxnSpPr/>
                <p:nvPr/>
              </p:nvCxnSpPr>
              <p:spPr bwMode="auto">
                <a:xfrm rot="10800000" flipH="0" flipV="0">
                  <a:off x="732690" y="366345"/>
                  <a:ext cx="970920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569503898" name=""/>
                <p:cNvGrpSpPr/>
                <p:nvPr/>
              </p:nvGrpSpPr>
              <p:grpSpPr bwMode="auto">
                <a:xfrm>
                  <a:off x="0" y="0"/>
                  <a:ext cx="732690" cy="3337515"/>
                  <a:chOff x="0" y="0"/>
                  <a:chExt cx="732690" cy="3337515"/>
                </a:xfrm>
              </p:grpSpPr>
              <p:sp>
                <p:nvSpPr>
                  <p:cNvPr id="1619956404" name=""/>
                  <p:cNvSpPr/>
                  <p:nvPr/>
                </p:nvSpPr>
                <p:spPr bwMode="auto">
                  <a:xfrm rot="0" flipH="0" flipV="0">
                    <a:off x="0" y="2604825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991558119" name=""/>
                  <p:cNvSpPr/>
                  <p:nvPr/>
                </p:nvSpPr>
                <p:spPr bwMode="auto">
                  <a:xfrm rot="0" flipH="0" flipV="0">
                    <a:off x="0" y="1302407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375510989" name=""/>
                  <p:cNvSpPr/>
                  <p:nvPr/>
                </p:nvSpPr>
                <p:spPr bwMode="auto">
                  <a:xfrm rot="0" flipH="0" flipV="0">
                    <a:off x="0" y="0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514559234" name=""/>
                <p:cNvGrpSpPr/>
                <p:nvPr/>
              </p:nvGrpSpPr>
              <p:grpSpPr bwMode="auto">
                <a:xfrm>
                  <a:off x="1703610" y="0"/>
                  <a:ext cx="732690" cy="3337515"/>
                  <a:chOff x="0" y="0"/>
                  <a:chExt cx="732690" cy="3337515"/>
                </a:xfrm>
              </p:grpSpPr>
              <p:sp>
                <p:nvSpPr>
                  <p:cNvPr id="89055235" name=""/>
                  <p:cNvSpPr/>
                  <p:nvPr/>
                </p:nvSpPr>
                <p:spPr bwMode="auto">
                  <a:xfrm rot="0" flipH="0" flipV="0">
                    <a:off x="0" y="2604825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500687095" name=""/>
                  <p:cNvSpPr/>
                  <p:nvPr/>
                </p:nvSpPr>
                <p:spPr bwMode="auto">
                  <a:xfrm rot="0" flipH="0" flipV="0">
                    <a:off x="0" y="1302407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525209292" name=""/>
                  <p:cNvSpPr/>
                  <p:nvPr/>
                </p:nvSpPr>
                <p:spPr bwMode="auto">
                  <a:xfrm rot="0" flipH="0" flipV="0">
                    <a:off x="0" y="0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</p:grpSp>
          <p:grpSp>
            <p:nvGrpSpPr>
              <p:cNvPr id="581103059" name=""/>
              <p:cNvGrpSpPr/>
              <p:nvPr/>
            </p:nvGrpSpPr>
            <p:grpSpPr bwMode="auto">
              <a:xfrm>
                <a:off x="943677" y="0"/>
                <a:ext cx="3924297" cy="1066377"/>
                <a:chOff x="0" y="0"/>
                <a:chExt cx="3924297" cy="1066377"/>
              </a:xfrm>
            </p:grpSpPr>
            <p:sp>
              <p:nvSpPr>
                <p:cNvPr id="306871424" name=""/>
                <p:cNvSpPr/>
                <p:nvPr/>
              </p:nvSpPr>
              <p:spPr bwMode="auto">
                <a:xfrm rot="5400000" flipH="0" flipV="0">
                  <a:off x="1851862" y="-1006056"/>
                  <a:ext cx="220572" cy="3924297"/>
                </a:xfrm>
                <a:prstGeom prst="leftBrace">
                  <a:avLst>
                    <a:gd name="adj1" fmla="val 101801"/>
                    <a:gd name="adj2" fmla="val 50000"/>
                  </a:avLst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sp>
            <p:sp>
              <p:nvSpPr>
                <p:cNvPr id="874700912" name=""/>
                <p:cNvSpPr txBox="1"/>
                <p:nvPr/>
              </p:nvSpPr>
              <p:spPr bwMode="auto">
                <a:xfrm rot="0" flipH="0" flipV="0">
                  <a:off x="1268190" y="0"/>
                  <a:ext cx="1401235" cy="762897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a:r>
                    <a:rPr lang="fr-FR" sz="2200" b="0">
                      <a:latin typeface="CMU Serif"/>
                      <a:ea typeface="CMU Serif"/>
                      <a:cs typeface="CMU Serif"/>
                    </a:rPr>
                    <a:t>Half-RGS</a:t>
                  </a:r>
                  <a:br>
                    <a:rPr sz="2200" b="0">
                      <a:latin typeface="CMU Serif"/>
                      <a:cs typeface="CMU Serif"/>
                    </a:rPr>
                  </a:br>
                  <a:r>
                    <a:rPr lang="fr-FR" sz="2200" b="0">
                      <a:latin typeface="CMU Serif"/>
                      <a:cs typeface="CMU Serif"/>
                    </a:rPr>
                    <a:t>(</a:t>
                  </a:r>
                  <a:r>
                    <a:rPr lang="fr-FR" sz="2200" b="0" i="1" u="none" strike="noStrike" cap="none" spc="0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m </a:t>
                  </a:r>
                  <a:r>
                    <a:rPr lang="fr-FR" sz="2200" b="0" i="0" u="none" strike="noStrike" cap="none" spc="0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arms)</a:t>
                  </a:r>
                  <a:endParaRPr sz="2200" b="0">
                    <a:latin typeface="CMU Serif"/>
                    <a:cs typeface="CMU Serif"/>
                  </a:endParaRPr>
                </a:p>
              </p:txBody>
            </p:sp>
          </p:grpSp>
          <p:sp>
            <p:nvSpPr>
              <p:cNvPr id="531573254" name=""/>
              <p:cNvSpPr txBox="1"/>
              <p:nvPr/>
            </p:nvSpPr>
            <p:spPr bwMode="auto">
              <a:xfrm rot="5400000" flipH="0" flipV="0">
                <a:off x="3327049" y="3254049"/>
                <a:ext cx="667964" cy="640440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3600" b="1" i="0" u="none" strike="noStrike" cap="none" spc="0">
                    <a:solidFill>
                      <a:schemeClr val="tx1"/>
                    </a:solidFill>
                    <a:latin typeface="Arial"/>
                    <a:ea typeface="Arial"/>
                    <a:cs typeface="Arial"/>
                  </a:rPr>
                  <a:t>…</a:t>
                </a:r>
                <a:endParaRPr sz="3600" b="1"/>
              </a:p>
            </p:txBody>
          </p:sp>
          <p:sp>
            <p:nvSpPr>
              <p:cNvPr id="768024702" name=""/>
              <p:cNvSpPr txBox="1"/>
              <p:nvPr/>
            </p:nvSpPr>
            <p:spPr bwMode="auto">
              <a:xfrm rot="0" flipH="0" flipV="0">
                <a:off x="0" y="3499239"/>
                <a:ext cx="1734603" cy="7623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1" i="0">
                    <a:solidFill>
                      <a:srgbClr val="DB4CFF"/>
                    </a:solidFill>
                    <a:latin typeface="CMU Serif"/>
                    <a:ea typeface="CMU Serif"/>
                    <a:cs typeface="CMU Serif"/>
                  </a:rPr>
                  <a:t>Anchor qubit</a:t>
                </a:r>
                <a:endParaRPr sz="2200" b="1" i="0">
                  <a:solidFill>
                    <a:srgbClr val="DB4CFF"/>
                  </a:solidFill>
                  <a:latin typeface="CMU Serif"/>
                  <a:cs typeface="CMU Serif"/>
                </a:endParaRPr>
              </a:p>
            </p:txBody>
          </p:sp>
        </p:grpSp>
        <p:grpSp>
          <p:nvGrpSpPr>
            <p:cNvPr id="759331062" name=""/>
            <p:cNvGrpSpPr/>
            <p:nvPr/>
          </p:nvGrpSpPr>
          <p:grpSpPr bwMode="auto">
            <a:xfrm rot="0" flipH="0" flipV="0">
              <a:off x="6975763" y="1237591"/>
              <a:ext cx="9238891" cy="3337515"/>
              <a:chOff x="0" y="0"/>
              <a:chExt cx="9238891" cy="3337515"/>
            </a:xfrm>
          </p:grpSpPr>
          <p:grpSp>
            <p:nvGrpSpPr>
              <p:cNvPr id="152478172" name=""/>
              <p:cNvGrpSpPr/>
              <p:nvPr/>
            </p:nvGrpSpPr>
            <p:grpSpPr bwMode="auto">
              <a:xfrm>
                <a:off x="0" y="0"/>
                <a:ext cx="9238891" cy="3337515"/>
                <a:chOff x="0" y="0"/>
                <a:chExt cx="9238891" cy="3337515"/>
              </a:xfrm>
            </p:grpSpPr>
            <p:cxnSp>
              <p:nvCxnSpPr>
                <p:cNvPr id="1848138063" name=""/>
                <p:cNvCxnSpPr/>
                <p:nvPr/>
              </p:nvCxnSpPr>
              <p:spPr bwMode="auto">
                <a:xfrm rot="0" flipH="0" flipV="1">
                  <a:off x="3974226" y="1668758"/>
                  <a:ext cx="1290442" cy="0"/>
                </a:xfrm>
                <a:prstGeom prst="line">
                  <a:avLst/>
                </a:prstGeom>
                <a:ln w="50800" cap="flat" cmpd="sng" algn="ctr">
                  <a:solidFill>
                    <a:srgbClr val="FF99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379705265" name=""/>
                <p:cNvGrpSpPr/>
                <p:nvPr/>
              </p:nvGrpSpPr>
              <p:grpSpPr bwMode="auto">
                <a:xfrm>
                  <a:off x="0" y="0"/>
                  <a:ext cx="3974221" cy="3337515"/>
                  <a:chOff x="0" y="0"/>
                  <a:chExt cx="3974221" cy="3337515"/>
                </a:xfrm>
              </p:grpSpPr>
              <p:cxnSp>
                <p:nvCxnSpPr>
                  <p:cNvPr id="204173450" name=""/>
                  <p:cNvCxnSpPr/>
                  <p:nvPr/>
                </p:nvCxnSpPr>
                <p:spPr bwMode="auto">
                  <a:xfrm rot="10800000" flipH="0" flipV="0">
                    <a:off x="2436300" y="1668755"/>
                    <a:ext cx="805230" cy="0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166102" name=""/>
                  <p:cNvCxnSpPr/>
                  <p:nvPr/>
                </p:nvCxnSpPr>
                <p:spPr bwMode="auto">
                  <a:xfrm rot="16199998" flipH="0" flipV="1">
                    <a:off x="2370882" y="431761"/>
                    <a:ext cx="1043366" cy="912529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22257787" name=""/>
                  <p:cNvCxnSpPr/>
                  <p:nvPr/>
                </p:nvCxnSpPr>
                <p:spPr bwMode="auto">
                  <a:xfrm rot="5399997" flipH="0" flipV="0">
                    <a:off x="2370883" y="1993221"/>
                    <a:ext cx="1043364" cy="912529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97440613" name=""/>
                  <p:cNvSpPr/>
                  <p:nvPr/>
                </p:nvSpPr>
                <p:spPr bwMode="auto">
                  <a:xfrm rot="0" flipH="0" flipV="0">
                    <a:off x="3241531" y="1302409"/>
                    <a:ext cx="732690" cy="732690"/>
                  </a:xfrm>
                  <a:prstGeom prst="ellipse">
                    <a:avLst/>
                  </a:prstGeom>
                  <a:solidFill>
                    <a:srgbClr val="E173FF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411573639" name=""/>
                  <p:cNvCxnSpPr/>
                  <p:nvPr/>
                </p:nvCxnSpPr>
                <p:spPr bwMode="auto">
                  <a:xfrm rot="10800000" flipH="0" flipV="0">
                    <a:off x="732690" y="2971170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1743238" name=""/>
                  <p:cNvCxnSpPr/>
                  <p:nvPr/>
                </p:nvCxnSpPr>
                <p:spPr bwMode="auto">
                  <a:xfrm rot="10800000" flipH="0" flipV="1">
                    <a:off x="732690" y="1668755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09915272" name=""/>
                  <p:cNvCxnSpPr/>
                  <p:nvPr/>
                </p:nvCxnSpPr>
                <p:spPr bwMode="auto">
                  <a:xfrm rot="10800000" flipH="0" flipV="0">
                    <a:off x="732690" y="366345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017931881" name=""/>
                  <p:cNvGrpSpPr/>
                  <p:nvPr/>
                </p:nvGrpSpPr>
                <p:grpSpPr bwMode="auto">
                  <a:xfrm>
                    <a:off x="0" y="0"/>
                    <a:ext cx="732690" cy="3337515"/>
                    <a:chOff x="0" y="0"/>
                    <a:chExt cx="732690" cy="3337515"/>
                  </a:xfrm>
                </p:grpSpPr>
                <p:sp>
                  <p:nvSpPr>
                    <p:cNvPr id="957885463" name=""/>
                    <p:cNvSpPr/>
                    <p:nvPr/>
                  </p:nvSpPr>
                  <p:spPr bwMode="auto">
                    <a:xfrm rot="0" flipH="0" flipV="0">
                      <a:off x="0" y="2604825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956303961" name=""/>
                    <p:cNvSpPr/>
                    <p:nvPr/>
                  </p:nvSpPr>
                  <p:spPr bwMode="auto">
                    <a:xfrm rot="0" flipH="0" flipV="0">
                      <a:off x="0" y="1302408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225368579" name=""/>
                    <p:cNvSpPr/>
                    <p:nvPr/>
                  </p:nvSpPr>
                  <p:spPr bwMode="auto">
                    <a:xfrm rot="0" flipH="0" flipV="0">
                      <a:off x="0" y="0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  <p:grpSp>
                <p:nvGrpSpPr>
                  <p:cNvPr id="158135796" name=""/>
                  <p:cNvGrpSpPr/>
                  <p:nvPr/>
                </p:nvGrpSpPr>
                <p:grpSpPr bwMode="auto">
                  <a:xfrm>
                    <a:off x="1703610" y="0"/>
                    <a:ext cx="732690" cy="3337515"/>
                    <a:chOff x="0" y="0"/>
                    <a:chExt cx="732690" cy="3337515"/>
                  </a:xfrm>
                </p:grpSpPr>
                <p:sp>
                  <p:nvSpPr>
                    <p:cNvPr id="195465236" name=""/>
                    <p:cNvSpPr/>
                    <p:nvPr/>
                  </p:nvSpPr>
                  <p:spPr bwMode="auto">
                    <a:xfrm rot="0" flipH="0" flipV="0">
                      <a:off x="0" y="2604825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758964212" name=""/>
                    <p:cNvSpPr/>
                    <p:nvPr/>
                  </p:nvSpPr>
                  <p:spPr bwMode="auto">
                    <a:xfrm rot="0" flipH="0" flipV="0">
                      <a:off x="0" y="1302408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591471022" name=""/>
                    <p:cNvSpPr/>
                    <p:nvPr/>
                  </p:nvSpPr>
                  <p:spPr bwMode="auto">
                    <a:xfrm rot="0" flipH="0" flipV="0">
                      <a:off x="0" y="0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</p:grpSp>
            <p:grpSp>
              <p:nvGrpSpPr>
                <p:cNvPr id="1068183383" name=""/>
                <p:cNvGrpSpPr/>
                <p:nvPr/>
              </p:nvGrpSpPr>
              <p:grpSpPr bwMode="auto">
                <a:xfrm rot="10800000">
                  <a:off x="5264670" y="0"/>
                  <a:ext cx="3974220" cy="3337515"/>
                  <a:chOff x="0" y="0"/>
                  <a:chExt cx="3974220" cy="3337515"/>
                </a:xfrm>
              </p:grpSpPr>
              <p:cxnSp>
                <p:nvCxnSpPr>
                  <p:cNvPr id="821004646" name=""/>
                  <p:cNvCxnSpPr/>
                  <p:nvPr/>
                </p:nvCxnSpPr>
                <p:spPr bwMode="auto">
                  <a:xfrm rot="10800000" flipH="0" flipV="0">
                    <a:off x="2436300" y="1668755"/>
                    <a:ext cx="805230" cy="0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1180552" name=""/>
                  <p:cNvCxnSpPr/>
                  <p:nvPr/>
                </p:nvCxnSpPr>
                <p:spPr bwMode="auto">
                  <a:xfrm rot="16199998" flipH="0" flipV="1">
                    <a:off x="2370881" y="431760"/>
                    <a:ext cx="1043366" cy="912529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552110" name=""/>
                  <p:cNvCxnSpPr/>
                  <p:nvPr/>
                </p:nvCxnSpPr>
                <p:spPr bwMode="auto">
                  <a:xfrm rot="5399997" flipH="0" flipV="0">
                    <a:off x="2370883" y="1993221"/>
                    <a:ext cx="1043364" cy="912529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66641196" name=""/>
                  <p:cNvSpPr/>
                  <p:nvPr/>
                </p:nvSpPr>
                <p:spPr bwMode="auto">
                  <a:xfrm rot="0" flipH="0" flipV="0">
                    <a:off x="3241530" y="1302408"/>
                    <a:ext cx="732690" cy="732690"/>
                  </a:xfrm>
                  <a:prstGeom prst="ellipse">
                    <a:avLst/>
                  </a:prstGeom>
                  <a:solidFill>
                    <a:srgbClr val="E173FF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880166039" name=""/>
                  <p:cNvCxnSpPr/>
                  <p:nvPr/>
                </p:nvCxnSpPr>
                <p:spPr bwMode="auto">
                  <a:xfrm rot="10800000" flipH="0" flipV="0">
                    <a:off x="732690" y="2971170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95890906" name=""/>
                  <p:cNvCxnSpPr/>
                  <p:nvPr/>
                </p:nvCxnSpPr>
                <p:spPr bwMode="auto">
                  <a:xfrm rot="10800000" flipH="0" flipV="1">
                    <a:off x="732690" y="1668753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0890513" name=""/>
                  <p:cNvCxnSpPr/>
                  <p:nvPr/>
                </p:nvCxnSpPr>
                <p:spPr bwMode="auto">
                  <a:xfrm rot="10800000" flipH="0" flipV="0">
                    <a:off x="732690" y="366345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603737093" name=""/>
                  <p:cNvGrpSpPr/>
                  <p:nvPr/>
                </p:nvGrpSpPr>
                <p:grpSpPr bwMode="auto">
                  <a:xfrm>
                    <a:off x="0" y="0"/>
                    <a:ext cx="732690" cy="3337515"/>
                    <a:chOff x="0" y="0"/>
                    <a:chExt cx="732690" cy="3337515"/>
                  </a:xfrm>
                </p:grpSpPr>
                <p:sp>
                  <p:nvSpPr>
                    <p:cNvPr id="1474582365" name=""/>
                    <p:cNvSpPr/>
                    <p:nvPr/>
                  </p:nvSpPr>
                  <p:spPr bwMode="auto">
                    <a:xfrm rot="0" flipH="0" flipV="0">
                      <a:off x="0" y="2604825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493405184" name=""/>
                    <p:cNvSpPr/>
                    <p:nvPr/>
                  </p:nvSpPr>
                  <p:spPr bwMode="auto">
                    <a:xfrm rot="0" flipH="0" flipV="0">
                      <a:off x="0" y="1302408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546013776" name=""/>
                    <p:cNvSpPr/>
                    <p:nvPr/>
                  </p:nvSpPr>
                  <p:spPr bwMode="auto">
                    <a:xfrm rot="0" flipH="0" flipV="0">
                      <a:off x="0" y="0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  <p:grpSp>
                <p:nvGrpSpPr>
                  <p:cNvPr id="1467173247" name=""/>
                  <p:cNvGrpSpPr/>
                  <p:nvPr/>
                </p:nvGrpSpPr>
                <p:grpSpPr bwMode="auto">
                  <a:xfrm>
                    <a:off x="1703610" y="0"/>
                    <a:ext cx="732690" cy="3337515"/>
                    <a:chOff x="0" y="0"/>
                    <a:chExt cx="732690" cy="3337515"/>
                  </a:xfrm>
                </p:grpSpPr>
                <p:sp>
                  <p:nvSpPr>
                    <p:cNvPr id="1795807280" name=""/>
                    <p:cNvSpPr/>
                    <p:nvPr/>
                  </p:nvSpPr>
                  <p:spPr bwMode="auto">
                    <a:xfrm rot="0" flipH="0" flipV="0">
                      <a:off x="0" y="2604825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363775069" name=""/>
                    <p:cNvSpPr/>
                    <p:nvPr/>
                  </p:nvSpPr>
                  <p:spPr bwMode="auto">
                    <a:xfrm rot="0" flipH="0" flipV="0">
                      <a:off x="0" y="1302408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63503343" name=""/>
                    <p:cNvSpPr/>
                    <p:nvPr/>
                  </p:nvSpPr>
                  <p:spPr bwMode="auto">
                    <a:xfrm rot="0" flipH="0" flipV="0">
                      <a:off x="0" y="0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</p:grpSp>
            <p:sp>
              <p:nvSpPr>
                <p:cNvPr id="901776762" name=""/>
                <p:cNvSpPr txBox="1"/>
                <p:nvPr/>
              </p:nvSpPr>
              <p:spPr bwMode="auto">
                <a:xfrm rot="0" flipH="0" flipV="0">
                  <a:off x="4234262" y="1037943"/>
                  <a:ext cx="790743" cy="5185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2800" b="1" i="1">
                      <a:solidFill>
                        <a:srgbClr val="FF9900"/>
                      </a:solidFill>
                      <a:latin typeface="CMU Serif"/>
                      <a:ea typeface="CMU Serif"/>
                      <a:cs typeface="CMU Serif"/>
                    </a:rPr>
                    <a:t>CZ</a:t>
                  </a:r>
                  <a:endParaRPr sz="2800" b="1" i="1">
                    <a:solidFill>
                      <a:srgbClr val="FF9900"/>
                    </a:solidFill>
                    <a:latin typeface="CMU Serif"/>
                    <a:cs typeface="CMU Serif"/>
                  </a:endParaRPr>
                </a:p>
              </p:txBody>
            </p:sp>
            <p:sp>
              <p:nvSpPr>
                <p:cNvPr id="843370235" name=""/>
                <p:cNvSpPr txBox="1"/>
                <p:nvPr/>
              </p:nvSpPr>
              <p:spPr bwMode="auto">
                <a:xfrm rot="0" flipH="0" flipV="0">
                  <a:off x="3863370" y="1941093"/>
                  <a:ext cx="1512872" cy="76235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a:r>
                    <a:rPr lang="fr-FR" sz="2200" b="1" i="0">
                      <a:solidFill>
                        <a:srgbClr val="DB4CFF"/>
                      </a:solidFill>
                      <a:latin typeface="CMU Serif"/>
                      <a:ea typeface="CMU Serif"/>
                      <a:cs typeface="CMU Serif"/>
                    </a:rPr>
                    <a:t>Anchor qubit</a:t>
                  </a:r>
                  <a:r>
                    <a:rPr lang="fr-FR" sz="2200" b="1" i="0">
                      <a:solidFill>
                        <a:srgbClr val="DB4CFF"/>
                      </a:solidFill>
                      <a:latin typeface="CMU Serif"/>
                      <a:cs typeface="CMU Serif"/>
                    </a:rPr>
                    <a:t>s</a:t>
                  </a:r>
                  <a:endParaRPr sz="2200" b="1" i="0">
                    <a:solidFill>
                      <a:srgbClr val="DB4CFF"/>
                    </a:solidFill>
                    <a:latin typeface="CMU Serif"/>
                    <a:cs typeface="CMU Serif"/>
                  </a:endParaRPr>
                </a:p>
              </p:txBody>
            </p:sp>
          </p:grpSp>
          <p:sp>
            <p:nvSpPr>
              <p:cNvPr id="1703111495" name=""/>
              <p:cNvSpPr txBox="1"/>
              <p:nvPr/>
            </p:nvSpPr>
            <p:spPr bwMode="auto">
              <a:xfrm rot="0" flipH="0" flipV="0">
                <a:off x="4239348" y="118238"/>
                <a:ext cx="795421" cy="5185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mc:AlternateContent xmlns:mc="http://schemas.openxmlformats.org/markup-compatibility/2006" xmlns:m="http://schemas.openxmlformats.org/officeDocument/2006/math">
                  <mc:Choice xmlns:a14="http://schemas.microsoft.com/office/drawing/2010/main" Requires="a14">
                    <a14:m>
                      <m:oMathPara>
                        <m:oMathParaPr/>
                        <m:oMath>
                          <m:sSub>
                            <m:sSubPr>
                              <m:ctrlPr>
                                <a:rPr lang="en-US" sz="2800" b="1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i"/>
                                </m:rPr>
                                <a:rPr lang="en-US" sz="2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bi"/>
                                </m:rPr>
                                <a:rPr lang="en-US" sz="2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sub>
                          </m:sSub>
                        </m:oMath>
                      </m:oMathPara>
                    </a14:m>
                  </mc:Choice>
                  <mc:Fallback/>
                </mc:AlternateContent>
                <a:endParaRPr sz="2800" b="1" i="1">
                  <a:solidFill>
                    <a:schemeClr val="tx1"/>
                  </a:solidFill>
                  <a:latin typeface="C059"/>
                  <a:cs typeface="C059"/>
                </a:endParaRPr>
              </a:p>
            </p:txBody>
          </p:sp>
          <p:cxnSp>
            <p:nvCxnSpPr>
              <p:cNvPr id="1893180460" name=""/>
              <p:cNvCxnSpPr/>
              <p:nvPr/>
            </p:nvCxnSpPr>
            <p:spPr bwMode="auto">
              <a:xfrm rot="10800000" flipH="0" flipV="1">
                <a:off x="3858489" y="645692"/>
                <a:ext cx="514348" cy="590548"/>
              </a:xfrm>
              <a:prstGeom prst="line">
                <a:avLst/>
              </a:prstGeom>
              <a:ln w="28575" cap="flat" cmpd="sng" algn="ctr">
                <a:solidFill>
                  <a:schemeClr val="tx1"/>
                </a:solidFill>
                <a:prstDash val="solid"/>
                <a:miter lim="800000"/>
                <a:tailEnd type="arrow" len="med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879951" name=""/>
              <p:cNvCxnSpPr/>
              <p:nvPr/>
            </p:nvCxnSpPr>
            <p:spPr bwMode="auto">
              <a:xfrm rot="10800000" flipH="1" flipV="1">
                <a:off x="4868137" y="607591"/>
                <a:ext cx="514347" cy="590548"/>
              </a:xfrm>
              <a:prstGeom prst="line">
                <a:avLst/>
              </a:prstGeom>
              <a:ln w="28575" cap="flat" cmpd="sng" algn="ctr">
                <a:solidFill>
                  <a:schemeClr val="tx1"/>
                </a:solidFill>
                <a:prstDash val="solid"/>
                <a:miter lim="800000"/>
                <a:tailEnd type="arrow" len="med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2389118" name=""/>
              <p:cNvSpPr txBox="1"/>
              <p:nvPr/>
            </p:nvSpPr>
            <p:spPr bwMode="auto">
              <a:xfrm rot="5400000" flipH="0" flipV="0">
                <a:off x="990825" y="2055258"/>
                <a:ext cx="667605" cy="640440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3600" b="1" i="0" u="none" strike="noStrike" cap="none" spc="0">
                    <a:solidFill>
                      <a:schemeClr val="tx1"/>
                    </a:solidFill>
                    <a:latin typeface="Arial"/>
                    <a:ea typeface="Arial"/>
                    <a:cs typeface="Arial"/>
                  </a:rPr>
                  <a:t>…</a:t>
                </a:r>
                <a:endParaRPr sz="3600" b="1"/>
              </a:p>
            </p:txBody>
          </p:sp>
          <p:sp>
            <p:nvSpPr>
              <p:cNvPr id="574090520" name=""/>
              <p:cNvSpPr txBox="1"/>
              <p:nvPr/>
            </p:nvSpPr>
            <p:spPr bwMode="auto">
              <a:xfrm rot="5400000" flipH="0" flipV="0">
                <a:off x="7907794" y="2055438"/>
                <a:ext cx="667964" cy="640440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3600" b="1" i="0" u="none" strike="noStrike" cap="none" spc="0">
                    <a:solidFill>
                      <a:schemeClr val="tx1"/>
                    </a:solidFill>
                    <a:latin typeface="Arial"/>
                    <a:ea typeface="Arial"/>
                    <a:cs typeface="Arial"/>
                  </a:rPr>
                  <a:t>…</a:t>
                </a:r>
                <a:endParaRPr sz="3600" b="1"/>
              </a:p>
            </p:txBody>
          </p:sp>
        </p:grpSp>
        <p:sp>
          <p:nvSpPr>
            <p:cNvPr id="548925508" name=""/>
            <p:cNvSpPr txBox="1"/>
            <p:nvPr/>
          </p:nvSpPr>
          <p:spPr bwMode="auto">
            <a:xfrm rot="0" flipH="0" flipV="0">
              <a:off x="8176417" y="4922817"/>
              <a:ext cx="6512411" cy="4575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400" b="0">
                  <a:latin typeface="CMU Serif"/>
                  <a:ea typeface="CMU Serif"/>
                  <a:cs typeface="CMU Serif"/>
                </a:rPr>
                <a:t>(b)  XXXXXXXXXXXXX</a:t>
              </a:r>
              <a:endParaRPr sz="2400" b="0" i="0">
                <a:latin typeface="CMU Serif"/>
                <a:cs typeface="CMU Serif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3193316" name=""/>
          <p:cNvGrpSpPr/>
          <p:nvPr/>
        </p:nvGrpSpPr>
        <p:grpSpPr bwMode="auto">
          <a:xfrm flipH="0" flipV="0">
            <a:off x="7336691" y="4492561"/>
            <a:ext cx="3792462" cy="3775203"/>
            <a:chOff x="0" y="0"/>
            <a:chExt cx="3792462" cy="3775203"/>
          </a:xfrm>
        </p:grpSpPr>
        <p:grpSp>
          <p:nvGrpSpPr>
            <p:cNvPr id="1699717873" name=""/>
            <p:cNvGrpSpPr/>
            <p:nvPr/>
          </p:nvGrpSpPr>
          <p:grpSpPr bwMode="auto">
            <a:xfrm rot="10800000" flipH="0" flipV="0">
              <a:off x="789780" y="880530"/>
              <a:ext cx="2242593" cy="1883309"/>
              <a:chOff x="0" y="0"/>
              <a:chExt cx="2242593" cy="1883309"/>
            </a:xfrm>
          </p:grpSpPr>
          <p:cxnSp>
            <p:nvCxnSpPr>
              <p:cNvPr id="803574124" name=""/>
              <p:cNvCxnSpPr/>
              <p:nvPr/>
            </p:nvCxnSpPr>
            <p:spPr bwMode="auto">
              <a:xfrm rot="10800000" flipH="0" flipV="0">
                <a:off x="1374768" y="941652"/>
                <a:ext cx="454378" cy="0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3678582" name=""/>
              <p:cNvCxnSpPr/>
              <p:nvPr/>
            </p:nvCxnSpPr>
            <p:spPr bwMode="auto">
              <a:xfrm rot="16199998" flipH="0" flipV="1">
                <a:off x="1337852" y="243634"/>
                <a:ext cx="588755" cy="514926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6512898" name=""/>
              <p:cNvCxnSpPr/>
              <p:nvPr/>
            </p:nvCxnSpPr>
            <p:spPr bwMode="auto">
              <a:xfrm rot="5399997" flipH="0" flipV="0">
                <a:off x="1337853" y="1124744"/>
                <a:ext cx="588754" cy="514926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79479889" name=""/>
              <p:cNvSpPr/>
              <p:nvPr/>
            </p:nvSpPr>
            <p:spPr bwMode="auto">
              <a:xfrm rot="0" flipH="0" flipV="0">
                <a:off x="1829146" y="734928"/>
                <a:ext cx="413445" cy="413445"/>
              </a:xfrm>
              <a:prstGeom prst="ellipse">
                <a:avLst/>
              </a:prstGeom>
              <a:solidFill>
                <a:srgbClr val="E173FF"/>
              </a:solidFill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1099953854" name=""/>
              <p:cNvCxnSpPr/>
              <p:nvPr/>
            </p:nvCxnSpPr>
            <p:spPr bwMode="auto">
              <a:xfrm rot="10800000" flipH="0" flipV="0">
                <a:off x="413445" y="1676586"/>
                <a:ext cx="547875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552035" name=""/>
              <p:cNvCxnSpPr/>
              <p:nvPr/>
            </p:nvCxnSpPr>
            <p:spPr bwMode="auto">
              <a:xfrm rot="10800000" flipH="0" flipV="1">
                <a:off x="413445" y="941652"/>
                <a:ext cx="547875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0051769" name=""/>
              <p:cNvCxnSpPr/>
              <p:nvPr/>
            </p:nvCxnSpPr>
            <p:spPr bwMode="auto">
              <a:xfrm rot="10800000" flipH="0" flipV="0">
                <a:off x="413445" y="206722"/>
                <a:ext cx="547875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708453646" name=""/>
              <p:cNvGrpSpPr/>
              <p:nvPr/>
            </p:nvGrpSpPr>
            <p:grpSpPr bwMode="auto">
              <a:xfrm flipH="0" flipV="0">
                <a:off x="0" y="0"/>
                <a:ext cx="413445" cy="1883309"/>
                <a:chOff x="0" y="0"/>
                <a:chExt cx="413445" cy="1883309"/>
              </a:xfrm>
            </p:grpSpPr>
            <p:sp>
              <p:nvSpPr>
                <p:cNvPr id="1430523331" name=""/>
                <p:cNvSpPr/>
                <p:nvPr/>
              </p:nvSpPr>
              <p:spPr bwMode="auto">
                <a:xfrm rot="0" flipH="0" flipV="0">
                  <a:off x="0" y="1469863"/>
                  <a:ext cx="413445" cy="413445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503998519" name=""/>
                <p:cNvSpPr/>
                <p:nvPr/>
              </p:nvSpPr>
              <p:spPr bwMode="auto">
                <a:xfrm rot="0" flipH="0" flipV="0">
                  <a:off x="0" y="734928"/>
                  <a:ext cx="413445" cy="413445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871911159" name=""/>
                <p:cNvSpPr/>
                <p:nvPr/>
              </p:nvSpPr>
              <p:spPr bwMode="auto">
                <a:xfrm rot="0" flipH="0" flipV="0">
                  <a:off x="0" y="0"/>
                  <a:ext cx="413445" cy="413445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  <p:grpSp>
            <p:nvGrpSpPr>
              <p:cNvPr id="668944674" name=""/>
              <p:cNvGrpSpPr/>
              <p:nvPr/>
            </p:nvGrpSpPr>
            <p:grpSpPr bwMode="auto">
              <a:xfrm flipH="0" flipV="0">
                <a:off x="961321" y="0"/>
                <a:ext cx="413445" cy="1883309"/>
                <a:chOff x="0" y="0"/>
                <a:chExt cx="413445" cy="1883309"/>
              </a:xfrm>
            </p:grpSpPr>
            <p:sp>
              <p:nvSpPr>
                <p:cNvPr id="392289333" name=""/>
                <p:cNvSpPr/>
                <p:nvPr/>
              </p:nvSpPr>
              <p:spPr bwMode="auto">
                <a:xfrm rot="0" flipH="0" flipV="0">
                  <a:off x="0" y="1469863"/>
                  <a:ext cx="413445" cy="413445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680201130" name=""/>
                <p:cNvSpPr/>
                <p:nvPr/>
              </p:nvSpPr>
              <p:spPr bwMode="auto">
                <a:xfrm rot="0" flipH="0" flipV="0">
                  <a:off x="0" y="734928"/>
                  <a:ext cx="413445" cy="413445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194614827" name=""/>
                <p:cNvSpPr/>
                <p:nvPr/>
              </p:nvSpPr>
              <p:spPr bwMode="auto">
                <a:xfrm rot="0" flipH="0" flipV="0">
                  <a:off x="0" y="0"/>
                  <a:ext cx="413445" cy="413445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</p:grpSp>
        <p:grpSp>
          <p:nvGrpSpPr>
            <p:cNvPr id="1647858501" name=""/>
            <p:cNvGrpSpPr/>
            <p:nvPr/>
          </p:nvGrpSpPr>
          <p:grpSpPr bwMode="auto">
            <a:xfrm flipH="0" flipV="0">
              <a:off x="899934" y="2853554"/>
              <a:ext cx="2214423" cy="921648"/>
              <a:chOff x="0" y="0"/>
              <a:chExt cx="2214423" cy="921648"/>
            </a:xfrm>
          </p:grpSpPr>
          <p:sp>
            <p:nvSpPr>
              <p:cNvPr id="1148864750" name=""/>
              <p:cNvSpPr/>
              <p:nvPr/>
            </p:nvSpPr>
            <p:spPr bwMode="auto">
              <a:xfrm rot="16199998" flipH="0" flipV="0">
                <a:off x="1044978" y="-1044978"/>
                <a:ext cx="124464" cy="2214423"/>
              </a:xfrm>
              <a:prstGeom prst="leftBrace">
                <a:avLst>
                  <a:gd name="adj1" fmla="val 101801"/>
                  <a:gd name="adj2" fmla="val 50000"/>
                </a:avLst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sp>
          <p:sp>
            <p:nvSpPr>
              <p:cNvPr id="2096991151" name=""/>
              <p:cNvSpPr txBox="1"/>
              <p:nvPr/>
            </p:nvSpPr>
            <p:spPr bwMode="auto">
              <a:xfrm rot="0" flipH="0" flipV="0">
                <a:off x="243547" y="158750"/>
                <a:ext cx="1792024" cy="762897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0">
                    <a:latin typeface="CMU Serif"/>
                    <a:ea typeface="CMU Serif"/>
                    <a:cs typeface="CMU Serif"/>
                  </a:rPr>
                  <a:t>Half-RGS</a:t>
                </a:r>
                <a:br>
                  <a:rPr sz="2200" b="0">
                    <a:latin typeface="CMU Serif"/>
                    <a:cs typeface="CMU Serif"/>
                  </a:rPr>
                </a:br>
                <a:r>
                  <a:rPr lang="fr-FR" sz="2200" b="0">
                    <a:latin typeface="CMU Serif"/>
                    <a:cs typeface="CMU Serif"/>
                  </a:rPr>
                  <a:t>(</a:t>
                </a:r>
                <a:r>
                  <a:rPr lang="fr-FR" sz="2200" b="0" i="1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m </a:t>
                </a:r>
                <a:r>
                  <a:rPr lang="fr-FR" sz="2200" b="0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arms)</a:t>
                </a:r>
                <a:endParaRPr sz="2200" b="0">
                  <a:latin typeface="CMU Serif"/>
                  <a:cs typeface="CMU Serif"/>
                </a:endParaRPr>
              </a:p>
            </p:txBody>
          </p:sp>
        </p:grpSp>
        <p:sp>
          <p:nvSpPr>
            <p:cNvPr id="260541523" name=""/>
            <p:cNvSpPr txBox="1"/>
            <p:nvPr/>
          </p:nvSpPr>
          <p:spPr bwMode="auto">
            <a:xfrm rot="0" flipH="0" flipV="0">
              <a:off x="914895" y="0"/>
              <a:ext cx="1731640" cy="7623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200" b="1" i="0">
                  <a:solidFill>
                    <a:srgbClr val="E6B31C"/>
                  </a:solidFill>
                  <a:latin typeface="CMU Serif"/>
                  <a:ea typeface="CMU Serif"/>
                  <a:cs typeface="CMU Serif"/>
                </a:rPr>
                <a:t>I</a:t>
              </a:r>
              <a:r>
                <a:rPr lang="fr-FR" sz="2200" b="1">
                  <a:solidFill>
                    <a:srgbClr val="E6B31C"/>
                  </a:solidFill>
                  <a:latin typeface="CMU Serif"/>
                  <a:ea typeface="CMU Serif"/>
                  <a:cs typeface="CMU Serif"/>
                </a:rPr>
                <a:t>nner qubits</a:t>
              </a:r>
              <a:endParaRPr sz="2200" b="1">
                <a:solidFill>
                  <a:srgbClr val="E6B31C"/>
                </a:solidFill>
                <a:latin typeface="CMU Serif"/>
                <a:cs typeface="CMU Serif"/>
              </a:endParaRPr>
            </a:p>
          </p:txBody>
        </p:sp>
        <p:sp>
          <p:nvSpPr>
            <p:cNvPr id="892534093" name=""/>
            <p:cNvSpPr txBox="1"/>
            <p:nvPr/>
          </p:nvSpPr>
          <p:spPr bwMode="auto">
            <a:xfrm rot="5400000" flipH="0" flipV="0">
              <a:off x="2244835" y="1877466"/>
              <a:ext cx="377914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3600" b="1" i="0" u="none" strike="noStrike" cap="none" spc="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…</a:t>
              </a:r>
              <a:endParaRPr sz="3600" b="1"/>
            </a:p>
          </p:txBody>
        </p:sp>
        <p:sp>
          <p:nvSpPr>
            <p:cNvPr id="1658718177" name=""/>
            <p:cNvSpPr txBox="1"/>
            <p:nvPr/>
          </p:nvSpPr>
          <p:spPr bwMode="auto">
            <a:xfrm rot="0" flipH="0" flipV="0">
              <a:off x="2143755" y="0"/>
              <a:ext cx="1648706" cy="7623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200" b="1" i="0">
                  <a:solidFill>
                    <a:srgbClr val="FF4C4C"/>
                  </a:solidFill>
                  <a:latin typeface="CMU Serif"/>
                  <a:ea typeface="CMU Serif"/>
                  <a:cs typeface="CMU Serif"/>
                </a:rPr>
                <a:t>Outer </a:t>
              </a:r>
              <a:r>
                <a:rPr lang="fr-FR" sz="2200" b="1">
                  <a:solidFill>
                    <a:srgbClr val="FF4C4C"/>
                  </a:solidFill>
                  <a:latin typeface="CMU Serif"/>
                  <a:ea typeface="CMU Serif"/>
                  <a:cs typeface="CMU Serif"/>
                </a:rPr>
                <a:t>qubits</a:t>
              </a:r>
              <a:endParaRPr sz="2200" b="1">
                <a:solidFill>
                  <a:srgbClr val="FFD34F"/>
                </a:solidFill>
                <a:latin typeface="CMU Serif"/>
                <a:cs typeface="CMU Serif"/>
              </a:endParaRPr>
            </a:p>
          </p:txBody>
        </p:sp>
        <p:sp>
          <p:nvSpPr>
            <p:cNvPr id="1970275595" name=""/>
            <p:cNvSpPr txBox="1"/>
            <p:nvPr/>
          </p:nvSpPr>
          <p:spPr bwMode="auto">
            <a:xfrm rot="0" flipH="0" flipV="0">
              <a:off x="0" y="1142431"/>
              <a:ext cx="1460174" cy="10976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200" b="1" i="0">
                  <a:solidFill>
                    <a:srgbClr val="DB4CFF"/>
                  </a:solidFill>
                  <a:latin typeface="CMU Serif"/>
                  <a:ea typeface="CMU Serif"/>
                  <a:cs typeface="CMU Serif"/>
                </a:rPr>
                <a:t>Anchor/Emitter qubit</a:t>
              </a:r>
              <a:endParaRPr sz="2200" b="1" i="0">
                <a:solidFill>
                  <a:srgbClr val="DB4CFF"/>
                </a:solidFill>
                <a:latin typeface="CMU Serif"/>
                <a:cs typeface="CMU Serif"/>
              </a:endParaRPr>
            </a:p>
          </p:txBody>
        </p:sp>
      </p:grpSp>
      <p:grpSp>
        <p:nvGrpSpPr>
          <p:cNvPr id="324489406" name=""/>
          <p:cNvGrpSpPr/>
          <p:nvPr/>
        </p:nvGrpSpPr>
        <p:grpSpPr bwMode="auto">
          <a:xfrm flipH="0" flipV="0">
            <a:off x="5951362" y="8493231"/>
            <a:ext cx="6072365" cy="2708724"/>
            <a:chOff x="0" y="0"/>
            <a:chExt cx="6072365" cy="2708724"/>
          </a:xfrm>
        </p:grpSpPr>
        <p:grpSp>
          <p:nvGrpSpPr>
            <p:cNvPr id="1056935196" name=""/>
            <p:cNvGrpSpPr/>
            <p:nvPr/>
          </p:nvGrpSpPr>
          <p:grpSpPr bwMode="auto">
            <a:xfrm flipH="0" flipV="0">
              <a:off x="0" y="0"/>
              <a:ext cx="6072365" cy="2708724"/>
              <a:chOff x="0" y="0"/>
              <a:chExt cx="6072365" cy="2708724"/>
            </a:xfrm>
          </p:grpSpPr>
          <p:cxnSp>
            <p:nvCxnSpPr>
              <p:cNvPr id="1323180733" name=""/>
              <p:cNvCxnSpPr/>
              <p:nvPr/>
            </p:nvCxnSpPr>
            <p:spPr bwMode="auto">
              <a:xfrm rot="0" flipH="0" flipV="1">
                <a:off x="2612105" y="1096810"/>
                <a:ext cx="848157" cy="0"/>
              </a:xfrm>
              <a:prstGeom prst="line">
                <a:avLst/>
              </a:prstGeom>
              <a:ln w="50800" cap="flat" cmpd="sng" algn="ctr">
                <a:solidFill>
                  <a:srgbClr val="FF99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14096295" name=""/>
              <p:cNvGrpSpPr/>
              <p:nvPr/>
            </p:nvGrpSpPr>
            <p:grpSpPr bwMode="auto">
              <a:xfrm flipH="0" flipV="0">
                <a:off x="0" y="0"/>
                <a:ext cx="2612101" cy="2193618"/>
                <a:chOff x="0" y="0"/>
                <a:chExt cx="2612101" cy="2193618"/>
              </a:xfrm>
            </p:grpSpPr>
            <p:cxnSp>
              <p:nvCxnSpPr>
                <p:cNvPr id="1118489048" name=""/>
                <p:cNvCxnSpPr/>
                <p:nvPr/>
              </p:nvCxnSpPr>
              <p:spPr bwMode="auto">
                <a:xfrm rot="10800000" flipH="0" flipV="0">
                  <a:off x="1601286" y="1096808"/>
                  <a:ext cx="529245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43338243" name=""/>
                <p:cNvCxnSpPr/>
                <p:nvPr/>
              </p:nvCxnSpPr>
              <p:spPr bwMode="auto">
                <a:xfrm rot="16199998" flipH="0" flipV="1">
                  <a:off x="1558289" y="283779"/>
                  <a:ext cx="685764" cy="599769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23776895" name=""/>
                <p:cNvCxnSpPr/>
                <p:nvPr/>
              </p:nvCxnSpPr>
              <p:spPr bwMode="auto">
                <a:xfrm rot="5399997" flipH="0" flipV="0">
                  <a:off x="1558289" y="1310066"/>
                  <a:ext cx="685762" cy="599769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63729442" name=""/>
                <p:cNvSpPr/>
                <p:nvPr/>
              </p:nvSpPr>
              <p:spPr bwMode="auto">
                <a:xfrm rot="0" flipH="0" flipV="0">
                  <a:off x="2130534" y="856022"/>
                  <a:ext cx="481567" cy="481567"/>
                </a:xfrm>
                <a:prstGeom prst="ellipse">
                  <a:avLst/>
                </a:prstGeom>
                <a:solidFill>
                  <a:srgbClr val="E173FF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582987594" name=""/>
                <p:cNvCxnSpPr/>
                <p:nvPr/>
              </p:nvCxnSpPr>
              <p:spPr bwMode="auto">
                <a:xfrm rot="10800000" flipH="0" flipV="0">
                  <a:off x="481567" y="1952834"/>
                  <a:ext cx="638147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32575735" name=""/>
                <p:cNvCxnSpPr/>
                <p:nvPr/>
              </p:nvCxnSpPr>
              <p:spPr bwMode="auto">
                <a:xfrm rot="10800000" flipH="0" flipV="1">
                  <a:off x="481567" y="1096808"/>
                  <a:ext cx="638148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2834540" name=""/>
                <p:cNvCxnSpPr/>
                <p:nvPr/>
              </p:nvCxnSpPr>
              <p:spPr bwMode="auto">
                <a:xfrm rot="10800000" flipH="0" flipV="0">
                  <a:off x="481567" y="240783"/>
                  <a:ext cx="638147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794894324" name=""/>
                <p:cNvGrpSpPr/>
                <p:nvPr/>
              </p:nvGrpSpPr>
              <p:grpSpPr bwMode="auto">
                <a:xfrm flipH="0" flipV="0">
                  <a:off x="0" y="0"/>
                  <a:ext cx="481567" cy="2193618"/>
                  <a:chOff x="0" y="0"/>
                  <a:chExt cx="481567" cy="2193618"/>
                </a:xfrm>
              </p:grpSpPr>
              <p:sp>
                <p:nvSpPr>
                  <p:cNvPr id="1324760140" name=""/>
                  <p:cNvSpPr/>
                  <p:nvPr/>
                </p:nvSpPr>
                <p:spPr bwMode="auto">
                  <a:xfrm rot="0" flipH="0" flipV="0">
                    <a:off x="0" y="1712050"/>
                    <a:ext cx="481567" cy="4815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969357418" name=""/>
                  <p:cNvSpPr/>
                  <p:nvPr/>
                </p:nvSpPr>
                <p:spPr bwMode="auto">
                  <a:xfrm rot="0" flipH="0" flipV="0">
                    <a:off x="0" y="856022"/>
                    <a:ext cx="481567" cy="4815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898523819" name=""/>
                  <p:cNvSpPr/>
                  <p:nvPr/>
                </p:nvSpPr>
                <p:spPr bwMode="auto">
                  <a:xfrm rot="0" flipH="0" flipV="0">
                    <a:off x="0" y="0"/>
                    <a:ext cx="481567" cy="4815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1192077165" name=""/>
                <p:cNvGrpSpPr/>
                <p:nvPr/>
              </p:nvGrpSpPr>
              <p:grpSpPr bwMode="auto">
                <a:xfrm flipH="0" flipV="0">
                  <a:off x="1119717" y="0"/>
                  <a:ext cx="481567" cy="2193618"/>
                  <a:chOff x="0" y="0"/>
                  <a:chExt cx="481567" cy="2193618"/>
                </a:xfrm>
              </p:grpSpPr>
              <p:sp>
                <p:nvSpPr>
                  <p:cNvPr id="997051818" name=""/>
                  <p:cNvSpPr/>
                  <p:nvPr/>
                </p:nvSpPr>
                <p:spPr bwMode="auto">
                  <a:xfrm rot="0" flipH="0" flipV="0">
                    <a:off x="0" y="1712050"/>
                    <a:ext cx="481567" cy="4815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488802090" name=""/>
                  <p:cNvSpPr/>
                  <p:nvPr/>
                </p:nvSpPr>
                <p:spPr bwMode="auto">
                  <a:xfrm rot="0" flipH="0" flipV="0">
                    <a:off x="0" y="856022"/>
                    <a:ext cx="481567" cy="4815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869794945" name=""/>
                  <p:cNvSpPr/>
                  <p:nvPr/>
                </p:nvSpPr>
                <p:spPr bwMode="auto">
                  <a:xfrm rot="0" flipH="0" flipV="0">
                    <a:off x="0" y="0"/>
                    <a:ext cx="481567" cy="4815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</p:grpSp>
          <p:grpSp>
            <p:nvGrpSpPr>
              <p:cNvPr id="1095626641" name=""/>
              <p:cNvGrpSpPr/>
              <p:nvPr/>
            </p:nvGrpSpPr>
            <p:grpSpPr bwMode="auto">
              <a:xfrm rot="10800000" flipH="0" flipV="0">
                <a:off x="3460266" y="0"/>
                <a:ext cx="2612100" cy="2193618"/>
                <a:chOff x="0" y="0"/>
                <a:chExt cx="2612100" cy="2193618"/>
              </a:xfrm>
            </p:grpSpPr>
            <p:cxnSp>
              <p:nvCxnSpPr>
                <p:cNvPr id="605882173" name=""/>
                <p:cNvCxnSpPr/>
                <p:nvPr/>
              </p:nvCxnSpPr>
              <p:spPr bwMode="auto">
                <a:xfrm rot="10800000" flipH="0" flipV="0">
                  <a:off x="1601285" y="1096808"/>
                  <a:ext cx="529245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42909619" name=""/>
                <p:cNvCxnSpPr/>
                <p:nvPr/>
              </p:nvCxnSpPr>
              <p:spPr bwMode="auto">
                <a:xfrm rot="16199998" flipH="0" flipV="1">
                  <a:off x="1558288" y="283779"/>
                  <a:ext cx="685764" cy="599769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5619067" name=""/>
                <p:cNvCxnSpPr/>
                <p:nvPr/>
              </p:nvCxnSpPr>
              <p:spPr bwMode="auto">
                <a:xfrm rot="5399997" flipH="0" flipV="0">
                  <a:off x="1558289" y="1310066"/>
                  <a:ext cx="685762" cy="599769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0215356" name=""/>
                <p:cNvSpPr/>
                <p:nvPr/>
              </p:nvSpPr>
              <p:spPr bwMode="auto">
                <a:xfrm rot="0" flipH="0" flipV="0">
                  <a:off x="2130532" y="856022"/>
                  <a:ext cx="481567" cy="481567"/>
                </a:xfrm>
                <a:prstGeom prst="ellipse">
                  <a:avLst/>
                </a:prstGeom>
                <a:solidFill>
                  <a:srgbClr val="E173FF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437142101" name=""/>
                <p:cNvCxnSpPr/>
                <p:nvPr/>
              </p:nvCxnSpPr>
              <p:spPr bwMode="auto">
                <a:xfrm rot="10800000" flipH="0" flipV="0">
                  <a:off x="481567" y="1952834"/>
                  <a:ext cx="638147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98123963" name=""/>
                <p:cNvCxnSpPr/>
                <p:nvPr/>
              </p:nvCxnSpPr>
              <p:spPr bwMode="auto">
                <a:xfrm rot="10800000" flipH="0" flipV="1">
                  <a:off x="481567" y="1096807"/>
                  <a:ext cx="638148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60990770" name=""/>
                <p:cNvCxnSpPr/>
                <p:nvPr/>
              </p:nvCxnSpPr>
              <p:spPr bwMode="auto">
                <a:xfrm rot="10800000" flipH="0" flipV="0">
                  <a:off x="481567" y="240783"/>
                  <a:ext cx="638147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209687008" name=""/>
                <p:cNvGrpSpPr/>
                <p:nvPr/>
              </p:nvGrpSpPr>
              <p:grpSpPr bwMode="auto">
                <a:xfrm flipH="0" flipV="0">
                  <a:off x="0" y="0"/>
                  <a:ext cx="481567" cy="2193618"/>
                  <a:chOff x="0" y="0"/>
                  <a:chExt cx="481567" cy="2193618"/>
                </a:xfrm>
              </p:grpSpPr>
              <p:sp>
                <p:nvSpPr>
                  <p:cNvPr id="647116012" name=""/>
                  <p:cNvSpPr/>
                  <p:nvPr/>
                </p:nvSpPr>
                <p:spPr bwMode="auto">
                  <a:xfrm rot="0" flipH="0" flipV="0">
                    <a:off x="0" y="1712050"/>
                    <a:ext cx="481567" cy="4815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718414672" name=""/>
                  <p:cNvSpPr/>
                  <p:nvPr/>
                </p:nvSpPr>
                <p:spPr bwMode="auto">
                  <a:xfrm rot="0" flipH="0" flipV="0">
                    <a:off x="0" y="856022"/>
                    <a:ext cx="481567" cy="4815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90045265" name=""/>
                  <p:cNvSpPr/>
                  <p:nvPr/>
                </p:nvSpPr>
                <p:spPr bwMode="auto">
                  <a:xfrm rot="0" flipH="0" flipV="0">
                    <a:off x="0" y="0"/>
                    <a:ext cx="481567" cy="4815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1935766140" name=""/>
                <p:cNvGrpSpPr/>
                <p:nvPr/>
              </p:nvGrpSpPr>
              <p:grpSpPr bwMode="auto">
                <a:xfrm flipH="0" flipV="0">
                  <a:off x="1119717" y="0"/>
                  <a:ext cx="481567" cy="2193618"/>
                  <a:chOff x="0" y="0"/>
                  <a:chExt cx="481567" cy="2193618"/>
                </a:xfrm>
              </p:grpSpPr>
              <p:sp>
                <p:nvSpPr>
                  <p:cNvPr id="106895409" name=""/>
                  <p:cNvSpPr/>
                  <p:nvPr/>
                </p:nvSpPr>
                <p:spPr bwMode="auto">
                  <a:xfrm rot="0" flipH="0" flipV="0">
                    <a:off x="0" y="1712050"/>
                    <a:ext cx="481567" cy="4815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76299670" name=""/>
                  <p:cNvSpPr/>
                  <p:nvPr/>
                </p:nvSpPr>
                <p:spPr bwMode="auto">
                  <a:xfrm rot="0" flipH="0" flipV="0">
                    <a:off x="0" y="856022"/>
                    <a:ext cx="481567" cy="4815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720944706" name=""/>
                  <p:cNvSpPr/>
                  <p:nvPr/>
                </p:nvSpPr>
                <p:spPr bwMode="auto">
                  <a:xfrm rot="0" flipH="0" flipV="0">
                    <a:off x="0" y="0"/>
                    <a:ext cx="481567" cy="4815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</p:grpSp>
          <p:sp>
            <p:nvSpPr>
              <p:cNvPr id="651805615" name=""/>
              <p:cNvSpPr txBox="1"/>
              <p:nvPr/>
            </p:nvSpPr>
            <p:spPr bwMode="auto">
              <a:xfrm rot="0" flipH="0" flipV="0">
                <a:off x="2783017" y="682198"/>
                <a:ext cx="520776" cy="94523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2800" b="1" i="1">
                    <a:solidFill>
                      <a:srgbClr val="FF9900"/>
                    </a:solidFill>
                    <a:latin typeface="CMU Serif"/>
                    <a:ea typeface="CMU Serif"/>
                    <a:cs typeface="CMU Serif"/>
                  </a:rPr>
                  <a:t>CZ</a:t>
                </a:r>
                <a:endParaRPr sz="2800" b="1" i="1">
                  <a:solidFill>
                    <a:srgbClr val="FF9900"/>
                  </a:solidFill>
                  <a:latin typeface="CMU Serif"/>
                  <a:cs typeface="CMU Serif"/>
                </a:endParaRPr>
              </a:p>
            </p:txBody>
          </p:sp>
          <p:sp>
            <p:nvSpPr>
              <p:cNvPr id="555065521" name=""/>
              <p:cNvSpPr txBox="1"/>
              <p:nvPr/>
            </p:nvSpPr>
            <p:spPr bwMode="auto">
              <a:xfrm rot="0" flipH="0" flipV="0">
                <a:off x="2539244" y="1275804"/>
                <a:ext cx="995403" cy="14329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1" i="0">
                    <a:solidFill>
                      <a:srgbClr val="DB4CFF"/>
                    </a:solidFill>
                    <a:latin typeface="CMU Serif"/>
                    <a:ea typeface="CMU Serif"/>
                    <a:cs typeface="CMU Serif"/>
                  </a:rPr>
                  <a:t>Anchor qubit</a:t>
                </a:r>
                <a:r>
                  <a:rPr lang="fr-FR" sz="2200" b="1" i="0">
                    <a:solidFill>
                      <a:srgbClr val="DB4CFF"/>
                    </a:solidFill>
                    <a:latin typeface="CMU Serif"/>
                    <a:cs typeface="CMU Serif"/>
                  </a:rPr>
                  <a:t>s</a:t>
                </a:r>
                <a:endParaRPr sz="2200" b="1" i="0">
                  <a:solidFill>
                    <a:srgbClr val="DB4CFF"/>
                  </a:solidFill>
                  <a:latin typeface="CMU Serif"/>
                  <a:cs typeface="CMU Serif"/>
                </a:endParaRPr>
              </a:p>
            </p:txBody>
          </p:sp>
        </p:grpSp>
        <p:sp>
          <p:nvSpPr>
            <p:cNvPr id="126693126" name=""/>
            <p:cNvSpPr txBox="1"/>
            <p:nvPr/>
          </p:nvSpPr>
          <p:spPr bwMode="auto">
            <a:xfrm rot="0" flipH="0" flipV="0">
              <a:off x="2786359" y="77712"/>
              <a:ext cx="523851" cy="5185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mc:AlternateContent xmlns:mc="http://schemas.openxmlformats.org/markup-compatibility/2006" xmlns:m="http://schemas.openxmlformats.org/officeDocument/2006/math">
                <mc:Choice xmlns:a14="http://schemas.microsoft.com/office/drawing/2010/main" Requires="a14">
                  <a14:m>
                    <m:oMathPara>
                      <m:oMathParaPr/>
                      <m:oMath>
                        <m:sSub>
                          <m:sSubPr>
                            <m:ctrlPr>
                              <a:rPr lang="en-US" sz="2800" b="1" i="1" u="none" strike="noStrike" cap="none" spc="0">
                                <a:solidFill>
                                  <a:schemeClr val="tx1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bi"/>
                              </m:rPr>
                              <a:rPr lang="en-US" sz="2800" u="none" strike="noStrike" cap="none" spc="0">
                                <a:solidFill>
                                  <a:schemeClr val="tx1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sty m:val="bi"/>
                              </m:rPr>
                              <a:rPr lang="en-US" sz="2800" u="none" strike="noStrike" cap="none" spc="0">
                                <a:solidFill>
                                  <a:schemeClr val="tx1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sub>
                        </m:sSub>
                      </m:oMath>
                    </m:oMathPara>
                  </a14:m>
                </mc:Choice>
                <mc:Fallback/>
              </mc:AlternateContent>
              <a:endParaRPr sz="2800" b="1" i="1">
                <a:solidFill>
                  <a:schemeClr val="tx1"/>
                </a:solidFill>
                <a:latin typeface="C059"/>
                <a:cs typeface="C059"/>
              </a:endParaRPr>
            </a:p>
          </p:txBody>
        </p:sp>
        <p:cxnSp>
          <p:nvCxnSpPr>
            <p:cNvPr id="342032979" name=""/>
            <p:cNvCxnSpPr/>
            <p:nvPr/>
          </p:nvCxnSpPr>
          <p:spPr bwMode="auto">
            <a:xfrm rot="10800000" flipH="0" flipV="1">
              <a:off x="2536035" y="424388"/>
              <a:ext cx="338060" cy="388144"/>
            </a:xfrm>
            <a:prstGeom prst="line">
              <a:avLst/>
            </a:prstGeom>
            <a:ln w="28575" cap="flat" cmpd="sng" algn="ctr">
              <a:solidFill>
                <a:schemeClr val="tx1"/>
              </a:solidFill>
              <a:prstDash val="solid"/>
              <a:miter lim="800000"/>
              <a:tailEnd type="arrow" len="med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1108843" name=""/>
            <p:cNvCxnSpPr/>
            <p:nvPr/>
          </p:nvCxnSpPr>
          <p:spPr bwMode="auto">
            <a:xfrm rot="10800000" flipH="1" flipV="1">
              <a:off x="3199638" y="399345"/>
              <a:ext cx="338060" cy="388144"/>
            </a:xfrm>
            <a:prstGeom prst="line">
              <a:avLst/>
            </a:prstGeom>
            <a:ln w="28575" cap="flat" cmpd="sng" algn="ctr">
              <a:solidFill>
                <a:schemeClr val="tx1"/>
              </a:solidFill>
              <a:prstDash val="solid"/>
              <a:miter lim="800000"/>
              <a:tailEnd type="arrow" len="med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4371240" name=""/>
            <p:cNvSpPr txBox="1"/>
            <p:nvPr/>
          </p:nvSpPr>
          <p:spPr bwMode="auto">
            <a:xfrm rot="5400000" flipH="0" flipV="0">
              <a:off x="651230" y="1241615"/>
              <a:ext cx="439842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3600" b="1" i="0" u="none" strike="noStrike" cap="none" spc="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…</a:t>
              </a:r>
              <a:endParaRPr sz="3600" b="1"/>
            </a:p>
          </p:txBody>
        </p:sp>
        <p:sp>
          <p:nvSpPr>
            <p:cNvPr id="660798720" name=""/>
            <p:cNvSpPr txBox="1"/>
            <p:nvPr/>
          </p:nvSpPr>
          <p:spPr bwMode="auto">
            <a:xfrm rot="5400000" flipH="0" flipV="0">
              <a:off x="5197488" y="1241733"/>
              <a:ext cx="440078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3600" b="1" i="0" u="none" strike="noStrike" cap="none" spc="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…</a:t>
              </a:r>
              <a:endParaRPr sz="3600" b="1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ONLYOFFICE/9.4.0.129</Application>
  <PresentationFormat>On-screen Show (4:3)</PresentationFormat>
  <Paragraphs>0</Paragraphs>
  <Slides>5</Slides>
  <Notes>5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Theme 1</vt:lpstr>
      <vt:lpstr>Slide 1</vt:lpstr>
      <vt:lpstr>Slide 2</vt:lpstr>
      <vt:lpstr>Slide 3</vt:lpstr>
      <vt:lpstr>Slide 4</vt:lpstr>
      <vt:lpstr>Slide 5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8</cp:revision>
  <dcterms:modified xsi:type="dcterms:W3CDTF">2026-09-21T06:39:10Z</dcterms:modified>
</cp:coreProperties>
</file>