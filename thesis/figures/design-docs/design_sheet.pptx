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302901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79657490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30931431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99189508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455930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2812686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2365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29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2314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724422-829F-6D03-A824-F22DFE8671B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3603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273414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894137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02C124-BC2C-09C8-6379-C76280274E4D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3870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55789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7967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5D5F269-7E0E-518F-6CCD-65E05A99B2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26902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67065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9342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891F04-8B5C-5BFE-274B-68BB96FF3A0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43021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52664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00054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FE0671-D68D-A088-28AF-E760A124F1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97212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3029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64967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C67B508-F39A-1EDA-EC84-440F2BC731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91937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969862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795319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56619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29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360028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F3C6A4-074D-53AC-3E14-4B046A33BEFA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66444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50225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45850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0DCE83-A561-02C3-09DD-BBA5D12846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87674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1681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27856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B14B13-8459-A377-51D8-DF1ED7156EC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55332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07337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418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E375C2-3154-48BF-B5AF-FE2DB692694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1001437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62640140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01882417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3274730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73715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1529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9479748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499231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3881356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2420875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1952144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1290320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4131238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1633209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10268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763220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8587411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6639865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194726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5342324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8110204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54645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6084890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124504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9722489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6907581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1960563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2436812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6901823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751968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3503431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8438142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014646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848486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40750031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6606695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9959800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3137930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804581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8910136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247912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49002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5921141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45281561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31327796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336347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6612878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5810585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99417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6172456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650370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558409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2636298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68496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4410992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908660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2988947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0002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6332875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511258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20656352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8822026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1855597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80955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Figure 1 - BSM</a:t>
            </a:r>
            <a:endParaRPr/>
          </a:p>
        </p:txBody>
      </p:sp>
      <p:sp>
        <p:nvSpPr>
          <p:cNvPr id="590340036" name=""/>
          <p:cNvSpPr txBox="1"/>
          <p:nvPr/>
        </p:nvSpPr>
        <p:spPr bwMode="auto">
          <a:xfrm rot="0" flipH="0" flipV="0">
            <a:off x="6898048" y="447674"/>
            <a:ext cx="323744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Look at azuma’s paper or  bencha for inspo</a:t>
            </a:r>
            <a:endParaRPr/>
          </a:p>
        </p:txBody>
      </p:sp>
      <p:sp>
        <p:nvSpPr>
          <p:cNvPr id="976446348" name=""/>
          <p:cNvSpPr txBox="1"/>
          <p:nvPr/>
        </p:nvSpPr>
        <p:spPr bwMode="auto">
          <a:xfrm rot="0" flipH="0" flipV="0">
            <a:off x="569711" y="6139228"/>
            <a:ext cx="5164443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performs entanglement swapping if successful</a:t>
            </a:r>
            <a:endParaRPr/>
          </a:p>
        </p:txBody>
      </p:sp>
      <p:grpSp>
        <p:nvGrpSpPr>
          <p:cNvPr id="1379054466" name=""/>
          <p:cNvGrpSpPr/>
          <p:nvPr/>
        </p:nvGrpSpPr>
        <p:grpSpPr bwMode="auto">
          <a:xfrm>
            <a:off x="3962781" y="2709412"/>
            <a:ext cx="4539384" cy="3238569"/>
            <a:chOff x="0" y="0"/>
            <a:chExt cx="4539384" cy="3238569"/>
          </a:xfrm>
        </p:grpSpPr>
        <p:cxnSp>
          <p:nvCxnSpPr>
            <p:cNvPr id="836709337" name=""/>
            <p:cNvCxnSpPr/>
            <p:nvPr/>
          </p:nvCxnSpPr>
          <p:spPr bwMode="auto">
            <a:xfrm rot="10800000" flipH="0" flipV="0">
              <a:off x="1769344" y="1667412"/>
              <a:ext cx="1015143" cy="0"/>
            </a:xfrm>
            <a:prstGeom prst="line">
              <a:avLst/>
            </a:prstGeom>
            <a:ln w="38100" cap="flat" cmpd="sng" algn="ctr">
              <a:solidFill>
                <a:schemeClr val="tx1"/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24767374" name=""/>
            <p:cNvGrpSpPr/>
            <p:nvPr/>
          </p:nvGrpSpPr>
          <p:grpSpPr bwMode="auto">
            <a:xfrm rot="0" flipH="0" flipV="0">
              <a:off x="1224405" y="646337"/>
              <a:ext cx="833436" cy="2591870"/>
              <a:chOff x="0" y="0"/>
              <a:chExt cx="833436" cy="2591870"/>
            </a:xfrm>
          </p:grpSpPr>
          <p:sp>
            <p:nvSpPr>
              <p:cNvPr id="86948411" name=""/>
              <p:cNvSpPr/>
              <p:nvPr/>
            </p:nvSpPr>
            <p:spPr bwMode="auto">
              <a:xfrm rot="0" flipH="0" flipV="0">
                <a:off x="288496" y="892672"/>
                <a:ext cx="256442" cy="256442"/>
              </a:xfrm>
              <a:prstGeom prst="ellipse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cxnSp>
            <p:nvCxnSpPr>
              <p:cNvPr id="423907023" name=""/>
              <p:cNvCxnSpPr>
                <a:stCxn id="944509448" idx="0"/>
                <a:endCxn id="86948411" idx="0"/>
              </p:cNvCxnSpPr>
              <p:nvPr/>
            </p:nvCxnSpPr>
            <p:spPr bwMode="auto">
              <a:xfrm rot="5400000" flipH="0" flipV="1">
                <a:off x="-36842" y="446336"/>
                <a:ext cx="892672" cy="0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7336436" name=""/>
              <p:cNvCxnSpPr>
                <a:stCxn id="778977024" idx="0"/>
                <a:endCxn id="86948411" idx="4"/>
              </p:cNvCxnSpPr>
              <p:nvPr/>
            </p:nvCxnSpPr>
            <p:spPr bwMode="auto">
              <a:xfrm rot="16199998" flipH="0" flipV="0">
                <a:off x="40620" y="1525212"/>
                <a:ext cx="752194" cy="0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68490672" name=""/>
              <p:cNvGrpSpPr/>
              <p:nvPr/>
            </p:nvGrpSpPr>
            <p:grpSpPr bwMode="auto">
              <a:xfrm>
                <a:off x="0" y="1901308"/>
                <a:ext cx="833436" cy="690561"/>
                <a:chOff x="0" y="0"/>
                <a:chExt cx="833436" cy="690561"/>
              </a:xfrm>
            </p:grpSpPr>
            <p:sp>
              <p:nvSpPr>
                <p:cNvPr id="1095452921" name=""/>
                <p:cNvSpPr txBox="1"/>
                <p:nvPr/>
              </p:nvSpPr>
              <p:spPr bwMode="auto">
                <a:xfrm rot="0" flipH="0" flipV="0">
                  <a:off x="79568" y="101260"/>
                  <a:ext cx="674299" cy="48803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 algn="ctr">
                    <a:defRPr/>
                  </a:pPr>
                  <mc:AlternateContent xmlns:mc="http://schemas.openxmlformats.org/markup-compatibility/2006" xmlns:m="http://schemas.openxmlformats.org/officeDocument/2006/math">
                    <mc:Choice xmlns:a14="http://schemas.microsoft.com/office/drawing/2010/main" Requires="a14">
                      <a14:m>
                        <m:oMathPara>
                          <m:oMathParaPr/>
                          <m:oMath>
                            <m:sSub>
                              <m:sSubPr>
                                <m:ctrlPr>
                                  <a:rPr lang="fr-FR" sz="2600" b="1" i="1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bi"/>
                                  </m:rPr>
                                  <a:rPr lang="fr-FR" sz="26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e>
                              <m:sub>
                                <m:r>
                                  <m:rPr>
                                    <m:sty m:val="bi"/>
                                  </m:rPr>
                                  <a:rPr lang="fr-FR" sz="26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sub>
                            </m:sSub>
                          </m:oMath>
                        </m:oMathPara>
                      </a14:m>
                    </mc:Choice>
                    <mc:Fallback/>
                  </mc:AlternateContent>
                  <a:endParaRPr sz="2600" b="1">
                    <a:latin typeface="CMU Serif"/>
                    <a:cs typeface="CMU Serif"/>
                  </a:endParaRPr>
                </a:p>
              </p:txBody>
            </p:sp>
            <p:sp>
              <p:nvSpPr>
                <p:cNvPr id="778977024" name=""/>
                <p:cNvSpPr/>
                <p:nvPr/>
              </p:nvSpPr>
              <p:spPr bwMode="auto">
                <a:xfrm rot="0" flipH="0" flipV="0">
                  <a:off x="0" y="0"/>
                  <a:ext cx="833437" cy="690562"/>
                </a:xfrm>
                <a:prstGeom prst="rect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</p:grpSp>
        <p:sp>
          <p:nvSpPr>
            <p:cNvPr id="218570844" name=""/>
            <p:cNvSpPr/>
            <p:nvPr/>
          </p:nvSpPr>
          <p:spPr bwMode="auto">
            <a:xfrm rot="0" flipH="0" flipV="0">
              <a:off x="2784487" y="1539370"/>
              <a:ext cx="256441" cy="256441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cxnSp>
          <p:nvCxnSpPr>
            <p:cNvPr id="48137112" name=""/>
            <p:cNvCxnSpPr>
              <a:stCxn id="704602629" idx="4"/>
              <a:endCxn id="218570844" idx="0"/>
            </p:cNvCxnSpPr>
            <p:nvPr/>
          </p:nvCxnSpPr>
          <p:spPr bwMode="auto">
            <a:xfrm rot="5400000" flipH="0" flipV="0">
              <a:off x="2466192" y="1092854"/>
              <a:ext cx="893032" cy="0"/>
            </a:xfrm>
            <a:prstGeom prst="line">
              <a:avLst/>
            </a:prstGeom>
            <a:ln w="38100" cap="flat" cmpd="sng" algn="ctr">
              <a:solidFill>
                <a:schemeClr val="tx1"/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7181916" name=""/>
            <p:cNvCxnSpPr/>
            <p:nvPr/>
          </p:nvCxnSpPr>
          <p:spPr bwMode="auto">
            <a:xfrm rot="16199998" flipH="0" flipV="0">
              <a:off x="2536611" y="2171909"/>
              <a:ext cx="752193" cy="0"/>
            </a:xfrm>
            <a:prstGeom prst="line">
              <a:avLst/>
            </a:prstGeom>
            <a:ln w="38100" cap="flat" cmpd="sng" algn="ctr">
              <a:solidFill>
                <a:schemeClr val="tx1"/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38636670" name=""/>
            <p:cNvGrpSpPr/>
            <p:nvPr/>
          </p:nvGrpSpPr>
          <p:grpSpPr bwMode="auto">
            <a:xfrm rot="0" flipH="0" flipV="0">
              <a:off x="2495991" y="2548008"/>
              <a:ext cx="833436" cy="690561"/>
              <a:chOff x="0" y="0"/>
              <a:chExt cx="833436" cy="690561"/>
            </a:xfrm>
          </p:grpSpPr>
          <p:sp>
            <p:nvSpPr>
              <p:cNvPr id="607237220" name=""/>
              <p:cNvSpPr txBox="1"/>
              <p:nvPr/>
            </p:nvSpPr>
            <p:spPr bwMode="auto">
              <a:xfrm rot="0" flipH="0" flipV="0">
                <a:off x="79567" y="101259"/>
                <a:ext cx="674658" cy="48803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mc:AlternateContent xmlns:mc="http://schemas.openxmlformats.org/markup-compatibility/2006" xmlns:m="http://schemas.openxmlformats.org/officeDocument/2006/math">
                  <mc:Choice xmlns:a14="http://schemas.microsoft.com/office/drawing/2010/main" Requires="a14">
                    <a14:m>
                      <m:oMathPara>
                        <m:oMathParaPr/>
                        <m:oMath>
                          <m:sSub>
                            <m:sSubPr>
                              <m:ctrlPr>
                                <a:rPr lang="fr-FR" sz="2600" b="1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bi"/>
                                </m:rPr>
                                <a:rPr lang="fr-FR" sz="26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e>
                            <m:sub>
                              <m:r>
                                <m:rPr>
                                  <m:sty m:val="bi"/>
                                </m:rPr>
                                <a:rPr lang="fr-FR" sz="26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sub>
                          </m:sSub>
                        </m:oMath>
                      </m:oMathPara>
                    </a14:m>
                  </mc:Choice>
                  <mc:Fallback/>
                </mc:AlternateContent>
                <a:endParaRPr sz="2600" b="1">
                  <a:latin typeface="CMU Serif"/>
                  <a:cs typeface="CMU Serif"/>
                </a:endParaRPr>
              </a:p>
            </p:txBody>
          </p:sp>
          <p:sp>
            <p:nvSpPr>
              <p:cNvPr id="1123221556" name=""/>
              <p:cNvSpPr/>
              <p:nvPr/>
            </p:nvSpPr>
            <p:spPr bwMode="auto">
              <a:xfrm rot="0" flipH="0" flipV="0">
                <a:off x="0" y="0"/>
                <a:ext cx="833436" cy="690561"/>
              </a:xfrm>
              <a:prstGeom prst="rect">
                <a:avLst/>
              </a:prstGeom>
              <a:no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sp>
          <p:nvSpPr>
            <p:cNvPr id="248328113" name=""/>
            <p:cNvSpPr txBox="1"/>
            <p:nvPr/>
          </p:nvSpPr>
          <p:spPr bwMode="auto">
            <a:xfrm rot="0" flipH="0" flipV="0">
              <a:off x="1903188" y="1267341"/>
              <a:ext cx="678258" cy="48803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/>
                      <m:oMath>
                        <m:r>
                          <m:rPr>
                            <m:sty m:val="bi"/>
                          </m:rPr>
                          <a:rPr lang="fr-FR" sz="2600" u="none" strike="noStrike" cap="none" spc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CZ</m:t>
                        </m:r>
                      </m:oMath>
                    </m:oMathPara>
                  </a14:m>
                </mc:Choice>
                <mc:Fallback/>
              </mc:AlternateContent>
              <a:endParaRPr sz="2600" b="1">
                <a:latin typeface="CMU Serif"/>
                <a:cs typeface="CMU Serif"/>
              </a:endParaRPr>
            </a:p>
          </p:txBody>
        </p:sp>
        <p:sp>
          <p:nvSpPr>
            <p:cNvPr id="376638007" name=""/>
            <p:cNvSpPr/>
            <p:nvPr/>
          </p:nvSpPr>
          <p:spPr bwMode="auto">
            <a:xfrm rot="0" flipH="0" flipV="0">
              <a:off x="3893046" y="0"/>
              <a:ext cx="646337" cy="646337"/>
            </a:xfrm>
            <a:prstGeom prst="ellipse">
              <a:avLst/>
            </a:prstGeom>
            <a:solidFill>
              <a:schemeClr val="bg1"/>
            </a:solidFill>
            <a:ln w="44450" cap="flat" cmpd="sng" algn="ctr">
              <a:solidFill>
                <a:srgbClr val="000000"/>
              </a:solidFill>
              <a:prstDash val="sysDot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cxnSp>
          <p:nvCxnSpPr>
            <p:cNvPr id="1927848401" name=""/>
            <p:cNvCxnSpPr/>
            <p:nvPr/>
          </p:nvCxnSpPr>
          <p:spPr bwMode="auto">
            <a:xfrm rot="10800000" flipH="0" flipV="0">
              <a:off x="3250217" y="323169"/>
              <a:ext cx="642827" cy="0"/>
            </a:xfrm>
            <a:prstGeom prst="line">
              <a:avLst/>
            </a:prstGeom>
            <a:ln w="38100" cap="flat" cmpd="sng" algn="ctr">
              <a:solidFill>
                <a:schemeClr val="tx1"/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4602629" name=""/>
            <p:cNvSpPr/>
            <p:nvPr/>
          </p:nvSpPr>
          <p:spPr bwMode="auto">
            <a:xfrm rot="0" flipH="0" flipV="0">
              <a:off x="2589540" y="0"/>
              <a:ext cx="646337" cy="646337"/>
            </a:xfrm>
            <a:prstGeom prst="ellipse">
              <a:avLst/>
            </a:prstGeom>
            <a:solidFill>
              <a:schemeClr val="bg1"/>
            </a:solidFill>
            <a:ln w="44450" cap="flat" cmpd="sng" algn="ctr">
              <a:solidFill>
                <a:schemeClr val="tx1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grpSp>
          <p:nvGrpSpPr>
            <p:cNvPr id="2121156448" name=""/>
            <p:cNvGrpSpPr/>
            <p:nvPr/>
          </p:nvGrpSpPr>
          <p:grpSpPr bwMode="auto">
            <a:xfrm rot="10800000">
              <a:off x="0" y="0"/>
              <a:ext cx="1949843" cy="646337"/>
              <a:chOff x="0" y="0"/>
              <a:chExt cx="1949843" cy="646337"/>
            </a:xfrm>
          </p:grpSpPr>
          <p:sp>
            <p:nvSpPr>
              <p:cNvPr id="1231137783" name=""/>
              <p:cNvSpPr/>
              <p:nvPr/>
            </p:nvSpPr>
            <p:spPr bwMode="auto">
              <a:xfrm rot="0" flipH="0" flipV="0">
                <a:off x="1303506" y="0"/>
                <a:ext cx="646337" cy="646337"/>
              </a:xfrm>
              <a:prstGeom prst="ellipse">
                <a:avLst/>
              </a:prstGeom>
              <a:solidFill>
                <a:schemeClr val="bg1"/>
              </a:solidFill>
              <a:ln w="44450" cap="flat" cmpd="sng" algn="ctr">
                <a:solidFill>
                  <a:srgbClr val="000000"/>
                </a:solidFill>
                <a:prstDash val="sysDot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cxnSp>
            <p:nvCxnSpPr>
              <p:cNvPr id="1730213150" name=""/>
              <p:cNvCxnSpPr/>
              <p:nvPr/>
            </p:nvCxnSpPr>
            <p:spPr bwMode="auto">
              <a:xfrm rot="10800000" flipH="0" flipV="0">
                <a:off x="660676" y="323169"/>
                <a:ext cx="642827" cy="0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4509448" name=""/>
              <p:cNvSpPr/>
              <p:nvPr/>
            </p:nvSpPr>
            <p:spPr bwMode="auto">
              <a:xfrm rot="0" flipH="0" flipV="0">
                <a:off x="0" y="0"/>
                <a:ext cx="646337" cy="646337"/>
              </a:xfrm>
              <a:prstGeom prst="ellipse">
                <a:avLst/>
              </a:prstGeom>
              <a:solidFill>
                <a:schemeClr val="bg1"/>
              </a:solidFill>
              <a:ln w="4445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/>
                </a:pPr>
                <a:endParaRPr/>
              </a:p>
            </p:txBody>
          </p:sp>
        </p:grpSp>
      </p:grpSp>
      <p:grpSp>
        <p:nvGrpSpPr>
          <p:cNvPr id="603783711" name=""/>
          <p:cNvGrpSpPr/>
          <p:nvPr/>
        </p:nvGrpSpPr>
        <p:grpSpPr bwMode="auto">
          <a:xfrm>
            <a:off x="275503" y="1822369"/>
            <a:ext cx="4194557" cy="1475046"/>
            <a:chOff x="0" y="0"/>
            <a:chExt cx="4194557" cy="1475046"/>
          </a:xfrm>
        </p:grpSpPr>
        <p:sp>
          <p:nvSpPr>
            <p:cNvPr id="68577564" name=""/>
            <p:cNvSpPr/>
            <p:nvPr/>
          </p:nvSpPr>
          <p:spPr bwMode="auto">
            <a:xfrm rot="0" flipH="0" flipV="0">
              <a:off x="1289166" y="115282"/>
              <a:ext cx="646338" cy="646338"/>
            </a:xfrm>
            <a:prstGeom prst="ellipse">
              <a:avLst/>
            </a:prstGeom>
            <a:solidFill>
              <a:schemeClr val="bg1"/>
            </a:solidFill>
            <a:ln w="44450" cap="flat" cmpd="sng" algn="ctr">
              <a:solidFill>
                <a:schemeClr val="tx1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76524966" name=""/>
            <p:cNvSpPr/>
            <p:nvPr/>
          </p:nvSpPr>
          <p:spPr bwMode="auto">
            <a:xfrm rot="0" flipH="0" flipV="0">
              <a:off x="1136910" y="0"/>
              <a:ext cx="1898306" cy="863670"/>
            </a:xfrm>
            <a:prstGeom prst="flowChartAlternateProcess">
              <a:avLst/>
            </a:prstGeom>
            <a:noFill/>
            <a:ln w="57150" cap="flat" cmpd="sng" algn="ctr">
              <a:solidFill>
                <a:schemeClr val="tx1"/>
              </a:solidFill>
              <a:prstDash val="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946300634" name=""/>
            <p:cNvSpPr txBox="1"/>
            <p:nvPr/>
          </p:nvSpPr>
          <p:spPr bwMode="auto">
            <a:xfrm rot="0" flipH="0" flipV="0">
              <a:off x="1095302" y="987006"/>
              <a:ext cx="1982964" cy="48803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 sz="2600" b="1">
                  <a:latin typeface="CMU Serif"/>
                  <a:ea typeface="CMU Serif"/>
                  <a:cs typeface="CMU Serif"/>
                </a:rPr>
                <a:t>BSM</a:t>
              </a:r>
              <a:endParaRPr sz="2600" b="1">
                <a:latin typeface="CMU Serif"/>
                <a:cs typeface="CMU Serif"/>
              </a:endParaRPr>
            </a:p>
          </p:txBody>
        </p:sp>
        <p:cxnSp>
          <p:nvCxnSpPr>
            <p:cNvPr id="598528214" name=""/>
            <p:cNvCxnSpPr>
              <a:stCxn id="68577564" idx="2"/>
              <a:endCxn id="821952228" idx="6"/>
            </p:cNvCxnSpPr>
            <p:nvPr/>
          </p:nvCxnSpPr>
          <p:spPr bwMode="auto">
            <a:xfrm rot="10800000" flipH="0" flipV="0">
              <a:off x="646337" y="438451"/>
              <a:ext cx="642828" cy="0"/>
            </a:xfrm>
            <a:prstGeom prst="line">
              <a:avLst/>
            </a:prstGeom>
            <a:ln w="38100" cap="flat" cmpd="sng" algn="ctr">
              <a:solidFill>
                <a:schemeClr val="tx1"/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1952228" name=""/>
            <p:cNvSpPr/>
            <p:nvPr/>
          </p:nvSpPr>
          <p:spPr bwMode="auto">
            <a:xfrm rot="0" flipH="0" flipV="0">
              <a:off x="0" y="115282"/>
              <a:ext cx="646338" cy="646338"/>
            </a:xfrm>
            <a:prstGeom prst="ellipse">
              <a:avLst/>
            </a:prstGeom>
            <a:solidFill>
              <a:schemeClr val="bg1"/>
            </a:solidFill>
            <a:ln w="44450" cap="flat" cmpd="sng" algn="ctr">
              <a:solidFill>
                <a:srgbClr val="000000"/>
              </a:solidFill>
              <a:prstDash val="sysDot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796922232" name=""/>
            <p:cNvSpPr/>
            <p:nvPr/>
          </p:nvSpPr>
          <p:spPr bwMode="auto">
            <a:xfrm rot="0" flipH="0" flipV="0">
              <a:off x="3548219" y="115282"/>
              <a:ext cx="646337" cy="646337"/>
            </a:xfrm>
            <a:prstGeom prst="ellipse">
              <a:avLst/>
            </a:prstGeom>
            <a:solidFill>
              <a:schemeClr val="bg1"/>
            </a:solidFill>
            <a:ln w="44450" cap="flat" cmpd="sng" algn="ctr">
              <a:solidFill>
                <a:srgbClr val="000000"/>
              </a:solidFill>
              <a:prstDash val="sysDot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cxnSp>
          <p:nvCxnSpPr>
            <p:cNvPr id="1526055426" name=""/>
            <p:cNvCxnSpPr/>
            <p:nvPr/>
          </p:nvCxnSpPr>
          <p:spPr bwMode="auto">
            <a:xfrm rot="10800000" flipH="0" flipV="0">
              <a:off x="2905390" y="438451"/>
              <a:ext cx="642828" cy="0"/>
            </a:xfrm>
            <a:prstGeom prst="line">
              <a:avLst/>
            </a:prstGeom>
            <a:ln w="38100" cap="flat" cmpd="sng" algn="ctr">
              <a:solidFill>
                <a:schemeClr val="tx1"/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16574494" name=""/>
            <p:cNvSpPr/>
            <p:nvPr/>
          </p:nvSpPr>
          <p:spPr bwMode="auto">
            <a:xfrm rot="0" flipH="0" flipV="0">
              <a:off x="2259052" y="115282"/>
              <a:ext cx="646337" cy="646337"/>
            </a:xfrm>
            <a:prstGeom prst="ellipse">
              <a:avLst/>
            </a:prstGeom>
            <a:solidFill>
              <a:schemeClr val="bg1"/>
            </a:solidFill>
            <a:ln w="44450" cap="flat" cmpd="sng" algn="ctr">
              <a:solidFill>
                <a:schemeClr val="tx1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</p:grpSp>
      <p:grpSp>
        <p:nvGrpSpPr>
          <p:cNvPr id="25191136" name=""/>
          <p:cNvGrpSpPr/>
          <p:nvPr/>
        </p:nvGrpSpPr>
        <p:grpSpPr bwMode="auto">
          <a:xfrm>
            <a:off x="2415909" y="3971971"/>
            <a:ext cx="1463752" cy="547233"/>
            <a:chOff x="0" y="0"/>
            <a:chExt cx="1463752" cy="547233"/>
          </a:xfrm>
        </p:grpSpPr>
        <p:cxnSp>
          <p:nvCxnSpPr>
            <p:cNvPr id="1317720132" name=""/>
            <p:cNvCxnSpPr/>
            <p:nvPr/>
          </p:nvCxnSpPr>
          <p:spPr bwMode="auto">
            <a:xfrm rot="0" flipH="0" flipV="0">
              <a:off x="35074" y="547233"/>
              <a:ext cx="1428678" cy="0"/>
            </a:xfrm>
            <a:prstGeom prst="line">
              <a:avLst/>
            </a:prstGeom>
            <a:ln w="38100" cap="flat" cmpd="sng" algn="ctr">
              <a:solidFill>
                <a:srgbClr val="00FF73"/>
              </a:solidFill>
              <a:prstDash val="solid"/>
              <a:miter lim="800000"/>
              <a:tailEnd type="arrow" len="me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8850855" name=""/>
            <p:cNvSpPr txBox="1"/>
            <p:nvPr/>
          </p:nvSpPr>
          <p:spPr bwMode="auto">
            <a:xfrm rot="0" flipH="0" flipV="0">
              <a:off x="0" y="0"/>
              <a:ext cx="1431222" cy="48803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 sz="2600" b="1">
                  <a:solidFill>
                    <a:srgbClr val="00FF73"/>
                  </a:solidFill>
                  <a:latin typeface="CMU Serif"/>
                  <a:ea typeface="CMU Serif"/>
                  <a:cs typeface="CMU Serif"/>
                </a:rPr>
                <a:t>Success</a:t>
              </a:r>
              <a:endParaRPr sz="2600" b="1">
                <a:solidFill>
                  <a:srgbClr val="00FF73"/>
                </a:solidFill>
                <a:latin typeface="CMU Serif"/>
                <a:cs typeface="CMU Serif"/>
              </a:endParaRPr>
            </a:p>
          </p:txBody>
        </p:sp>
      </p:grpSp>
      <p:sp>
        <p:nvSpPr>
          <p:cNvPr id="954284135" name=""/>
          <p:cNvSpPr/>
          <p:nvPr/>
        </p:nvSpPr>
        <p:spPr bwMode="auto">
          <a:xfrm rot="0" flipH="0" flipV="0">
            <a:off x="10691102" y="3368759"/>
            <a:ext cx="646337" cy="646337"/>
          </a:xfrm>
          <a:prstGeom prst="ellipse">
            <a:avLst/>
          </a:prstGeom>
          <a:solidFill>
            <a:schemeClr val="bg1"/>
          </a:solidFill>
          <a:ln w="44450" cap="flat" cmpd="sng" algn="ctr">
            <a:solidFill>
              <a:srgbClr val="000000"/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32711330" name=""/>
          <p:cNvSpPr/>
          <p:nvPr/>
        </p:nvSpPr>
        <p:spPr bwMode="auto">
          <a:xfrm rot="10800000" flipH="0" flipV="0">
            <a:off x="8623681" y="3368759"/>
            <a:ext cx="646337" cy="646337"/>
          </a:xfrm>
          <a:prstGeom prst="ellipse">
            <a:avLst/>
          </a:prstGeom>
          <a:solidFill>
            <a:schemeClr val="bg1"/>
          </a:solidFill>
          <a:ln w="44450" cap="flat" cmpd="sng" algn="ctr">
            <a:solidFill>
              <a:srgbClr val="000000"/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191023157" name=""/>
          <p:cNvCxnSpPr>
            <a:stCxn id="954284135" idx="2"/>
            <a:endCxn id="1532711330" idx="2"/>
          </p:cNvCxnSpPr>
          <p:nvPr/>
        </p:nvCxnSpPr>
        <p:spPr bwMode="auto">
          <a:xfrm rot="10800000" flipH="0" flipV="0">
            <a:off x="9270019" y="3691928"/>
            <a:ext cx="1421082" cy="0"/>
          </a:xfrm>
          <a:prstGeom prst="line">
            <a:avLst/>
          </a:prstGeom>
          <a:ln w="57150" cap="flat" cmpd="sng" algn="ctr">
            <a:solidFill>
              <a:srgbClr val="00FF73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48457100" name=""/>
          <p:cNvGrpSpPr/>
          <p:nvPr/>
        </p:nvGrpSpPr>
        <p:grpSpPr bwMode="auto">
          <a:xfrm>
            <a:off x="10176663" y="1050419"/>
            <a:ext cx="1830658" cy="3507918"/>
            <a:chOff x="0" y="0"/>
            <a:chExt cx="1830658" cy="3507918"/>
          </a:xfrm>
        </p:grpSpPr>
        <p:sp>
          <p:nvSpPr>
            <p:cNvPr id="1238002426" name=""/>
            <p:cNvSpPr/>
            <p:nvPr/>
          </p:nvSpPr>
          <p:spPr bwMode="auto">
            <a:xfrm rot="0" flipH="0" flipV="0">
              <a:off x="0" y="0"/>
              <a:ext cx="1830658" cy="2781299"/>
            </a:xfrm>
            <a:prstGeom prst="flowChartAlternateProcess">
              <a:avLst/>
            </a:prstGeom>
            <a:solidFill>
              <a:srgbClr val="E173FF">
                <a:alpha val="24999"/>
              </a:srgbClr>
            </a:solidFill>
            <a:ln w="28575" cap="flat" cmpd="sng" algn="ctr">
              <a:solidFill>
                <a:srgbClr val="DB4CFF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41668577" name=""/>
            <p:cNvSpPr txBox="1"/>
            <p:nvPr/>
          </p:nvSpPr>
          <p:spPr bwMode="auto">
            <a:xfrm rot="0" flipH="0" flipV="0">
              <a:off x="380643" y="3080838"/>
              <a:ext cx="1074003" cy="42707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sz="2200" b="1">
                  <a:solidFill>
                    <a:srgbClr val="DB4CFF"/>
                  </a:solidFill>
                  <a:latin typeface="CMU Serif"/>
                  <a:ea typeface="CMU Serif"/>
                  <a:cs typeface="CMU Serif"/>
                </a:rPr>
                <a:t>RGSS</a:t>
              </a:r>
              <a:endParaRPr sz="2200" b="1">
                <a:solidFill>
                  <a:srgbClr val="DB4CFF"/>
                </a:solidFill>
                <a:latin typeface="CMU Serif"/>
                <a:cs typeface="CMU Serif"/>
              </a:endParaRPr>
            </a:p>
          </p:txBody>
        </p:sp>
      </p:grpSp>
      <p:sp>
        <p:nvSpPr>
          <p:cNvPr id="1112301152" name=""/>
          <p:cNvSpPr txBox="1"/>
          <p:nvPr/>
        </p:nvSpPr>
        <p:spPr bwMode="auto">
          <a:xfrm rot="0" flipH="0" flipV="0">
            <a:off x="1314450" y="285750"/>
            <a:ext cx="366336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Figure 2 panel a</a:t>
            </a:r>
            <a:endParaRPr/>
          </a:p>
        </p:txBody>
      </p:sp>
      <p:sp>
        <p:nvSpPr>
          <p:cNvPr id="1278269367" name=""/>
          <p:cNvSpPr txBox="1"/>
          <p:nvPr/>
        </p:nvSpPr>
        <p:spPr bwMode="auto">
          <a:xfrm rot="0" flipH="0" flipV="0">
            <a:off x="10022249" y="4697524"/>
            <a:ext cx="2143899" cy="9147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maybe add RGSS and left/right ABSA overlays ?</a:t>
            </a:r>
            <a:endParaRPr/>
          </a:p>
        </p:txBody>
      </p:sp>
      <p:grpSp>
        <p:nvGrpSpPr>
          <p:cNvPr id="2058754467" name=""/>
          <p:cNvGrpSpPr/>
          <p:nvPr/>
        </p:nvGrpSpPr>
        <p:grpSpPr bwMode="auto">
          <a:xfrm>
            <a:off x="533701" y="1182333"/>
            <a:ext cx="8974494" cy="5130362"/>
            <a:chOff x="0" y="0"/>
            <a:chExt cx="8974494" cy="5130362"/>
          </a:xfrm>
        </p:grpSpPr>
        <p:cxnSp>
          <p:nvCxnSpPr>
            <p:cNvPr id="171735632" name=""/>
            <p:cNvCxnSpPr/>
            <p:nvPr/>
          </p:nvCxnSpPr>
          <p:spPr bwMode="auto">
            <a:xfrm rot="0" flipH="0" flipV="0">
              <a:off x="4651347" y="785059"/>
              <a:ext cx="0" cy="3368273"/>
            </a:xfrm>
            <a:prstGeom prst="line">
              <a:avLst/>
            </a:prstGeom>
            <a:ln w="38100" cap="flat" cmpd="sng" algn="ctr">
              <a:solidFill>
                <a:srgbClr val="AEABAB"/>
              </a:solidFill>
              <a:prstDash val="sysDash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09601445" name=""/>
            <p:cNvGrpSpPr/>
            <p:nvPr/>
          </p:nvGrpSpPr>
          <p:grpSpPr bwMode="auto">
            <a:xfrm rot="0" flipH="0" flipV="0">
              <a:off x="447975" y="925017"/>
              <a:ext cx="8418000" cy="2956512"/>
              <a:chOff x="0" y="0"/>
              <a:chExt cx="8418000" cy="2956512"/>
            </a:xfrm>
          </p:grpSpPr>
          <p:grpSp>
            <p:nvGrpSpPr>
              <p:cNvPr id="1832140400" name=""/>
              <p:cNvGrpSpPr/>
              <p:nvPr/>
            </p:nvGrpSpPr>
            <p:grpSpPr bwMode="auto">
              <a:xfrm rot="0" flipH="0" flipV="0">
                <a:off x="2431908" y="366342"/>
                <a:ext cx="3554184" cy="2239562"/>
                <a:chOff x="0" y="0"/>
                <a:chExt cx="3554184" cy="2239562"/>
              </a:xfrm>
            </p:grpSpPr>
            <p:cxnSp>
              <p:nvCxnSpPr>
                <p:cNvPr id="271036248" name=""/>
                <p:cNvCxnSpPr>
                  <a:stCxn id="122862429" idx="6"/>
                </p:cNvCxnSpPr>
                <p:nvPr/>
              </p:nvCxnSpPr>
              <p:spPr bwMode="auto">
                <a:xfrm rot="0" flipH="0" flipV="0">
                  <a:off x="0" y="1119780"/>
                  <a:ext cx="3554185" cy="0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82677817" name=""/>
                <p:cNvCxnSpPr>
                  <a:stCxn id="2018409225" idx="6"/>
                </p:cNvCxnSpPr>
                <p:nvPr/>
              </p:nvCxnSpPr>
              <p:spPr bwMode="auto">
                <a:xfrm rot="0" flipH="0" flipV="0">
                  <a:off x="596619" y="0"/>
                  <a:ext cx="2957564" cy="1127649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0847949" name=""/>
                <p:cNvCxnSpPr>
                  <a:stCxn id="122862429" idx="6"/>
                </p:cNvCxnSpPr>
                <p:nvPr/>
              </p:nvCxnSpPr>
              <p:spPr bwMode="auto">
                <a:xfrm rot="0" flipH="0" flipV="0">
                  <a:off x="0" y="1111909"/>
                  <a:ext cx="2957565" cy="1127650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5754975" name=""/>
                <p:cNvCxnSpPr>
                  <a:stCxn id="1919588326" idx="6"/>
                </p:cNvCxnSpPr>
                <p:nvPr/>
              </p:nvCxnSpPr>
              <p:spPr bwMode="auto">
                <a:xfrm rot="0" flipH="0" flipV="0">
                  <a:off x="596619" y="2231694"/>
                  <a:ext cx="2360945" cy="0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1207688" name=""/>
                <p:cNvCxnSpPr>
                  <a:stCxn id="2018409225" idx="6"/>
                </p:cNvCxnSpPr>
                <p:nvPr/>
              </p:nvCxnSpPr>
              <p:spPr bwMode="auto">
                <a:xfrm rot="0" flipH="0" flipV="0">
                  <a:off x="596619" y="7866"/>
                  <a:ext cx="2360944" cy="0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1441411" name=""/>
                <p:cNvCxnSpPr>
                  <a:stCxn id="122862429" idx="6"/>
                </p:cNvCxnSpPr>
                <p:nvPr/>
              </p:nvCxnSpPr>
              <p:spPr bwMode="auto">
                <a:xfrm rot="0" flipH="0" flipV="1">
                  <a:off x="0" y="15735"/>
                  <a:ext cx="2957565" cy="1096174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7399265" name=""/>
                <p:cNvCxnSpPr>
                  <a:stCxn id="1919588326" idx="6"/>
                </p:cNvCxnSpPr>
                <p:nvPr/>
              </p:nvCxnSpPr>
              <p:spPr bwMode="auto">
                <a:xfrm rot="0" flipH="0" flipV="1">
                  <a:off x="596619" y="1127646"/>
                  <a:ext cx="2957565" cy="1096175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761111" name=""/>
                <p:cNvCxnSpPr>
                  <a:stCxn id="1919588326" idx="6"/>
                </p:cNvCxnSpPr>
                <p:nvPr/>
              </p:nvCxnSpPr>
              <p:spPr bwMode="auto">
                <a:xfrm rot="0" flipH="0" flipV="1">
                  <a:off x="596619" y="15735"/>
                  <a:ext cx="2360945" cy="2208087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38731498" name=""/>
                <p:cNvCxnSpPr>
                  <a:endCxn id="2018409225" idx="6"/>
                </p:cNvCxnSpPr>
                <p:nvPr/>
              </p:nvCxnSpPr>
              <p:spPr bwMode="auto">
                <a:xfrm rot="10800000" flipH="0" flipV="0">
                  <a:off x="596619" y="0"/>
                  <a:ext cx="2360944" cy="2239563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11339223" name=""/>
              <p:cNvGrpSpPr/>
              <p:nvPr/>
            </p:nvGrpSpPr>
            <p:grpSpPr bwMode="auto">
              <a:xfrm>
                <a:off x="0" y="0"/>
                <a:ext cx="3028527" cy="2956512"/>
                <a:chOff x="0" y="0"/>
                <a:chExt cx="3028527" cy="2956512"/>
              </a:xfrm>
            </p:grpSpPr>
            <p:sp>
              <p:nvSpPr>
                <p:cNvPr id="122862429" name=""/>
                <p:cNvSpPr/>
                <p:nvPr/>
              </p:nvSpPr>
              <p:spPr bwMode="auto">
                <a:xfrm rot="0" flipH="0" flipV="0">
                  <a:off x="1699218" y="1111909"/>
                  <a:ext cx="732690" cy="732690"/>
                </a:xfrm>
                <a:prstGeom prst="ellipse">
                  <a:avLst/>
                </a:prstGeom>
                <a:solidFill>
                  <a:srgbClr val="FFC926"/>
                </a:solidFill>
                <a:ln w="381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919588326" name=""/>
                <p:cNvSpPr/>
                <p:nvPr/>
              </p:nvSpPr>
              <p:spPr bwMode="auto">
                <a:xfrm rot="0" flipH="0" flipV="0">
                  <a:off x="2295837" y="2223822"/>
                  <a:ext cx="732690" cy="732690"/>
                </a:xfrm>
                <a:prstGeom prst="ellipse">
                  <a:avLst/>
                </a:prstGeom>
                <a:solidFill>
                  <a:srgbClr val="FFC926"/>
                </a:solidFill>
                <a:ln w="381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018409225" name=""/>
                <p:cNvSpPr/>
                <p:nvPr/>
              </p:nvSpPr>
              <p:spPr bwMode="auto">
                <a:xfrm rot="0" flipH="0" flipV="0">
                  <a:off x="2295837" y="0"/>
                  <a:ext cx="732691" cy="732691"/>
                </a:xfrm>
                <a:prstGeom prst="ellipse">
                  <a:avLst/>
                </a:prstGeom>
                <a:solidFill>
                  <a:srgbClr val="FFC926"/>
                </a:solidFill>
                <a:ln w="381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658996933" name=""/>
                <p:cNvSpPr/>
                <p:nvPr/>
              </p:nvSpPr>
              <p:spPr bwMode="auto">
                <a:xfrm rot="0" flipH="0" flipV="0">
                  <a:off x="0" y="1111909"/>
                  <a:ext cx="732690" cy="732690"/>
                </a:xfrm>
                <a:prstGeom prst="ellipse">
                  <a:avLst/>
                </a:prstGeom>
                <a:solidFill>
                  <a:srgbClr val="FF4C4C"/>
                </a:solidFill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970631970" name=""/>
                <p:cNvSpPr/>
                <p:nvPr/>
              </p:nvSpPr>
              <p:spPr bwMode="auto">
                <a:xfrm rot="0" flipH="0" flipV="0">
                  <a:off x="0" y="2223822"/>
                  <a:ext cx="732690" cy="732690"/>
                </a:xfrm>
                <a:prstGeom prst="ellipse">
                  <a:avLst/>
                </a:prstGeom>
                <a:solidFill>
                  <a:srgbClr val="FF4C4C"/>
                </a:solidFill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30006502" name=""/>
                <p:cNvSpPr/>
                <p:nvPr/>
              </p:nvSpPr>
              <p:spPr bwMode="auto">
                <a:xfrm rot="0" flipH="0" flipV="0">
                  <a:off x="0" y="0"/>
                  <a:ext cx="732690" cy="732690"/>
                </a:xfrm>
                <a:prstGeom prst="ellipse">
                  <a:avLst/>
                </a:prstGeom>
                <a:solidFill>
                  <a:srgbClr val="FF4C4C"/>
                </a:solidFill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cxnSp>
              <p:nvCxnSpPr>
                <p:cNvPr id="9033929" name=""/>
                <p:cNvCxnSpPr>
                  <a:stCxn id="130006502" idx="6"/>
                  <a:endCxn id="2018409225" idx="2"/>
                </p:cNvCxnSpPr>
                <p:nvPr/>
              </p:nvCxnSpPr>
              <p:spPr bwMode="auto">
                <a:xfrm rot="0" flipH="0" flipV="0">
                  <a:off x="732690" y="366345"/>
                  <a:ext cx="1563147" cy="0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49050927" name=""/>
                <p:cNvCxnSpPr>
                  <a:stCxn id="1658996933" idx="6"/>
                  <a:endCxn id="122862429" idx="2"/>
                </p:cNvCxnSpPr>
                <p:nvPr/>
              </p:nvCxnSpPr>
              <p:spPr bwMode="auto">
                <a:xfrm rot="0" flipH="0" flipV="0">
                  <a:off x="732690" y="1478255"/>
                  <a:ext cx="966528" cy="0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7237141" name=""/>
                <p:cNvCxnSpPr>
                  <a:stCxn id="970631970" idx="6"/>
                  <a:endCxn id="1919588326" idx="2"/>
                </p:cNvCxnSpPr>
                <p:nvPr/>
              </p:nvCxnSpPr>
              <p:spPr bwMode="auto">
                <a:xfrm rot="0" flipH="0" flipV="0">
                  <a:off x="732690" y="2590168"/>
                  <a:ext cx="1563147" cy="0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03265787" name=""/>
              <p:cNvGrpSpPr/>
              <p:nvPr/>
            </p:nvGrpSpPr>
            <p:grpSpPr bwMode="auto">
              <a:xfrm rot="10800000">
                <a:off x="5389472" y="0"/>
                <a:ext cx="3028527" cy="2956512"/>
                <a:chOff x="0" y="0"/>
                <a:chExt cx="3028527" cy="2956512"/>
              </a:xfrm>
            </p:grpSpPr>
            <p:sp>
              <p:nvSpPr>
                <p:cNvPr id="651235210" name=""/>
                <p:cNvSpPr/>
                <p:nvPr/>
              </p:nvSpPr>
              <p:spPr bwMode="auto">
                <a:xfrm rot="0" flipH="0" flipV="0">
                  <a:off x="1699218" y="1111908"/>
                  <a:ext cx="732690" cy="732690"/>
                </a:xfrm>
                <a:prstGeom prst="ellipse">
                  <a:avLst/>
                </a:prstGeom>
                <a:solidFill>
                  <a:srgbClr val="FFC926"/>
                </a:solidFill>
                <a:ln w="381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563503347" name=""/>
                <p:cNvSpPr/>
                <p:nvPr/>
              </p:nvSpPr>
              <p:spPr bwMode="auto">
                <a:xfrm rot="0" flipH="0" flipV="0">
                  <a:off x="2295837" y="2223822"/>
                  <a:ext cx="732690" cy="732690"/>
                </a:xfrm>
                <a:prstGeom prst="ellipse">
                  <a:avLst/>
                </a:prstGeom>
                <a:solidFill>
                  <a:srgbClr val="FFC926"/>
                </a:solidFill>
                <a:ln w="381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513882663" name=""/>
                <p:cNvSpPr/>
                <p:nvPr/>
              </p:nvSpPr>
              <p:spPr bwMode="auto">
                <a:xfrm rot="0" flipH="0" flipV="0">
                  <a:off x="2295837" y="0"/>
                  <a:ext cx="732691" cy="732691"/>
                </a:xfrm>
                <a:prstGeom prst="ellipse">
                  <a:avLst/>
                </a:prstGeom>
                <a:solidFill>
                  <a:srgbClr val="FFC926"/>
                </a:solidFill>
                <a:ln w="381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249079047" name=""/>
                <p:cNvSpPr/>
                <p:nvPr/>
              </p:nvSpPr>
              <p:spPr bwMode="auto">
                <a:xfrm rot="0" flipH="0" flipV="0">
                  <a:off x="0" y="1111908"/>
                  <a:ext cx="732690" cy="732690"/>
                </a:xfrm>
                <a:prstGeom prst="ellipse">
                  <a:avLst/>
                </a:prstGeom>
                <a:solidFill>
                  <a:srgbClr val="FF4C4C"/>
                </a:solidFill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812864861" name=""/>
                <p:cNvSpPr/>
                <p:nvPr/>
              </p:nvSpPr>
              <p:spPr bwMode="auto">
                <a:xfrm rot="0" flipH="0" flipV="0">
                  <a:off x="0" y="2223822"/>
                  <a:ext cx="732690" cy="732690"/>
                </a:xfrm>
                <a:prstGeom prst="ellipse">
                  <a:avLst/>
                </a:prstGeom>
                <a:solidFill>
                  <a:srgbClr val="FF4C4C"/>
                </a:solidFill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918459060" name=""/>
                <p:cNvSpPr/>
                <p:nvPr/>
              </p:nvSpPr>
              <p:spPr bwMode="auto">
                <a:xfrm rot="0" flipH="0" flipV="0">
                  <a:off x="0" y="0"/>
                  <a:ext cx="732690" cy="732690"/>
                </a:xfrm>
                <a:prstGeom prst="ellipse">
                  <a:avLst/>
                </a:prstGeom>
                <a:solidFill>
                  <a:srgbClr val="FF4C4C"/>
                </a:solidFill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cxnSp>
              <p:nvCxnSpPr>
                <p:cNvPr id="1811992285" name=""/>
                <p:cNvCxnSpPr/>
                <p:nvPr/>
              </p:nvCxnSpPr>
              <p:spPr bwMode="auto">
                <a:xfrm rot="0" flipH="0" flipV="0">
                  <a:off x="732690" y="366345"/>
                  <a:ext cx="1563147" cy="0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36756829" name=""/>
                <p:cNvCxnSpPr/>
                <p:nvPr/>
              </p:nvCxnSpPr>
              <p:spPr bwMode="auto">
                <a:xfrm rot="0" flipH="0" flipV="0">
                  <a:off x="732690" y="1478254"/>
                  <a:ext cx="966528" cy="0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5198985" name=""/>
                <p:cNvCxnSpPr/>
                <p:nvPr/>
              </p:nvCxnSpPr>
              <p:spPr bwMode="auto">
                <a:xfrm rot="0" flipH="0" flipV="0">
                  <a:off x="732690" y="2590166"/>
                  <a:ext cx="1563147" cy="0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87642148" name=""/>
            <p:cNvSpPr txBox="1"/>
            <p:nvPr/>
          </p:nvSpPr>
          <p:spPr bwMode="auto">
            <a:xfrm rot="5400000" flipH="0" flipV="0">
              <a:off x="1559192" y="2704421"/>
              <a:ext cx="666526" cy="640440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sz="3600" b="1">
                  <a:latin typeface="Arial"/>
                  <a:ea typeface="Arial"/>
                  <a:cs typeface="Arial"/>
                </a:rPr>
                <a:t>…</a:t>
              </a:r>
              <a:endParaRPr sz="3600" b="1"/>
            </a:p>
          </p:txBody>
        </p:sp>
        <p:sp>
          <p:nvSpPr>
            <p:cNvPr id="338487842" name=""/>
            <p:cNvSpPr txBox="1"/>
            <p:nvPr/>
          </p:nvSpPr>
          <p:spPr bwMode="auto">
            <a:xfrm rot="5400000" flipH="0" flipV="0">
              <a:off x="7422296" y="2704421"/>
              <a:ext cx="667246" cy="640440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sz="3600" b="1" i="0" u="none" strike="noStrike" cap="none" spc="0"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…</a:t>
              </a:r>
              <a:endParaRPr sz="3600" b="1"/>
            </a:p>
          </p:txBody>
        </p:sp>
        <p:grpSp>
          <p:nvGrpSpPr>
            <p:cNvPr id="1089548756" name=""/>
            <p:cNvGrpSpPr/>
            <p:nvPr/>
          </p:nvGrpSpPr>
          <p:grpSpPr bwMode="auto">
            <a:xfrm>
              <a:off x="0" y="0"/>
              <a:ext cx="8974494" cy="5130362"/>
              <a:chOff x="0" y="0"/>
              <a:chExt cx="8974494" cy="5130362"/>
            </a:xfrm>
          </p:grpSpPr>
          <p:sp>
            <p:nvSpPr>
              <p:cNvPr id="23164819" name=""/>
              <p:cNvSpPr/>
              <p:nvPr/>
            </p:nvSpPr>
            <p:spPr bwMode="auto">
              <a:xfrm rot="16199998" flipH="0" flipV="0">
                <a:off x="1877060" y="2529882"/>
                <a:ext cx="220572" cy="3246901"/>
              </a:xfrm>
              <a:prstGeom prst="leftBrace">
                <a:avLst>
                  <a:gd name="adj1" fmla="val 101801"/>
                  <a:gd name="adj2" fmla="val 50000"/>
                </a:avLst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sp>
          <p:sp>
            <p:nvSpPr>
              <p:cNvPr id="356673696" name=""/>
              <p:cNvSpPr/>
              <p:nvPr/>
            </p:nvSpPr>
            <p:spPr bwMode="auto">
              <a:xfrm rot="16199998" flipH="0" flipV="0">
                <a:off x="7270533" y="2559658"/>
                <a:ext cx="220572" cy="3187350"/>
              </a:xfrm>
              <a:prstGeom prst="leftBrace">
                <a:avLst>
                  <a:gd name="adj1" fmla="val 101801"/>
                  <a:gd name="adj2" fmla="val 50000"/>
                </a:avLst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sp>
          <p:sp>
            <p:nvSpPr>
              <p:cNvPr id="872217022" name=""/>
              <p:cNvSpPr txBox="1"/>
              <p:nvPr/>
            </p:nvSpPr>
            <p:spPr bwMode="auto">
              <a:xfrm rot="0" flipH="0" flipV="0">
                <a:off x="6206517" y="4367466"/>
                <a:ext cx="2365013" cy="762897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fr-FR" sz="2200" b="0">
                    <a:latin typeface="CMU Serif"/>
                    <a:ea typeface="CMU Serif"/>
                    <a:cs typeface="CMU Serif"/>
                  </a:rPr>
                  <a:t>Right partition (</a:t>
                </a:r>
                <a:r>
                  <a:rPr lang="fr-FR" sz="2200" b="0" i="1" u="none" strike="noStrike" cap="none" spc="0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m</a:t>
                </a:r>
                <a:r>
                  <a:rPr lang="fr-FR" sz="2200" b="0" i="0" u="none" strike="noStrike" cap="none" spc="0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 arms)</a:t>
                </a:r>
                <a:endParaRPr sz="2200" b="0" i="0">
                  <a:latin typeface="CMU Serif"/>
                  <a:cs typeface="CMU Serif"/>
                </a:endParaRPr>
              </a:p>
            </p:txBody>
          </p:sp>
          <p:sp>
            <p:nvSpPr>
              <p:cNvPr id="825445610" name=""/>
              <p:cNvSpPr txBox="1"/>
              <p:nvPr/>
            </p:nvSpPr>
            <p:spPr bwMode="auto">
              <a:xfrm rot="0" flipH="0" flipV="0">
                <a:off x="796314" y="4367466"/>
                <a:ext cx="2370413" cy="762897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fr-FR" sz="2200" b="0" i="0" u="none" strike="noStrike" cap="none" spc="0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Left partition</a:t>
                </a:r>
                <a:br>
                  <a:rPr lang="fr-FR" sz="2200" b="0" i="0" u="none" strike="noStrike" cap="none" spc="0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</a:br>
                <a:r>
                  <a:rPr lang="fr-FR" sz="2200" b="0" i="0" u="none" strike="noStrike" cap="none" spc="0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(</a:t>
                </a:r>
                <a:r>
                  <a:rPr lang="fr-FR" sz="2200" b="0" i="1" u="none" strike="noStrike" cap="none" spc="0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m</a:t>
                </a:r>
                <a:r>
                  <a:rPr lang="fr-FR" sz="2200" b="0" i="0" u="none" strike="noStrike" cap="none" spc="0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 arms)</a:t>
                </a:r>
                <a:endParaRPr sz="2200" b="0" i="0">
                  <a:latin typeface="CMU Serif"/>
                  <a:cs typeface="CMU Serif"/>
                </a:endParaRPr>
              </a:p>
            </p:txBody>
          </p:sp>
          <p:sp>
            <p:nvSpPr>
              <p:cNvPr id="1085586126" name=""/>
              <p:cNvSpPr txBox="1"/>
              <p:nvPr/>
            </p:nvSpPr>
            <p:spPr bwMode="auto">
              <a:xfrm rot="0" flipH="0" flipV="0">
                <a:off x="2307566" y="0"/>
                <a:ext cx="1456800" cy="76235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fr-FR" sz="2200" b="1" i="0">
                    <a:solidFill>
                      <a:srgbClr val="F0BB1A"/>
                    </a:solidFill>
                    <a:latin typeface="CMU Serif"/>
                    <a:ea typeface="CMU Serif"/>
                    <a:cs typeface="CMU Serif"/>
                  </a:rPr>
                  <a:t>I</a:t>
                </a:r>
                <a:r>
                  <a:rPr lang="fr-FR" sz="2200" b="1">
                    <a:solidFill>
                      <a:srgbClr val="F0BB1A"/>
                    </a:solidFill>
                    <a:latin typeface="CMU Serif"/>
                    <a:ea typeface="CMU Serif"/>
                    <a:cs typeface="CMU Serif"/>
                  </a:rPr>
                  <a:t>nner qubits</a:t>
                </a:r>
                <a:endParaRPr sz="2200" b="1">
                  <a:solidFill>
                    <a:srgbClr val="F0BB1A"/>
                  </a:solidFill>
                  <a:latin typeface="CMU Serif"/>
                  <a:cs typeface="CMU Serif"/>
                </a:endParaRPr>
              </a:p>
            </p:txBody>
          </p:sp>
          <p:sp>
            <p:nvSpPr>
              <p:cNvPr id="91919379" name=""/>
              <p:cNvSpPr txBox="1"/>
              <p:nvPr/>
            </p:nvSpPr>
            <p:spPr bwMode="auto">
              <a:xfrm rot="0" flipH="0" flipV="0">
                <a:off x="0" y="22699"/>
                <a:ext cx="1458241" cy="76235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fr-FR" sz="2200" b="1" i="0">
                    <a:solidFill>
                      <a:srgbClr val="FF4C4C"/>
                    </a:solidFill>
                    <a:latin typeface="CMU Serif"/>
                    <a:ea typeface="CMU Serif"/>
                    <a:cs typeface="CMU Serif"/>
                  </a:rPr>
                  <a:t>Outer </a:t>
                </a:r>
                <a:r>
                  <a:rPr lang="fr-FR" sz="2200" b="1">
                    <a:solidFill>
                      <a:srgbClr val="FF4C4C"/>
                    </a:solidFill>
                    <a:latin typeface="CMU Serif"/>
                    <a:ea typeface="CMU Serif"/>
                    <a:cs typeface="CMU Serif"/>
                  </a:rPr>
                  <a:t>qubits</a:t>
                </a:r>
                <a:endParaRPr sz="2200" b="1">
                  <a:solidFill>
                    <a:srgbClr val="FFD34F"/>
                  </a:solidFill>
                  <a:latin typeface="CMU Serif"/>
                  <a:cs typeface="CMU Serif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76876407" name=""/>
          <p:cNvGrpSpPr/>
          <p:nvPr/>
        </p:nvGrpSpPr>
        <p:grpSpPr bwMode="auto">
          <a:xfrm>
            <a:off x="177687" y="4413918"/>
            <a:ext cx="11844783" cy="1666873"/>
            <a:chOff x="0" y="0"/>
            <a:chExt cx="11844783" cy="1666873"/>
          </a:xfrm>
        </p:grpSpPr>
        <p:sp>
          <p:nvSpPr>
            <p:cNvPr id="552344691" name=""/>
            <p:cNvSpPr/>
            <p:nvPr/>
          </p:nvSpPr>
          <p:spPr bwMode="auto">
            <a:xfrm rot="0" flipH="0" flipV="0">
              <a:off x="943590" y="0"/>
              <a:ext cx="2687643" cy="1666873"/>
            </a:xfrm>
            <a:prstGeom prst="flowChartAlternateProcess">
              <a:avLst/>
            </a:prstGeom>
            <a:solidFill>
              <a:schemeClr val="accent1">
                <a:lumMod val="40000"/>
                <a:lumOff val="60000"/>
                <a:alpha val="24999"/>
              </a:schemeClr>
            </a:solidFill>
            <a:ln w="28575" cap="flat" cmpd="sng" algn="ctr">
              <a:solidFill>
                <a:srgbClr val="0095FF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39272639" name=""/>
            <p:cNvSpPr/>
            <p:nvPr/>
          </p:nvSpPr>
          <p:spPr bwMode="auto">
            <a:xfrm rot="0" flipH="0" flipV="0">
              <a:off x="3795538" y="0"/>
              <a:ext cx="634998" cy="1666873"/>
            </a:xfrm>
            <a:prstGeom prst="flowChartAlternateProcess">
              <a:avLst/>
            </a:prstGeom>
            <a:solidFill>
              <a:srgbClr val="E173FF">
                <a:alpha val="24999"/>
              </a:srgbClr>
            </a:solidFill>
            <a:ln w="28575" cap="flat" cmpd="sng" algn="ctr">
              <a:solidFill>
                <a:srgbClr val="DB4CFF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29272295" name=""/>
            <p:cNvSpPr/>
            <p:nvPr/>
          </p:nvSpPr>
          <p:spPr bwMode="auto">
            <a:xfrm rot="0" flipH="0" flipV="0">
              <a:off x="4594842" y="0"/>
              <a:ext cx="2687643" cy="1666873"/>
            </a:xfrm>
            <a:prstGeom prst="flowChartAlternateProcess">
              <a:avLst/>
            </a:prstGeom>
            <a:solidFill>
              <a:schemeClr val="accent1">
                <a:lumMod val="40000"/>
                <a:lumOff val="60000"/>
                <a:alpha val="24999"/>
              </a:schemeClr>
            </a:solidFill>
            <a:ln w="28575" cap="flat" cmpd="sng" algn="ctr">
              <a:solidFill>
                <a:srgbClr val="0095FF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470814431" name=""/>
            <p:cNvSpPr/>
            <p:nvPr/>
          </p:nvSpPr>
          <p:spPr bwMode="auto">
            <a:xfrm rot="0" flipH="0" flipV="0">
              <a:off x="7446787" y="0"/>
              <a:ext cx="634998" cy="1666873"/>
            </a:xfrm>
            <a:prstGeom prst="flowChartAlternateProcess">
              <a:avLst/>
            </a:prstGeom>
            <a:solidFill>
              <a:srgbClr val="E173FF">
                <a:alpha val="24999"/>
              </a:srgbClr>
            </a:solidFill>
            <a:ln w="28575" cap="flat" cmpd="sng" algn="ctr">
              <a:solidFill>
                <a:srgbClr val="DB4CFF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31609435" name=""/>
            <p:cNvSpPr/>
            <p:nvPr/>
          </p:nvSpPr>
          <p:spPr bwMode="auto">
            <a:xfrm rot="0" flipH="0" flipV="0">
              <a:off x="8265501" y="0"/>
              <a:ext cx="2687643" cy="1666873"/>
            </a:xfrm>
            <a:prstGeom prst="flowChartAlternateProcess">
              <a:avLst/>
            </a:prstGeom>
            <a:solidFill>
              <a:schemeClr val="accent1">
                <a:lumMod val="40000"/>
                <a:lumOff val="60000"/>
                <a:alpha val="24999"/>
              </a:schemeClr>
            </a:solidFill>
            <a:ln w="28575" cap="flat" cmpd="sng" algn="ctr">
              <a:solidFill>
                <a:srgbClr val="0095FF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898564407" name=""/>
            <p:cNvSpPr/>
            <p:nvPr/>
          </p:nvSpPr>
          <p:spPr bwMode="auto">
            <a:xfrm rot="0" flipH="0" flipV="0">
              <a:off x="11092296" y="0"/>
              <a:ext cx="752486" cy="1666873"/>
            </a:xfrm>
            <a:prstGeom prst="flowChartAlternateProcess">
              <a:avLst/>
            </a:prstGeom>
            <a:solidFill>
              <a:srgbClr val="92D050">
                <a:alpha val="24999"/>
              </a:srgbClr>
            </a:solidFill>
            <a:ln w="28575" cap="flat" cmpd="sng" algn="ctr">
              <a:solidFill>
                <a:srgbClr val="00B05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562204794" name=""/>
            <p:cNvSpPr/>
            <p:nvPr/>
          </p:nvSpPr>
          <p:spPr bwMode="auto">
            <a:xfrm rot="0" flipH="0" flipV="0">
              <a:off x="0" y="0"/>
              <a:ext cx="752486" cy="1666873"/>
            </a:xfrm>
            <a:prstGeom prst="flowChartAlternateProcess">
              <a:avLst/>
            </a:prstGeom>
            <a:solidFill>
              <a:srgbClr val="92D050">
                <a:alpha val="24999"/>
              </a:srgbClr>
            </a:solidFill>
            <a:ln w="28575" cap="flat" cmpd="sng" algn="ctr">
              <a:solidFill>
                <a:srgbClr val="00B05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cxnSp>
          <p:nvCxnSpPr>
            <p:cNvPr id="117457043" name=""/>
            <p:cNvCxnSpPr/>
            <p:nvPr/>
          </p:nvCxnSpPr>
          <p:spPr bwMode="auto">
            <a:xfrm rot="10800000" flipH="0" flipV="1">
              <a:off x="3550917" y="311045"/>
              <a:ext cx="1125126" cy="1052280"/>
            </a:xfrm>
            <a:prstGeom prst="line">
              <a:avLst/>
            </a:prstGeom>
            <a:ln w="44450" cap="flat" cmpd="sng" algn="ctr">
              <a:solidFill>
                <a:srgbClr val="00FF73"/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876984" name=""/>
            <p:cNvCxnSpPr/>
            <p:nvPr/>
          </p:nvCxnSpPr>
          <p:spPr bwMode="auto">
            <a:xfrm rot="0" flipH="1" flipV="1">
              <a:off x="4676046" y="311045"/>
              <a:ext cx="2531545" cy="0"/>
            </a:xfrm>
            <a:prstGeom prst="line">
              <a:avLst/>
            </a:prstGeom>
            <a:ln w="44450" cap="flat" cmpd="sng" algn="ctr">
              <a:solidFill>
                <a:srgbClr val="00FF73"/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7940900" name=""/>
            <p:cNvCxnSpPr/>
            <p:nvPr/>
          </p:nvCxnSpPr>
          <p:spPr bwMode="auto">
            <a:xfrm rot="0" flipH="1" flipV="0">
              <a:off x="998807" y="1370827"/>
              <a:ext cx="2552108" cy="0"/>
            </a:xfrm>
            <a:prstGeom prst="line">
              <a:avLst/>
            </a:prstGeom>
            <a:ln w="44450" cap="flat" cmpd="sng" algn="ctr">
              <a:solidFill>
                <a:srgbClr val="00FF73"/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3841268" name=""/>
            <p:cNvCxnSpPr/>
            <p:nvPr/>
          </p:nvCxnSpPr>
          <p:spPr bwMode="auto">
            <a:xfrm rot="10800000" flipH="0" flipV="0">
              <a:off x="431992" y="964386"/>
              <a:ext cx="587374" cy="406436"/>
            </a:xfrm>
            <a:prstGeom prst="line">
              <a:avLst/>
            </a:prstGeom>
            <a:ln w="44450" cap="flat" cmpd="sng" algn="ctr">
              <a:solidFill>
                <a:srgbClr val="00FF73"/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2612289" name=""/>
            <p:cNvSpPr/>
            <p:nvPr/>
          </p:nvSpPr>
          <p:spPr bwMode="auto">
            <a:xfrm rot="10800000" flipH="0" flipV="0">
              <a:off x="133958" y="666353"/>
              <a:ext cx="349167" cy="349167"/>
            </a:xfrm>
            <a:prstGeom prst="ellipse">
              <a:avLst/>
            </a:prstGeom>
            <a:solidFill>
              <a:srgbClr val="E173FF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57700975" name=""/>
            <p:cNvSpPr/>
            <p:nvPr/>
          </p:nvSpPr>
          <p:spPr bwMode="auto">
            <a:xfrm rot="0" flipH="0" flipV="0">
              <a:off x="11400513" y="666351"/>
              <a:ext cx="349167" cy="349167"/>
            </a:xfrm>
            <a:prstGeom prst="ellipse">
              <a:avLst/>
            </a:prstGeom>
            <a:solidFill>
              <a:srgbClr val="E173FF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cxnSp>
          <p:nvCxnSpPr>
            <p:cNvPr id="1704247596" name=""/>
            <p:cNvCxnSpPr/>
            <p:nvPr/>
          </p:nvCxnSpPr>
          <p:spPr bwMode="auto">
            <a:xfrm rot="0" flipH="0" flipV="0">
              <a:off x="7207594" y="311046"/>
              <a:ext cx="1409450" cy="537390"/>
            </a:xfrm>
            <a:prstGeom prst="line">
              <a:avLst/>
            </a:prstGeom>
            <a:ln w="44450" cap="flat" cmpd="sng" algn="ctr">
              <a:solidFill>
                <a:srgbClr val="00FF73"/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3652035" name=""/>
            <p:cNvCxnSpPr/>
            <p:nvPr/>
          </p:nvCxnSpPr>
          <p:spPr bwMode="auto">
            <a:xfrm rot="10800000" flipH="0" flipV="1">
              <a:off x="8617046" y="840935"/>
              <a:ext cx="2783466" cy="0"/>
            </a:xfrm>
            <a:prstGeom prst="line">
              <a:avLst/>
            </a:prstGeom>
            <a:ln w="44450" cap="flat" cmpd="sng" algn="ctr">
              <a:solidFill>
                <a:srgbClr val="00FF73"/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2588448" name=""/>
          <p:cNvSpPr txBox="1"/>
          <p:nvPr/>
        </p:nvSpPr>
        <p:spPr bwMode="auto">
          <a:xfrm rot="0" flipH="0" flipV="0">
            <a:off x="0" y="0"/>
            <a:ext cx="1149416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Figure 2 panel b ;		for step 2 decide between this version or the one next slide without the path</a:t>
            </a:r>
            <a:endParaRPr/>
          </a:p>
        </p:txBody>
      </p:sp>
      <p:grpSp>
        <p:nvGrpSpPr>
          <p:cNvPr id="1437926951" name=""/>
          <p:cNvGrpSpPr/>
          <p:nvPr/>
        </p:nvGrpSpPr>
        <p:grpSpPr bwMode="auto">
          <a:xfrm>
            <a:off x="86922" y="301467"/>
            <a:ext cx="12026313" cy="2150502"/>
            <a:chOff x="0" y="0"/>
            <a:chExt cx="12026313" cy="2150502"/>
          </a:xfrm>
        </p:grpSpPr>
        <p:grpSp>
          <p:nvGrpSpPr>
            <p:cNvPr id="986737881" name=""/>
            <p:cNvGrpSpPr/>
            <p:nvPr/>
          </p:nvGrpSpPr>
          <p:grpSpPr bwMode="auto">
            <a:xfrm>
              <a:off x="0" y="0"/>
              <a:ext cx="12026313" cy="2150503"/>
              <a:chOff x="0" y="0"/>
              <a:chExt cx="12026313" cy="2150503"/>
            </a:xfrm>
          </p:grpSpPr>
          <p:grpSp>
            <p:nvGrpSpPr>
              <p:cNvPr id="1594550274" name=""/>
              <p:cNvGrpSpPr/>
              <p:nvPr/>
            </p:nvGrpSpPr>
            <p:grpSpPr bwMode="auto">
              <a:xfrm>
                <a:off x="0" y="0"/>
                <a:ext cx="12026313" cy="2150503"/>
                <a:chOff x="0" y="0"/>
                <a:chExt cx="12026313" cy="2150503"/>
              </a:xfrm>
            </p:grpSpPr>
            <p:grpSp>
              <p:nvGrpSpPr>
                <p:cNvPr id="885108512" name=""/>
                <p:cNvGrpSpPr/>
                <p:nvPr/>
              </p:nvGrpSpPr>
              <p:grpSpPr bwMode="auto">
                <a:xfrm>
                  <a:off x="0" y="0"/>
                  <a:ext cx="939933" cy="2150503"/>
                  <a:chOff x="0" y="0"/>
                  <a:chExt cx="939933" cy="2150503"/>
                </a:xfrm>
              </p:grpSpPr>
              <p:sp>
                <p:nvSpPr>
                  <p:cNvPr id="1855299528" name=""/>
                  <p:cNvSpPr/>
                  <p:nvPr/>
                </p:nvSpPr>
                <p:spPr bwMode="auto">
                  <a:xfrm rot="0" flipH="0" flipV="0">
                    <a:off x="93723" y="483630"/>
                    <a:ext cx="752486" cy="1666873"/>
                  </a:xfrm>
                  <a:prstGeom prst="flowChartAlternateProcess">
                    <a:avLst/>
                  </a:prstGeom>
                  <a:solidFill>
                    <a:srgbClr val="92D050">
                      <a:alpha val="24999"/>
                    </a:srgbClr>
                  </a:solidFill>
                  <a:ln w="28575" cap="flat" cmpd="sng" algn="ctr">
                    <a:solidFill>
                      <a:srgbClr val="00B05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p>
                    <a:pPr algn="ctr">
                      <a:defRPr/>
                    </a:pPr>
                    <a:endParaRPr/>
                  </a:p>
                </p:txBody>
              </p:sp>
              <p:sp>
                <p:nvSpPr>
                  <p:cNvPr id="845397812" name=""/>
                  <p:cNvSpPr txBox="1"/>
                  <p:nvPr/>
                </p:nvSpPr>
                <p:spPr bwMode="auto">
                  <a:xfrm rot="0" flipH="0" flipV="0">
                    <a:off x="0" y="0"/>
                    <a:ext cx="939933" cy="427079"/>
                  </a:xfrm>
                  <a:prstGeom prst="rect">
                    <a:avLst/>
                  </a:prstGeom>
                  <a:noFill/>
                </p:spPr>
                <p:txBody>
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<a:spAutoFit/>
                  </a:bodyPr>
                  <a:p>
                    <a:pPr>
                      <a:defRPr/>
                    </a:pPr>
                    <a:r>
                      <a:rPr lang="fr-FR" sz="2200" b="1">
                        <a:solidFill>
                          <a:srgbClr val="00B050"/>
                        </a:solidFill>
                        <a:latin typeface="CMU Serif"/>
                        <a:ea typeface="CMU Serif"/>
                        <a:cs typeface="CMU Serif"/>
                      </a:rPr>
                      <a:t>Alice</a:t>
                    </a:r>
                    <a:endParaRPr sz="2200" b="1">
                      <a:solidFill>
                        <a:srgbClr val="00B050"/>
                      </a:solidFill>
                      <a:latin typeface="CMU Serif"/>
                      <a:cs typeface="CMU Serif"/>
                    </a:endParaRPr>
                  </a:p>
                </p:txBody>
              </p:sp>
            </p:grpSp>
            <p:grpSp>
              <p:nvGrpSpPr>
                <p:cNvPr id="994618806" name=""/>
                <p:cNvGrpSpPr/>
                <p:nvPr/>
              </p:nvGrpSpPr>
              <p:grpSpPr bwMode="auto">
                <a:xfrm>
                  <a:off x="1037315" y="0"/>
                  <a:ext cx="2687643" cy="2150503"/>
                  <a:chOff x="0" y="0"/>
                  <a:chExt cx="2687643" cy="2150503"/>
                </a:xfrm>
              </p:grpSpPr>
              <p:sp>
                <p:nvSpPr>
                  <p:cNvPr id="912398093" name=""/>
                  <p:cNvSpPr/>
                  <p:nvPr/>
                </p:nvSpPr>
                <p:spPr bwMode="auto">
                  <a:xfrm rot="0" flipH="0" flipV="0">
                    <a:off x="0" y="483630"/>
                    <a:ext cx="2687643" cy="1666873"/>
                  </a:xfrm>
                  <a:prstGeom prst="flowChartAlternateProcess">
                    <a:avLst/>
                  </a:prstGeom>
                  <a:solidFill>
                    <a:schemeClr val="accent1">
                      <a:lumMod val="40000"/>
                      <a:lumOff val="60000"/>
                      <a:alpha val="24999"/>
                    </a:schemeClr>
                  </a:solidFill>
                  <a:ln w="28575" cap="flat" cmpd="sng" algn="ctr">
                    <a:solidFill>
                      <a:srgbClr val="0095FF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559679258" name=""/>
                  <p:cNvSpPr txBox="1"/>
                  <p:nvPr/>
                </p:nvSpPr>
                <p:spPr bwMode="auto">
                  <a:xfrm rot="0" flipH="0" flipV="0">
                    <a:off x="803857" y="0"/>
                    <a:ext cx="1079927" cy="427079"/>
                  </a:xfrm>
                  <a:prstGeom prst="rect">
                    <a:avLst/>
                  </a:prstGeom>
                  <a:noFill/>
                </p:spPr>
                <p:txBody>
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<a:spAutoFit/>
                  </a:bodyPr>
                  <a:p>
                    <a:pPr>
                      <a:defRPr/>
                    </a:pPr>
                    <a:r>
                      <a:rPr lang="fr-FR" sz="2200" b="1">
                        <a:solidFill>
                          <a:srgbClr val="45B5FF"/>
                        </a:solidFill>
                        <a:latin typeface="CMU Serif"/>
                        <a:ea typeface="CMU Serif"/>
                        <a:cs typeface="CMU Serif"/>
                      </a:rPr>
                      <a:t>ABSA</a:t>
                    </a:r>
                    <a:endParaRPr sz="2200" b="1">
                      <a:solidFill>
                        <a:srgbClr val="45B5FF"/>
                      </a:solidFill>
                      <a:latin typeface="CMU Serif"/>
                      <a:cs typeface="CMU Serif"/>
                    </a:endParaRPr>
                  </a:p>
                </p:txBody>
              </p:sp>
            </p:grpSp>
            <p:grpSp>
              <p:nvGrpSpPr>
                <p:cNvPr id="79917014" name=""/>
                <p:cNvGrpSpPr/>
                <p:nvPr/>
              </p:nvGrpSpPr>
              <p:grpSpPr bwMode="auto">
                <a:xfrm>
                  <a:off x="3688989" y="0"/>
                  <a:ext cx="1073644" cy="2150503"/>
                  <a:chOff x="0" y="0"/>
                  <a:chExt cx="1073644" cy="2150503"/>
                </a:xfrm>
              </p:grpSpPr>
              <p:sp>
                <p:nvSpPr>
                  <p:cNvPr id="1913025194" name=""/>
                  <p:cNvSpPr/>
                  <p:nvPr/>
                </p:nvSpPr>
                <p:spPr bwMode="auto">
                  <a:xfrm rot="0" flipH="0" flipV="0">
                    <a:off x="200271" y="483630"/>
                    <a:ext cx="634999" cy="1666873"/>
                  </a:xfrm>
                  <a:prstGeom prst="flowChartAlternateProcess">
                    <a:avLst/>
                  </a:prstGeom>
                  <a:solidFill>
                    <a:srgbClr val="E173FF">
                      <a:alpha val="24999"/>
                    </a:srgbClr>
                  </a:solidFill>
                  <a:ln w="28575" cap="flat" cmpd="sng" algn="ctr">
                    <a:solidFill>
                      <a:srgbClr val="DB4CFF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275075814" name=""/>
                  <p:cNvSpPr txBox="1"/>
                  <p:nvPr/>
                </p:nvSpPr>
                <p:spPr bwMode="auto">
                  <a:xfrm rot="0" flipH="0" flipV="0">
                    <a:off x="0" y="0"/>
                    <a:ext cx="1073644" cy="427079"/>
                  </a:xfrm>
                  <a:prstGeom prst="rect">
                    <a:avLst/>
                  </a:prstGeom>
                  <a:noFill/>
                </p:spPr>
                <p:txBody>
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<a:spAutoFit/>
                  </a:bodyPr>
                  <a:p>
                    <a:pPr>
                      <a:defRPr/>
                    </a:pPr>
                    <a:r>
                      <a:rPr lang="fr-FR" sz="2200" b="1">
                        <a:solidFill>
                          <a:srgbClr val="DB4CFF"/>
                        </a:solidFill>
                        <a:latin typeface="CMU Serif"/>
                        <a:ea typeface="CMU Serif"/>
                        <a:cs typeface="CMU Serif"/>
                      </a:rPr>
                      <a:t>RGSS</a:t>
                    </a:r>
                    <a:endParaRPr sz="2200" b="1">
                      <a:solidFill>
                        <a:srgbClr val="DB4CFF"/>
                      </a:solidFill>
                      <a:latin typeface="CMU Serif"/>
                      <a:cs typeface="CMU Serif"/>
                    </a:endParaRPr>
                  </a:p>
                </p:txBody>
              </p:sp>
            </p:grpSp>
            <p:grpSp>
              <p:nvGrpSpPr>
                <p:cNvPr id="254402145" name=""/>
                <p:cNvGrpSpPr/>
                <p:nvPr/>
              </p:nvGrpSpPr>
              <p:grpSpPr bwMode="auto">
                <a:xfrm>
                  <a:off x="11163299" y="0"/>
                  <a:ext cx="863013" cy="2150503"/>
                  <a:chOff x="0" y="0"/>
                  <a:chExt cx="863013" cy="2150503"/>
                </a:xfrm>
              </p:grpSpPr>
              <p:sp>
                <p:nvSpPr>
                  <p:cNvPr id="2019635360" name=""/>
                  <p:cNvSpPr/>
                  <p:nvPr/>
                </p:nvSpPr>
                <p:spPr bwMode="auto">
                  <a:xfrm rot="0" flipH="0" flipV="0">
                    <a:off x="22720" y="483630"/>
                    <a:ext cx="752486" cy="1666873"/>
                  </a:xfrm>
                  <a:prstGeom prst="flowChartAlternateProcess">
                    <a:avLst/>
                  </a:prstGeom>
                  <a:solidFill>
                    <a:srgbClr val="92D050">
                      <a:alpha val="24999"/>
                    </a:srgbClr>
                  </a:solidFill>
                  <a:ln w="28575" cap="flat" cmpd="sng" algn="ctr">
                    <a:solidFill>
                      <a:srgbClr val="00B05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p>
                    <a:pPr algn="ctr">
                      <a:defRPr/>
                    </a:pPr>
                    <a:endParaRPr/>
                  </a:p>
                </p:txBody>
              </p:sp>
              <p:sp>
                <p:nvSpPr>
                  <p:cNvPr id="1501713874" name=""/>
                  <p:cNvSpPr txBox="1"/>
                  <p:nvPr/>
                </p:nvSpPr>
                <p:spPr bwMode="auto">
                  <a:xfrm rot="0" flipH="0" flipV="0">
                    <a:off x="0" y="0"/>
                    <a:ext cx="863013" cy="427079"/>
                  </a:xfrm>
                  <a:prstGeom prst="rect">
                    <a:avLst/>
                  </a:prstGeom>
                  <a:noFill/>
                </p:spPr>
                <p:txBody>
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<a:spAutoFit/>
                  </a:bodyPr>
                  <a:p>
                    <a:pPr>
                      <a:defRPr/>
                    </a:pPr>
                    <a:r>
                      <a:rPr lang="fr-FR" sz="2200" b="1">
                        <a:solidFill>
                          <a:srgbClr val="00B050"/>
                        </a:solidFill>
                        <a:latin typeface="CMU Serif"/>
                        <a:ea typeface="CMU Serif"/>
                        <a:cs typeface="CMU Serif"/>
                      </a:rPr>
                      <a:t>Bob</a:t>
                    </a:r>
                    <a:endParaRPr sz="2200" b="1">
                      <a:solidFill>
                        <a:srgbClr val="00B050"/>
                      </a:solidFill>
                      <a:latin typeface="CMU Serif"/>
                      <a:cs typeface="CMU Serif"/>
                    </a:endParaRPr>
                  </a:p>
                </p:txBody>
              </p:sp>
            </p:grpSp>
            <p:grpSp>
              <p:nvGrpSpPr>
                <p:cNvPr id="2085909733" name=""/>
                <p:cNvGrpSpPr/>
                <p:nvPr/>
              </p:nvGrpSpPr>
              <p:grpSpPr bwMode="auto">
                <a:xfrm>
                  <a:off x="4688566" y="0"/>
                  <a:ext cx="2687643" cy="2150503"/>
                  <a:chOff x="0" y="0"/>
                  <a:chExt cx="2687643" cy="2150503"/>
                </a:xfrm>
              </p:grpSpPr>
              <p:sp>
                <p:nvSpPr>
                  <p:cNvPr id="210082490" name=""/>
                  <p:cNvSpPr/>
                  <p:nvPr/>
                </p:nvSpPr>
                <p:spPr bwMode="auto">
                  <a:xfrm rot="0" flipH="0" flipV="0">
                    <a:off x="0" y="483629"/>
                    <a:ext cx="2687643" cy="1666873"/>
                  </a:xfrm>
                  <a:prstGeom prst="flowChartAlternateProcess">
                    <a:avLst/>
                  </a:prstGeom>
                  <a:solidFill>
                    <a:schemeClr val="accent1">
                      <a:lumMod val="40000"/>
                      <a:lumOff val="60000"/>
                      <a:alpha val="24999"/>
                    </a:schemeClr>
                  </a:solidFill>
                  <a:ln w="28575" cap="flat" cmpd="sng" algn="ctr">
                    <a:solidFill>
                      <a:srgbClr val="0095FF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190989375" name=""/>
                  <p:cNvSpPr txBox="1"/>
                  <p:nvPr/>
                </p:nvSpPr>
                <p:spPr bwMode="auto">
                  <a:xfrm rot="0" flipH="0" flipV="0">
                    <a:off x="803856" y="0"/>
                    <a:ext cx="1080286" cy="427079"/>
                  </a:xfrm>
                  <a:prstGeom prst="rect">
                    <a:avLst/>
                  </a:prstGeom>
                  <a:noFill/>
                </p:spPr>
                <p:txBody>
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<a:spAutoFit/>
                  </a:bodyPr>
                  <a:p>
                    <a:pPr>
                      <a:defRPr/>
                    </a:pPr>
                    <a:r>
                      <a:rPr lang="fr-FR" sz="2200" b="1">
                        <a:solidFill>
                          <a:srgbClr val="45B5FF"/>
                        </a:solidFill>
                        <a:latin typeface="CMU Serif"/>
                        <a:ea typeface="CMU Serif"/>
                        <a:cs typeface="CMU Serif"/>
                      </a:rPr>
                      <a:t>ABSA</a:t>
                    </a:r>
                    <a:endParaRPr sz="2200" b="1">
                      <a:solidFill>
                        <a:srgbClr val="45B5FF"/>
                      </a:solidFill>
                      <a:latin typeface="CMU Serif"/>
                      <a:cs typeface="CMU Serif"/>
                    </a:endParaRPr>
                  </a:p>
                </p:txBody>
              </p:sp>
            </p:grpSp>
            <p:grpSp>
              <p:nvGrpSpPr>
                <p:cNvPr id="529669363" name=""/>
                <p:cNvGrpSpPr/>
                <p:nvPr/>
              </p:nvGrpSpPr>
              <p:grpSpPr bwMode="auto">
                <a:xfrm>
                  <a:off x="7340240" y="0"/>
                  <a:ext cx="1074003" cy="2150503"/>
                  <a:chOff x="0" y="0"/>
                  <a:chExt cx="1074003" cy="2150503"/>
                </a:xfrm>
              </p:grpSpPr>
              <p:sp>
                <p:nvSpPr>
                  <p:cNvPr id="214688163" name=""/>
                  <p:cNvSpPr/>
                  <p:nvPr/>
                </p:nvSpPr>
                <p:spPr bwMode="auto">
                  <a:xfrm rot="0" flipH="0" flipV="0">
                    <a:off x="200271" y="483629"/>
                    <a:ext cx="634998" cy="1666873"/>
                  </a:xfrm>
                  <a:prstGeom prst="flowChartAlternateProcess">
                    <a:avLst/>
                  </a:prstGeom>
                  <a:solidFill>
                    <a:srgbClr val="E173FF">
                      <a:alpha val="24999"/>
                    </a:srgbClr>
                  </a:solidFill>
                  <a:ln w="28575" cap="flat" cmpd="sng" algn="ctr">
                    <a:solidFill>
                      <a:srgbClr val="DB4CFF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875336918" name=""/>
                  <p:cNvSpPr txBox="1"/>
                  <p:nvPr/>
                </p:nvSpPr>
                <p:spPr bwMode="auto">
                  <a:xfrm rot="0" flipH="0" flipV="0">
                    <a:off x="0" y="0"/>
                    <a:ext cx="1074003" cy="427079"/>
                  </a:xfrm>
                  <a:prstGeom prst="rect">
                    <a:avLst/>
                  </a:prstGeom>
                  <a:noFill/>
                </p:spPr>
                <p:txBody>
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<a:spAutoFit/>
                  </a:bodyPr>
                  <a:p>
                    <a:pPr>
                      <a:defRPr/>
                    </a:pPr>
                    <a:r>
                      <a:rPr lang="fr-FR" sz="2200" b="1">
                        <a:solidFill>
                          <a:srgbClr val="DB4CFF"/>
                        </a:solidFill>
                        <a:latin typeface="CMU Serif"/>
                        <a:ea typeface="CMU Serif"/>
                        <a:cs typeface="CMU Serif"/>
                      </a:rPr>
                      <a:t>RGSS</a:t>
                    </a:r>
                    <a:endParaRPr sz="2200" b="1">
                      <a:solidFill>
                        <a:srgbClr val="DB4CFF"/>
                      </a:solidFill>
                      <a:latin typeface="CMU Serif"/>
                      <a:cs typeface="CMU Serif"/>
                    </a:endParaRPr>
                  </a:p>
                </p:txBody>
              </p:sp>
            </p:grpSp>
            <p:grpSp>
              <p:nvGrpSpPr>
                <p:cNvPr id="640173159" name=""/>
                <p:cNvGrpSpPr/>
                <p:nvPr/>
              </p:nvGrpSpPr>
              <p:grpSpPr bwMode="auto">
                <a:xfrm>
                  <a:off x="8359225" y="0"/>
                  <a:ext cx="2687643" cy="2150503"/>
                  <a:chOff x="0" y="0"/>
                  <a:chExt cx="2687643" cy="2150503"/>
                </a:xfrm>
              </p:grpSpPr>
              <p:sp>
                <p:nvSpPr>
                  <p:cNvPr id="1470858541" name=""/>
                  <p:cNvSpPr/>
                  <p:nvPr/>
                </p:nvSpPr>
                <p:spPr bwMode="auto">
                  <a:xfrm rot="0" flipH="0" flipV="0">
                    <a:off x="0" y="483629"/>
                    <a:ext cx="2687643" cy="1666873"/>
                  </a:xfrm>
                  <a:prstGeom prst="flowChartAlternateProcess">
                    <a:avLst/>
                  </a:prstGeom>
                  <a:solidFill>
                    <a:schemeClr val="accent1">
                      <a:lumMod val="40000"/>
                      <a:lumOff val="60000"/>
                      <a:alpha val="24999"/>
                    </a:schemeClr>
                  </a:solidFill>
                  <a:ln w="28575" cap="flat" cmpd="sng" algn="ctr">
                    <a:solidFill>
                      <a:srgbClr val="0095FF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867887108" name=""/>
                  <p:cNvSpPr txBox="1"/>
                  <p:nvPr/>
                </p:nvSpPr>
                <p:spPr bwMode="auto">
                  <a:xfrm rot="0" flipH="0" flipV="0">
                    <a:off x="803856" y="0"/>
                    <a:ext cx="1080646" cy="427079"/>
                  </a:xfrm>
                  <a:prstGeom prst="rect">
                    <a:avLst/>
                  </a:prstGeom>
                  <a:noFill/>
                </p:spPr>
                <p:txBody>
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<a:spAutoFit/>
                  </a:bodyPr>
                  <a:p>
                    <a:pPr>
                      <a:defRPr/>
                    </a:pPr>
                    <a:r>
                      <a:rPr lang="fr-FR" sz="2200" b="1">
                        <a:solidFill>
                          <a:srgbClr val="45B5FF"/>
                        </a:solidFill>
                        <a:latin typeface="CMU Serif"/>
                        <a:ea typeface="CMU Serif"/>
                        <a:cs typeface="CMU Serif"/>
                      </a:rPr>
                      <a:t>ABSA</a:t>
                    </a:r>
                    <a:endParaRPr sz="2200" b="1">
                      <a:solidFill>
                        <a:srgbClr val="45B5FF"/>
                      </a:solidFill>
                      <a:latin typeface="CMU Serif"/>
                      <a:cs typeface="CMU Serif"/>
                    </a:endParaRPr>
                  </a:p>
                </p:txBody>
              </p:sp>
            </p:grpSp>
          </p:grpSp>
          <p:grpSp>
            <p:nvGrpSpPr>
              <p:cNvPr id="1827653522" name=""/>
              <p:cNvGrpSpPr/>
              <p:nvPr/>
            </p:nvGrpSpPr>
            <p:grpSpPr bwMode="auto">
              <a:xfrm rot="0" flipH="0" flipV="0">
                <a:off x="227684" y="612306"/>
                <a:ext cx="11615722" cy="1408950"/>
                <a:chOff x="0" y="0"/>
                <a:chExt cx="11615722" cy="1408950"/>
              </a:xfrm>
            </p:grpSpPr>
            <p:grpSp>
              <p:nvGrpSpPr>
                <p:cNvPr id="2118267672" name=""/>
                <p:cNvGrpSpPr/>
                <p:nvPr/>
              </p:nvGrpSpPr>
              <p:grpSpPr bwMode="auto">
                <a:xfrm>
                  <a:off x="2248855" y="0"/>
                  <a:ext cx="3461333" cy="1408950"/>
                  <a:chOff x="0" y="0"/>
                  <a:chExt cx="3461333" cy="1408950"/>
                </a:xfrm>
              </p:grpSpPr>
              <p:grpSp>
                <p:nvGrpSpPr>
                  <p:cNvPr id="1673565893" name=""/>
                  <p:cNvGrpSpPr/>
                  <p:nvPr/>
                </p:nvGrpSpPr>
                <p:grpSpPr bwMode="auto">
                  <a:xfrm rot="10800000" flipH="0" flipV="0">
                    <a:off x="883779" y="167083"/>
                    <a:ext cx="1693775" cy="1067281"/>
                    <a:chOff x="0" y="0"/>
                    <a:chExt cx="1693774" cy="1067280"/>
                  </a:xfrm>
                </p:grpSpPr>
                <p:cxnSp>
                  <p:nvCxnSpPr>
                    <p:cNvPr id="1897947951" name=""/>
                    <p:cNvCxnSpPr/>
                    <p:nvPr/>
                  </p:nvCxnSpPr>
                  <p:spPr bwMode="auto">
                    <a:xfrm rot="0" flipH="0" flipV="0">
                      <a:off x="0" y="533639"/>
                      <a:ext cx="1693775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3427252" name=""/>
                    <p:cNvCxnSpPr/>
                    <p:nvPr/>
                  </p:nvCxnSpPr>
                  <p:spPr bwMode="auto">
                    <a:xfrm rot="0" flipH="0" flipV="0">
                      <a:off x="284323" y="0"/>
                      <a:ext cx="1409451" cy="53739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87620188" name=""/>
                    <p:cNvCxnSpPr/>
                    <p:nvPr/>
                  </p:nvCxnSpPr>
                  <p:spPr bwMode="auto">
                    <a:xfrm rot="0" flipH="0" flipV="0">
                      <a:off x="0" y="529889"/>
                      <a:ext cx="1409451" cy="53739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18030881" name=""/>
                    <p:cNvCxnSpPr/>
                    <p:nvPr/>
                  </p:nvCxnSpPr>
                  <p:spPr bwMode="auto">
                    <a:xfrm rot="0" flipH="0" flipV="0">
                      <a:off x="284323" y="1063531"/>
                      <a:ext cx="1125127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02040422" name=""/>
                    <p:cNvCxnSpPr/>
                    <p:nvPr/>
                  </p:nvCxnSpPr>
                  <p:spPr bwMode="auto">
                    <a:xfrm rot="0" flipH="0" flipV="0">
                      <a:off x="284323" y="3749"/>
                      <a:ext cx="1125126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30185853" name=""/>
                    <p:cNvCxnSpPr/>
                    <p:nvPr/>
                  </p:nvCxnSpPr>
                  <p:spPr bwMode="auto">
                    <a:xfrm rot="0" flipH="0" flipV="1">
                      <a:off x="0" y="7499"/>
                      <a:ext cx="1409451" cy="522389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58696846" name=""/>
                    <p:cNvCxnSpPr/>
                    <p:nvPr/>
                  </p:nvCxnSpPr>
                  <p:spPr bwMode="auto">
                    <a:xfrm rot="0" flipH="0" flipV="1">
                      <a:off x="284323" y="537390"/>
                      <a:ext cx="1409451" cy="52239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62083919" name=""/>
                    <p:cNvCxnSpPr/>
                    <p:nvPr/>
                  </p:nvCxnSpPr>
                  <p:spPr bwMode="auto">
                    <a:xfrm rot="0" flipH="0" flipV="1">
                      <a:off x="284323" y="7499"/>
                      <a:ext cx="1125127" cy="1052281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5245092" name=""/>
                    <p:cNvCxnSpPr/>
                    <p:nvPr/>
                  </p:nvCxnSpPr>
                  <p:spPr bwMode="auto">
                    <a:xfrm rot="10800000" flipH="0" flipV="0">
                      <a:off x="284323" y="0"/>
                      <a:ext cx="1125126" cy="1067281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772244283" name=""/>
                  <p:cNvSpPr/>
                  <p:nvPr/>
                </p:nvSpPr>
                <p:spPr bwMode="auto">
                  <a:xfrm rot="10800000" flipH="0" flipV="0">
                    <a:off x="2577556" y="529890"/>
                    <a:ext cx="349168" cy="349168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234570138" name=""/>
                  <p:cNvSpPr/>
                  <p:nvPr/>
                </p:nvSpPr>
                <p:spPr bwMode="auto">
                  <a:xfrm rot="10800000" flipH="0" flipV="0">
                    <a:off x="2293231" y="0"/>
                    <a:ext cx="349168" cy="349168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312410755" name=""/>
                  <p:cNvSpPr/>
                  <p:nvPr/>
                </p:nvSpPr>
                <p:spPr bwMode="auto">
                  <a:xfrm rot="10800000" flipH="0" flipV="0">
                    <a:off x="2293230" y="1059780"/>
                    <a:ext cx="349169" cy="349169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cxnSp>
                <p:nvCxnSpPr>
                  <p:cNvPr id="1339218659" name=""/>
                  <p:cNvCxnSpPr/>
                  <p:nvPr/>
                </p:nvCxnSpPr>
                <p:spPr bwMode="auto">
                  <a:xfrm rot="0" flipH="0" flipV="0">
                    <a:off x="349168" y="174583"/>
                    <a:ext cx="46976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031439761" name=""/>
                  <p:cNvSpPr/>
                  <p:nvPr/>
                </p:nvSpPr>
                <p:spPr bwMode="auto">
                  <a:xfrm rot="0" flipH="0" flipV="0">
                    <a:off x="534609" y="529890"/>
                    <a:ext cx="349168" cy="349168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864243948" name=""/>
                  <p:cNvSpPr/>
                  <p:nvPr/>
                </p:nvSpPr>
                <p:spPr bwMode="auto">
                  <a:xfrm rot="0" flipH="0" flipV="0">
                    <a:off x="818933" y="1059781"/>
                    <a:ext cx="349168" cy="349168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924797811" name=""/>
                  <p:cNvSpPr/>
                  <p:nvPr/>
                </p:nvSpPr>
                <p:spPr bwMode="auto">
                  <a:xfrm rot="0" flipH="0" flipV="0">
                    <a:off x="818932" y="0"/>
                    <a:ext cx="349169" cy="349169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662015949" name=""/>
                  <p:cNvSpPr/>
                  <p:nvPr/>
                </p:nvSpPr>
                <p:spPr bwMode="auto">
                  <a:xfrm rot="0" flipH="0" flipV="0">
                    <a:off x="0" y="529890"/>
                    <a:ext cx="349168" cy="349168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953114699" name=""/>
                  <p:cNvSpPr/>
                  <p:nvPr/>
                </p:nvSpPr>
                <p:spPr bwMode="auto">
                  <a:xfrm rot="0" flipH="0" flipV="0">
                    <a:off x="0" y="1059781"/>
                    <a:ext cx="349168" cy="349168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cxnSp>
                <p:nvCxnSpPr>
                  <p:cNvPr id="1961703288" name=""/>
                  <p:cNvCxnSpPr/>
                  <p:nvPr/>
                </p:nvCxnSpPr>
                <p:spPr bwMode="auto">
                  <a:xfrm rot="0" flipH="0" flipV="0">
                    <a:off x="349167" y="704474"/>
                    <a:ext cx="185439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0417326" name=""/>
                  <p:cNvCxnSpPr/>
                  <p:nvPr/>
                </p:nvCxnSpPr>
                <p:spPr bwMode="auto">
                  <a:xfrm rot="0" flipH="0" flipV="1">
                    <a:off x="349168" y="1234366"/>
                    <a:ext cx="46976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58854352" name=""/>
                  <p:cNvSpPr/>
                  <p:nvPr/>
                </p:nvSpPr>
                <p:spPr bwMode="auto">
                  <a:xfrm rot="10800000" flipH="0" flipV="0">
                    <a:off x="3112165" y="529891"/>
                    <a:ext cx="349168" cy="349168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288558931" name=""/>
                  <p:cNvSpPr/>
                  <p:nvPr/>
                </p:nvSpPr>
                <p:spPr bwMode="auto">
                  <a:xfrm rot="0" flipH="0" flipV="0">
                    <a:off x="0" y="0"/>
                    <a:ext cx="349168" cy="349168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906726150" name=""/>
                  <p:cNvSpPr/>
                  <p:nvPr/>
                </p:nvSpPr>
                <p:spPr bwMode="auto">
                  <a:xfrm rot="10800000" flipH="0" flipV="0">
                    <a:off x="3112165" y="0"/>
                    <a:ext cx="349168" cy="349168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197324892" name=""/>
                  <p:cNvSpPr/>
                  <p:nvPr/>
                </p:nvSpPr>
                <p:spPr bwMode="auto">
                  <a:xfrm rot="10800000" flipH="0" flipV="0">
                    <a:off x="3112165" y="1059781"/>
                    <a:ext cx="349168" cy="349168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cxnSp>
                <p:nvCxnSpPr>
                  <p:cNvPr id="180128701" name=""/>
                  <p:cNvCxnSpPr/>
                  <p:nvPr/>
                </p:nvCxnSpPr>
                <p:spPr bwMode="auto">
                  <a:xfrm rot="10800000" flipH="0" flipV="0">
                    <a:off x="2642400" y="1234366"/>
                    <a:ext cx="46976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7861373" name=""/>
                  <p:cNvCxnSpPr/>
                  <p:nvPr/>
                </p:nvCxnSpPr>
                <p:spPr bwMode="auto">
                  <a:xfrm rot="10800000" flipH="0" flipV="0">
                    <a:off x="2926726" y="704475"/>
                    <a:ext cx="185439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8460840" name=""/>
                  <p:cNvCxnSpPr/>
                  <p:nvPr/>
                </p:nvCxnSpPr>
                <p:spPr bwMode="auto">
                  <a:xfrm rot="10800000" flipH="0" flipV="1">
                    <a:off x="2642400" y="174583"/>
                    <a:ext cx="46976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56513874" name=""/>
                <p:cNvGrpSpPr/>
                <p:nvPr/>
              </p:nvGrpSpPr>
              <p:grpSpPr bwMode="auto">
                <a:xfrm>
                  <a:off x="0" y="0"/>
                  <a:ext cx="2053512" cy="1408950"/>
                  <a:chOff x="0" y="0"/>
                  <a:chExt cx="2053512" cy="1408950"/>
                </a:xfrm>
              </p:grpSpPr>
              <p:cxnSp>
                <p:nvCxnSpPr>
                  <p:cNvPr id="69693197" name=""/>
                  <p:cNvCxnSpPr/>
                  <p:nvPr/>
                </p:nvCxnSpPr>
                <p:spPr bwMode="auto">
                  <a:xfrm rot="10800000" flipH="0" flipV="0">
                    <a:off x="1234579" y="1234366"/>
                    <a:ext cx="46976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60602225" name=""/>
                  <p:cNvSpPr/>
                  <p:nvPr/>
                </p:nvSpPr>
                <p:spPr bwMode="auto">
                  <a:xfrm rot="10800000" flipH="0" flipV="0">
                    <a:off x="885411" y="529890"/>
                    <a:ext cx="349167" cy="349167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2115815395" name=""/>
                  <p:cNvSpPr/>
                  <p:nvPr/>
                </p:nvSpPr>
                <p:spPr bwMode="auto">
                  <a:xfrm rot="10800000" flipH="0" flipV="0">
                    <a:off x="885410" y="0"/>
                    <a:ext cx="349167" cy="349167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443108338" name=""/>
                  <p:cNvSpPr/>
                  <p:nvPr/>
                </p:nvSpPr>
                <p:spPr bwMode="auto">
                  <a:xfrm rot="10800000" flipH="0" flipV="0">
                    <a:off x="885409" y="1059780"/>
                    <a:ext cx="349168" cy="349168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718767202" name=""/>
                  <p:cNvSpPr/>
                  <p:nvPr/>
                </p:nvSpPr>
                <p:spPr bwMode="auto">
                  <a:xfrm rot="10800000" flipH="0" flipV="0">
                    <a:off x="1704344" y="529891"/>
                    <a:ext cx="349167" cy="3491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971374763" name=""/>
                  <p:cNvSpPr/>
                  <p:nvPr/>
                </p:nvSpPr>
                <p:spPr bwMode="auto">
                  <a:xfrm rot="10800000" flipH="0" flipV="0">
                    <a:off x="1704344" y="0"/>
                    <a:ext cx="349167" cy="3491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cxnSp>
                <p:nvCxnSpPr>
                  <p:cNvPr id="2073403957" name=""/>
                  <p:cNvCxnSpPr>
                    <a:stCxn id="1718767202" idx="6"/>
                    <a:endCxn id="660602225" idx="2"/>
                  </p:cNvCxnSpPr>
                  <p:nvPr/>
                </p:nvCxnSpPr>
                <p:spPr bwMode="auto">
                  <a:xfrm rot="10800000" flipH="0" flipV="0">
                    <a:off x="1234579" y="704475"/>
                    <a:ext cx="46976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89776652" name=""/>
                  <p:cNvCxnSpPr/>
                  <p:nvPr/>
                </p:nvCxnSpPr>
                <p:spPr bwMode="auto">
                  <a:xfrm rot="10800000" flipH="0" flipV="1">
                    <a:off x="1234579" y="174583"/>
                    <a:ext cx="46976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24003838" name=""/>
                  <p:cNvCxnSpPr>
                    <a:stCxn id="1443108338" idx="6"/>
                    <a:endCxn id="756193033" idx="1"/>
                  </p:cNvCxnSpPr>
                  <p:nvPr/>
                </p:nvCxnSpPr>
                <p:spPr bwMode="auto">
                  <a:xfrm rot="10800000" flipH="0" flipV="0">
                    <a:off x="298033" y="827924"/>
                    <a:ext cx="587376" cy="406439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04737823" name=""/>
                  <p:cNvSpPr/>
                  <p:nvPr/>
                </p:nvSpPr>
                <p:spPr bwMode="auto">
                  <a:xfrm rot="10800000" flipH="0" flipV="0">
                    <a:off x="1704344" y="1059781"/>
                    <a:ext cx="349167" cy="3491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cxnSp>
                <p:nvCxnSpPr>
                  <p:cNvPr id="1629924769" name=""/>
                  <p:cNvCxnSpPr>
                    <a:stCxn id="660602225" idx="6"/>
                    <a:endCxn id="756193033" idx="2"/>
                  </p:cNvCxnSpPr>
                  <p:nvPr/>
                </p:nvCxnSpPr>
                <p:spPr bwMode="auto">
                  <a:xfrm rot="10800000" flipH="0" flipV="1">
                    <a:off x="349167" y="704475"/>
                    <a:ext cx="536243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8729069" name=""/>
                  <p:cNvCxnSpPr/>
                  <p:nvPr/>
                </p:nvCxnSpPr>
                <p:spPr bwMode="auto">
                  <a:xfrm rot="10800000" flipH="0" flipV="1">
                    <a:off x="298034" y="174583"/>
                    <a:ext cx="587377" cy="406442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56193033" name=""/>
                  <p:cNvSpPr/>
                  <p:nvPr/>
                </p:nvSpPr>
                <p:spPr bwMode="auto">
                  <a:xfrm rot="10800000" flipH="0" flipV="0">
                    <a:off x="0" y="529891"/>
                    <a:ext cx="349167" cy="349167"/>
                  </a:xfrm>
                  <a:prstGeom prst="ellipse">
                    <a:avLst/>
                  </a:prstGeom>
                  <a:solidFill>
                    <a:srgbClr val="E173FF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</p:grpSp>
            <p:grpSp>
              <p:nvGrpSpPr>
                <p:cNvPr id="259686734" name=""/>
                <p:cNvGrpSpPr/>
                <p:nvPr/>
              </p:nvGrpSpPr>
              <p:grpSpPr bwMode="auto">
                <a:xfrm rot="10800000">
                  <a:off x="9562209" y="0"/>
                  <a:ext cx="2053512" cy="1408950"/>
                  <a:chOff x="0" y="0"/>
                  <a:chExt cx="2053512" cy="1408950"/>
                </a:xfrm>
              </p:grpSpPr>
              <p:cxnSp>
                <p:nvCxnSpPr>
                  <p:cNvPr id="593307257" name=""/>
                  <p:cNvCxnSpPr/>
                  <p:nvPr/>
                </p:nvCxnSpPr>
                <p:spPr bwMode="auto">
                  <a:xfrm rot="10800000" flipH="0" flipV="0">
                    <a:off x="1234579" y="1234366"/>
                    <a:ext cx="46976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960222690" name=""/>
                  <p:cNvSpPr/>
                  <p:nvPr/>
                </p:nvSpPr>
                <p:spPr bwMode="auto">
                  <a:xfrm rot="10800000" flipH="0" flipV="0">
                    <a:off x="885411" y="529890"/>
                    <a:ext cx="349167" cy="349167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131957039" name=""/>
                  <p:cNvSpPr/>
                  <p:nvPr/>
                </p:nvSpPr>
                <p:spPr bwMode="auto">
                  <a:xfrm rot="10800000" flipH="0" flipV="0">
                    <a:off x="885411" y="0"/>
                    <a:ext cx="349167" cy="349167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392409233" name=""/>
                  <p:cNvSpPr/>
                  <p:nvPr/>
                </p:nvSpPr>
                <p:spPr bwMode="auto">
                  <a:xfrm rot="10800000" flipH="0" flipV="0">
                    <a:off x="885409" y="1059780"/>
                    <a:ext cx="349168" cy="349168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802800300" name=""/>
                  <p:cNvSpPr/>
                  <p:nvPr/>
                </p:nvSpPr>
                <p:spPr bwMode="auto">
                  <a:xfrm rot="10800000" flipH="0" flipV="0">
                    <a:off x="1704344" y="529891"/>
                    <a:ext cx="349167" cy="3491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429077704" name=""/>
                  <p:cNvSpPr/>
                  <p:nvPr/>
                </p:nvSpPr>
                <p:spPr bwMode="auto">
                  <a:xfrm rot="10800000" flipH="0" flipV="0">
                    <a:off x="1704344" y="0"/>
                    <a:ext cx="349167" cy="3491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cxnSp>
                <p:nvCxnSpPr>
                  <p:cNvPr id="2013156967" name=""/>
                  <p:cNvCxnSpPr/>
                  <p:nvPr/>
                </p:nvCxnSpPr>
                <p:spPr bwMode="auto">
                  <a:xfrm rot="10800000" flipH="0" flipV="0">
                    <a:off x="1234579" y="704475"/>
                    <a:ext cx="46976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56772376" name=""/>
                  <p:cNvCxnSpPr/>
                  <p:nvPr/>
                </p:nvCxnSpPr>
                <p:spPr bwMode="auto">
                  <a:xfrm rot="10800000" flipH="0" flipV="1">
                    <a:off x="1234579" y="174583"/>
                    <a:ext cx="46976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47659624" name=""/>
                  <p:cNvCxnSpPr/>
                  <p:nvPr/>
                </p:nvCxnSpPr>
                <p:spPr bwMode="auto">
                  <a:xfrm rot="10800000" flipH="0" flipV="0">
                    <a:off x="298032" y="827924"/>
                    <a:ext cx="587376" cy="406438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4493056" name=""/>
                  <p:cNvSpPr/>
                  <p:nvPr/>
                </p:nvSpPr>
                <p:spPr bwMode="auto">
                  <a:xfrm rot="10800000" flipH="0" flipV="0">
                    <a:off x="1704344" y="1059781"/>
                    <a:ext cx="349167" cy="3491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cxnSp>
                <p:nvCxnSpPr>
                  <p:cNvPr id="1573105995" name=""/>
                  <p:cNvCxnSpPr/>
                  <p:nvPr/>
                </p:nvCxnSpPr>
                <p:spPr bwMode="auto">
                  <a:xfrm rot="10800000" flipH="0" flipV="1">
                    <a:off x="349167" y="704475"/>
                    <a:ext cx="536242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619340" name=""/>
                  <p:cNvCxnSpPr/>
                  <p:nvPr/>
                </p:nvCxnSpPr>
                <p:spPr bwMode="auto">
                  <a:xfrm rot="10800000" flipH="0" flipV="1">
                    <a:off x="298033" y="174583"/>
                    <a:ext cx="587376" cy="406441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104176722" name=""/>
                  <p:cNvSpPr/>
                  <p:nvPr/>
                </p:nvSpPr>
                <p:spPr bwMode="auto">
                  <a:xfrm rot="10800000" flipH="0" flipV="0">
                    <a:off x="0" y="529891"/>
                    <a:ext cx="349167" cy="349167"/>
                  </a:xfrm>
                  <a:prstGeom prst="ellipse">
                    <a:avLst/>
                  </a:prstGeom>
                  <a:solidFill>
                    <a:srgbClr val="E173FF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</p:grpSp>
            <p:grpSp>
              <p:nvGrpSpPr>
                <p:cNvPr id="707504848" name=""/>
                <p:cNvGrpSpPr/>
                <p:nvPr/>
              </p:nvGrpSpPr>
              <p:grpSpPr bwMode="auto">
                <a:xfrm rot="10800000">
                  <a:off x="5905533" y="0"/>
                  <a:ext cx="3461332" cy="1408950"/>
                  <a:chOff x="0" y="0"/>
                  <a:chExt cx="3461332" cy="1408950"/>
                </a:xfrm>
              </p:grpSpPr>
              <p:grpSp>
                <p:nvGrpSpPr>
                  <p:cNvPr id="1893682641" name=""/>
                  <p:cNvGrpSpPr/>
                  <p:nvPr/>
                </p:nvGrpSpPr>
                <p:grpSpPr bwMode="auto">
                  <a:xfrm rot="10800000" flipH="0" flipV="0">
                    <a:off x="883778" y="167082"/>
                    <a:ext cx="1693774" cy="1067280"/>
                    <a:chOff x="0" y="0"/>
                    <a:chExt cx="1693774" cy="1067280"/>
                  </a:xfrm>
                </p:grpSpPr>
                <p:cxnSp>
                  <p:nvCxnSpPr>
                    <p:cNvPr id="1338277660" name=""/>
                    <p:cNvCxnSpPr/>
                    <p:nvPr/>
                  </p:nvCxnSpPr>
                  <p:spPr bwMode="auto">
                    <a:xfrm rot="0" flipH="0" flipV="0">
                      <a:off x="0" y="533638"/>
                      <a:ext cx="1693774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80849151" name=""/>
                    <p:cNvCxnSpPr/>
                    <p:nvPr/>
                  </p:nvCxnSpPr>
                  <p:spPr bwMode="auto">
                    <a:xfrm rot="0" flipH="0" flipV="0">
                      <a:off x="284322" y="0"/>
                      <a:ext cx="1409450" cy="53739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56096105" name=""/>
                    <p:cNvCxnSpPr/>
                    <p:nvPr/>
                  </p:nvCxnSpPr>
                  <p:spPr bwMode="auto">
                    <a:xfrm rot="0" flipH="0" flipV="0">
                      <a:off x="0" y="529888"/>
                      <a:ext cx="1409450" cy="53739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87782727" name=""/>
                    <p:cNvCxnSpPr/>
                    <p:nvPr/>
                  </p:nvCxnSpPr>
                  <p:spPr bwMode="auto">
                    <a:xfrm rot="0" flipH="0" flipV="0">
                      <a:off x="284322" y="1063530"/>
                      <a:ext cx="1125126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48278682" name=""/>
                    <p:cNvCxnSpPr/>
                    <p:nvPr/>
                  </p:nvCxnSpPr>
                  <p:spPr bwMode="auto">
                    <a:xfrm rot="0" flipH="0" flipV="0">
                      <a:off x="284322" y="3748"/>
                      <a:ext cx="1125126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06702068" name=""/>
                    <p:cNvCxnSpPr/>
                    <p:nvPr/>
                  </p:nvCxnSpPr>
                  <p:spPr bwMode="auto">
                    <a:xfrm rot="0" flipH="0" flipV="1">
                      <a:off x="0" y="7498"/>
                      <a:ext cx="1409450" cy="522388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77578085" name=""/>
                    <p:cNvCxnSpPr/>
                    <p:nvPr/>
                  </p:nvCxnSpPr>
                  <p:spPr bwMode="auto">
                    <a:xfrm rot="0" flipH="0" flipV="1">
                      <a:off x="284322" y="537390"/>
                      <a:ext cx="1409450" cy="522389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02427278" name=""/>
                    <p:cNvCxnSpPr/>
                    <p:nvPr/>
                  </p:nvCxnSpPr>
                  <p:spPr bwMode="auto">
                    <a:xfrm rot="0" flipH="0" flipV="1">
                      <a:off x="284322" y="7498"/>
                      <a:ext cx="1125126" cy="105228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37131472" name=""/>
                    <p:cNvCxnSpPr/>
                    <p:nvPr/>
                  </p:nvCxnSpPr>
                  <p:spPr bwMode="auto">
                    <a:xfrm rot="10800000" flipH="0" flipV="0">
                      <a:off x="284322" y="0"/>
                      <a:ext cx="1125126" cy="106728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327122454" name=""/>
                  <p:cNvSpPr/>
                  <p:nvPr/>
                </p:nvSpPr>
                <p:spPr bwMode="auto">
                  <a:xfrm rot="10800000" flipH="0" flipV="0">
                    <a:off x="2577556" y="529889"/>
                    <a:ext cx="349167" cy="349167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925087022" name=""/>
                  <p:cNvSpPr/>
                  <p:nvPr/>
                </p:nvSpPr>
                <p:spPr bwMode="auto">
                  <a:xfrm rot="10800000" flipH="0" flipV="0">
                    <a:off x="2293231" y="0"/>
                    <a:ext cx="349167" cy="349167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702291562" name=""/>
                  <p:cNvSpPr/>
                  <p:nvPr/>
                </p:nvSpPr>
                <p:spPr bwMode="auto">
                  <a:xfrm rot="10800000" flipH="0" flipV="0">
                    <a:off x="2293229" y="1059779"/>
                    <a:ext cx="349168" cy="349168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cxnSp>
                <p:nvCxnSpPr>
                  <p:cNvPr id="1221866843" name=""/>
                  <p:cNvCxnSpPr/>
                  <p:nvPr/>
                </p:nvCxnSpPr>
                <p:spPr bwMode="auto">
                  <a:xfrm rot="0" flipH="0" flipV="0">
                    <a:off x="349168" y="174582"/>
                    <a:ext cx="46976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68561871" name=""/>
                  <p:cNvSpPr/>
                  <p:nvPr/>
                </p:nvSpPr>
                <p:spPr bwMode="auto">
                  <a:xfrm rot="0" flipH="0" flipV="0">
                    <a:off x="534609" y="529889"/>
                    <a:ext cx="349167" cy="349167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422983553" name=""/>
                  <p:cNvSpPr/>
                  <p:nvPr/>
                </p:nvSpPr>
                <p:spPr bwMode="auto">
                  <a:xfrm rot="0" flipH="0" flipV="0">
                    <a:off x="818933" y="1059780"/>
                    <a:ext cx="349167" cy="349167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2033505071" name=""/>
                  <p:cNvSpPr/>
                  <p:nvPr/>
                </p:nvSpPr>
                <p:spPr bwMode="auto">
                  <a:xfrm rot="0" flipH="0" flipV="0">
                    <a:off x="818931" y="0"/>
                    <a:ext cx="349168" cy="349168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435566887" name=""/>
                  <p:cNvSpPr/>
                  <p:nvPr/>
                </p:nvSpPr>
                <p:spPr bwMode="auto">
                  <a:xfrm rot="0" flipH="0" flipV="0">
                    <a:off x="0" y="529889"/>
                    <a:ext cx="349167" cy="3491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306442261" name=""/>
                  <p:cNvSpPr/>
                  <p:nvPr/>
                </p:nvSpPr>
                <p:spPr bwMode="auto">
                  <a:xfrm rot="0" flipH="0" flipV="0">
                    <a:off x="0" y="1059780"/>
                    <a:ext cx="349167" cy="3491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cxnSp>
                <p:nvCxnSpPr>
                  <p:cNvPr id="828205570" name=""/>
                  <p:cNvCxnSpPr/>
                  <p:nvPr/>
                </p:nvCxnSpPr>
                <p:spPr bwMode="auto">
                  <a:xfrm rot="0" flipH="0" flipV="0">
                    <a:off x="349167" y="704473"/>
                    <a:ext cx="185438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75921146" name=""/>
                  <p:cNvCxnSpPr/>
                  <p:nvPr/>
                </p:nvCxnSpPr>
                <p:spPr bwMode="auto">
                  <a:xfrm rot="0" flipH="0" flipV="1">
                    <a:off x="349168" y="1234366"/>
                    <a:ext cx="46976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80085164" name=""/>
                  <p:cNvSpPr/>
                  <p:nvPr/>
                </p:nvSpPr>
                <p:spPr bwMode="auto">
                  <a:xfrm rot="10800000" flipH="0" flipV="0">
                    <a:off x="3112164" y="529890"/>
                    <a:ext cx="349167" cy="3491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911282433" name=""/>
                  <p:cNvSpPr/>
                  <p:nvPr/>
                </p:nvSpPr>
                <p:spPr bwMode="auto">
                  <a:xfrm rot="0" flipH="0" flipV="0">
                    <a:off x="0" y="0"/>
                    <a:ext cx="349167" cy="3491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692290018" name=""/>
                  <p:cNvSpPr/>
                  <p:nvPr/>
                </p:nvSpPr>
                <p:spPr bwMode="auto">
                  <a:xfrm rot="10800000" flipH="0" flipV="0">
                    <a:off x="3112164" y="0"/>
                    <a:ext cx="349167" cy="3491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973983102" name=""/>
                  <p:cNvSpPr/>
                  <p:nvPr/>
                </p:nvSpPr>
                <p:spPr bwMode="auto">
                  <a:xfrm rot="10800000" flipH="0" flipV="0">
                    <a:off x="3112164" y="1059780"/>
                    <a:ext cx="349167" cy="3491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cxnSp>
                <p:nvCxnSpPr>
                  <p:cNvPr id="131090321" name=""/>
                  <p:cNvCxnSpPr/>
                  <p:nvPr/>
                </p:nvCxnSpPr>
                <p:spPr bwMode="auto">
                  <a:xfrm rot="10800000" flipH="0" flipV="0">
                    <a:off x="2642400" y="1234365"/>
                    <a:ext cx="46976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75206324" name=""/>
                  <p:cNvCxnSpPr/>
                  <p:nvPr/>
                </p:nvCxnSpPr>
                <p:spPr bwMode="auto">
                  <a:xfrm rot="10800000" flipH="0" flipV="0">
                    <a:off x="2926725" y="704475"/>
                    <a:ext cx="185438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36300762" name=""/>
                  <p:cNvCxnSpPr/>
                  <p:nvPr/>
                </p:nvCxnSpPr>
                <p:spPr bwMode="auto">
                  <a:xfrm rot="10800000" flipH="0" flipV="1">
                    <a:off x="2642400" y="174582"/>
                    <a:ext cx="46976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480593466" name=""/>
            <p:cNvGrpSpPr/>
            <p:nvPr/>
          </p:nvGrpSpPr>
          <p:grpSpPr bwMode="auto">
            <a:xfrm>
              <a:off x="1617602" y="1395996"/>
              <a:ext cx="8854313" cy="418523"/>
              <a:chOff x="0" y="0"/>
              <a:chExt cx="8854313" cy="418523"/>
            </a:xfrm>
          </p:grpSpPr>
          <p:sp>
            <p:nvSpPr>
              <p:cNvPr id="932496139" name=""/>
              <p:cNvSpPr txBox="1"/>
              <p:nvPr/>
            </p:nvSpPr>
            <p:spPr bwMode="auto">
              <a:xfrm rot="5400000" flipH="0" flipV="0">
                <a:off x="-25841" y="26201"/>
                <a:ext cx="417803" cy="36611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1800" b="1">
                    <a:latin typeface="Arial"/>
                    <a:ea typeface="Arial"/>
                    <a:cs typeface="Arial"/>
                  </a:rPr>
                  <a:t>…</a:t>
                </a:r>
                <a:endParaRPr sz="1800" b="1"/>
              </a:p>
            </p:txBody>
          </p:sp>
          <p:sp>
            <p:nvSpPr>
              <p:cNvPr id="54588716" name=""/>
              <p:cNvSpPr txBox="1"/>
              <p:nvPr/>
            </p:nvSpPr>
            <p:spPr bwMode="auto">
              <a:xfrm rot="5400000" flipH="0" flipV="0">
                <a:off x="1231457" y="26201"/>
                <a:ext cx="418163" cy="36611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1800" b="1">
                    <a:latin typeface="Arial"/>
                    <a:ea typeface="Arial"/>
                    <a:cs typeface="Arial"/>
                  </a:rPr>
                  <a:t>…</a:t>
                </a:r>
                <a:endParaRPr sz="1800" b="1"/>
              </a:p>
            </p:txBody>
          </p:sp>
          <p:sp>
            <p:nvSpPr>
              <p:cNvPr id="1095916338" name=""/>
              <p:cNvSpPr txBox="1"/>
              <p:nvPr/>
            </p:nvSpPr>
            <p:spPr bwMode="auto">
              <a:xfrm rot="16199998" flipH="0" flipV="0">
                <a:off x="7204692" y="26201"/>
                <a:ext cx="418163" cy="36611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1800" b="1">
                    <a:latin typeface="Arial"/>
                    <a:ea typeface="Arial"/>
                    <a:cs typeface="Arial"/>
                  </a:rPr>
                  <a:t>…</a:t>
                </a:r>
                <a:endParaRPr sz="1800" b="1"/>
              </a:p>
            </p:txBody>
          </p:sp>
          <p:sp>
            <p:nvSpPr>
              <p:cNvPr id="1181572288" name=""/>
              <p:cNvSpPr txBox="1"/>
              <p:nvPr/>
            </p:nvSpPr>
            <p:spPr bwMode="auto">
              <a:xfrm rot="16199998" flipH="0" flipV="0">
                <a:off x="8461991" y="26201"/>
                <a:ext cx="418523" cy="36611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1800" b="1">
                    <a:latin typeface="Arial"/>
                    <a:ea typeface="Arial"/>
                    <a:cs typeface="Arial"/>
                  </a:rPr>
                  <a:t>…</a:t>
                </a:r>
                <a:endParaRPr sz="1800" b="1"/>
              </a:p>
            </p:txBody>
          </p:sp>
          <p:sp>
            <p:nvSpPr>
              <p:cNvPr id="1507439019" name=""/>
              <p:cNvSpPr txBox="1"/>
              <p:nvPr/>
            </p:nvSpPr>
            <p:spPr bwMode="auto">
              <a:xfrm rot="16199998" flipH="0" flipV="0">
                <a:off x="3555557" y="26201"/>
                <a:ext cx="418163" cy="36611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1800" b="1">
                    <a:latin typeface="Arial"/>
                    <a:ea typeface="Arial"/>
                    <a:cs typeface="Arial"/>
                  </a:rPr>
                  <a:t>…</a:t>
                </a:r>
                <a:endParaRPr sz="1800" b="1"/>
              </a:p>
            </p:txBody>
          </p:sp>
          <p:sp>
            <p:nvSpPr>
              <p:cNvPr id="351725384" name=""/>
              <p:cNvSpPr txBox="1"/>
              <p:nvPr/>
            </p:nvSpPr>
            <p:spPr bwMode="auto">
              <a:xfrm rot="5400000" flipH="0" flipV="0">
                <a:off x="4889056" y="26201"/>
                <a:ext cx="418523" cy="36611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1800" b="1">
                    <a:latin typeface="Arial"/>
                    <a:ea typeface="Arial"/>
                    <a:cs typeface="Arial"/>
                  </a:rPr>
                  <a:t>…</a:t>
                </a:r>
                <a:endParaRPr sz="1800" b="1"/>
              </a:p>
            </p:txBody>
          </p:sp>
        </p:grpSp>
      </p:grpSp>
      <p:grpSp>
        <p:nvGrpSpPr>
          <p:cNvPr id="968491312" name=""/>
          <p:cNvGrpSpPr/>
          <p:nvPr/>
        </p:nvGrpSpPr>
        <p:grpSpPr bwMode="auto">
          <a:xfrm>
            <a:off x="347777" y="6278989"/>
            <a:ext cx="3523259" cy="472023"/>
            <a:chOff x="0" y="0"/>
            <a:chExt cx="3523259" cy="472023"/>
          </a:xfrm>
        </p:grpSpPr>
        <p:sp>
          <p:nvSpPr>
            <p:cNvPr id="1813922069" name=""/>
            <p:cNvSpPr/>
            <p:nvPr/>
          </p:nvSpPr>
          <p:spPr bwMode="auto">
            <a:xfrm rot="0" flipH="0" flipV="0">
              <a:off x="0" y="0"/>
              <a:ext cx="1037485" cy="472023"/>
            </a:xfrm>
            <a:prstGeom prst="flowChartAlternateProcess">
              <a:avLst/>
            </a:prstGeom>
            <a:noFill/>
            <a:ln w="38100" cap="flat" cmpd="sng" algn="ctr">
              <a:solidFill>
                <a:srgbClr val="00FF73"/>
              </a:solidFill>
              <a:prstDash val="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51079021" name=""/>
            <p:cNvSpPr txBox="1"/>
            <p:nvPr/>
          </p:nvSpPr>
          <p:spPr bwMode="auto">
            <a:xfrm rot="0" flipH="0" flipV="0">
              <a:off x="1104660" y="52951"/>
              <a:ext cx="2418598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b="1">
                  <a:solidFill>
                    <a:schemeClr val="tx1"/>
                  </a:solidFill>
                  <a:latin typeface="CMU Serif"/>
                  <a:ea typeface="CMU Serif"/>
                  <a:cs typeface="CMU Serif"/>
                </a:rPr>
                <a:t>= Successful BSM</a:t>
              </a:r>
              <a:endParaRPr b="1">
                <a:solidFill>
                  <a:schemeClr val="tx1"/>
                </a:solidFill>
                <a:latin typeface="CMU Serif"/>
                <a:cs typeface="CMU Serif"/>
              </a:endParaRPr>
            </a:p>
          </p:txBody>
        </p:sp>
      </p:grpSp>
      <p:grpSp>
        <p:nvGrpSpPr>
          <p:cNvPr id="946282690" name=""/>
          <p:cNvGrpSpPr/>
          <p:nvPr/>
        </p:nvGrpSpPr>
        <p:grpSpPr bwMode="auto">
          <a:xfrm>
            <a:off x="4459685" y="6278989"/>
            <a:ext cx="3468222" cy="472023"/>
            <a:chOff x="0" y="0"/>
            <a:chExt cx="3468222" cy="472023"/>
          </a:xfrm>
        </p:grpSpPr>
        <p:sp>
          <p:nvSpPr>
            <p:cNvPr id="1794370676" name=""/>
            <p:cNvSpPr/>
            <p:nvPr/>
          </p:nvSpPr>
          <p:spPr bwMode="auto">
            <a:xfrm rot="0" flipH="0" flipV="0">
              <a:off x="0" y="0"/>
              <a:ext cx="1037485" cy="472023"/>
            </a:xfrm>
            <a:prstGeom prst="flowChartAlternateProcess">
              <a:avLst/>
            </a:prstGeom>
            <a:noFill/>
            <a:ln w="38100" cap="flat" cmpd="sng" algn="ctr">
              <a:solidFill>
                <a:srgbClr val="FF0000"/>
              </a:solidFill>
              <a:prstDash val="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275838495" name=""/>
            <p:cNvSpPr txBox="1"/>
            <p:nvPr/>
          </p:nvSpPr>
          <p:spPr bwMode="auto">
            <a:xfrm rot="0" flipH="0" flipV="0">
              <a:off x="1104972" y="48752"/>
              <a:ext cx="2363249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b="1">
                  <a:solidFill>
                    <a:schemeClr val="tx1"/>
                  </a:solidFill>
                  <a:latin typeface="CMU Serif"/>
                  <a:ea typeface="CMU Serif"/>
                  <a:cs typeface="CMU Serif"/>
                </a:rPr>
                <a:t>= Failed</a:t>
              </a:r>
              <a:r>
                <a:rPr lang="fr-FR" b="1">
                  <a:solidFill>
                    <a:schemeClr val="tx1"/>
                  </a:solidFill>
                  <a:latin typeface="CMU Serif"/>
                  <a:ea typeface="CMU Serif"/>
                  <a:cs typeface="CMU Serif"/>
                </a:rPr>
                <a:t> BSM</a:t>
              </a:r>
              <a:endParaRPr lang="fr-FR" b="1">
                <a:solidFill>
                  <a:schemeClr val="tx1"/>
                </a:solidFill>
                <a:latin typeface="CMU Serif"/>
                <a:ea typeface="CMU Serif"/>
                <a:cs typeface="CMU Serif"/>
              </a:endParaRPr>
            </a:p>
          </p:txBody>
        </p:sp>
      </p:grpSp>
      <p:grpSp>
        <p:nvGrpSpPr>
          <p:cNvPr id="1621752170" name=""/>
          <p:cNvGrpSpPr/>
          <p:nvPr/>
        </p:nvGrpSpPr>
        <p:grpSpPr bwMode="auto">
          <a:xfrm>
            <a:off x="8126867" y="6295941"/>
            <a:ext cx="3869404" cy="366119"/>
            <a:chOff x="0" y="0"/>
            <a:chExt cx="3869404" cy="366119"/>
          </a:xfrm>
        </p:grpSpPr>
        <p:cxnSp>
          <p:nvCxnSpPr>
            <p:cNvPr id="868129754" name=""/>
            <p:cNvCxnSpPr/>
            <p:nvPr/>
          </p:nvCxnSpPr>
          <p:spPr bwMode="auto">
            <a:xfrm rot="0" flipH="1" flipV="0">
              <a:off x="0" y="216959"/>
              <a:ext cx="808170" cy="0"/>
            </a:xfrm>
            <a:prstGeom prst="line">
              <a:avLst/>
            </a:prstGeom>
            <a:ln w="44450" cap="flat" cmpd="sng" algn="ctr">
              <a:solidFill>
                <a:srgbClr val="00FF73"/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3029244" name=""/>
            <p:cNvSpPr txBox="1"/>
            <p:nvPr/>
          </p:nvSpPr>
          <p:spPr bwMode="auto">
            <a:xfrm rot="0" flipH="0" flipV="0">
              <a:off x="886640" y="0"/>
              <a:ext cx="2982763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b="1">
                  <a:solidFill>
                    <a:schemeClr val="tx1"/>
                  </a:solidFill>
                  <a:latin typeface="CMU Serif"/>
                  <a:ea typeface="CMU Serif"/>
                  <a:cs typeface="CMU Serif"/>
                </a:rPr>
                <a:t>= Entanglement Link</a:t>
              </a:r>
              <a:endParaRPr lang="fr-FR" b="1">
                <a:solidFill>
                  <a:schemeClr val="tx1"/>
                </a:solidFill>
                <a:latin typeface="CMU Serif"/>
                <a:ea typeface="CMU Serif"/>
                <a:cs typeface="CMU Serif"/>
              </a:endParaRPr>
            </a:p>
          </p:txBody>
        </p:sp>
      </p:grpSp>
      <p:grpSp>
        <p:nvGrpSpPr>
          <p:cNvPr id="1607258687" name=""/>
          <p:cNvGrpSpPr/>
          <p:nvPr/>
        </p:nvGrpSpPr>
        <p:grpSpPr bwMode="auto">
          <a:xfrm>
            <a:off x="177687" y="2599507"/>
            <a:ext cx="11844779" cy="1666872"/>
            <a:chOff x="0" y="0"/>
            <a:chExt cx="11844779" cy="1666872"/>
          </a:xfrm>
        </p:grpSpPr>
        <p:grpSp>
          <p:nvGrpSpPr>
            <p:cNvPr id="50263691" name=""/>
            <p:cNvGrpSpPr/>
            <p:nvPr/>
          </p:nvGrpSpPr>
          <p:grpSpPr bwMode="auto">
            <a:xfrm>
              <a:off x="0" y="0"/>
              <a:ext cx="11844779" cy="1666872"/>
              <a:chOff x="0" y="0"/>
              <a:chExt cx="11844779" cy="1666872"/>
            </a:xfrm>
          </p:grpSpPr>
          <p:grpSp>
            <p:nvGrpSpPr>
              <p:cNvPr id="871639974" name=""/>
              <p:cNvGrpSpPr/>
              <p:nvPr/>
            </p:nvGrpSpPr>
            <p:grpSpPr bwMode="auto">
              <a:xfrm>
                <a:off x="0" y="0"/>
                <a:ext cx="11844779" cy="1666872"/>
                <a:chOff x="0" y="0"/>
                <a:chExt cx="11844779" cy="1666872"/>
              </a:xfrm>
            </p:grpSpPr>
            <p:grpSp>
              <p:nvGrpSpPr>
                <p:cNvPr id="36443502" name=""/>
                <p:cNvGrpSpPr/>
                <p:nvPr/>
              </p:nvGrpSpPr>
              <p:grpSpPr bwMode="auto">
                <a:xfrm>
                  <a:off x="0" y="0"/>
                  <a:ext cx="11844779" cy="1666872"/>
                  <a:chOff x="0" y="0"/>
                  <a:chExt cx="11844779" cy="1666872"/>
                </a:xfrm>
              </p:grpSpPr>
              <p:sp>
                <p:nvSpPr>
                  <p:cNvPr id="827901842" name=""/>
                  <p:cNvSpPr/>
                  <p:nvPr/>
                </p:nvSpPr>
                <p:spPr bwMode="auto">
                  <a:xfrm rot="0" flipH="0" flipV="0">
                    <a:off x="943589" y="0"/>
                    <a:ext cx="2687643" cy="1666872"/>
                  </a:xfrm>
                  <a:prstGeom prst="flowChartAlternateProcess">
                    <a:avLst/>
                  </a:prstGeom>
                  <a:solidFill>
                    <a:schemeClr val="accent1">
                      <a:lumMod val="40000"/>
                      <a:lumOff val="60000"/>
                      <a:alpha val="24999"/>
                    </a:schemeClr>
                  </a:solidFill>
                  <a:ln w="28575" cap="flat" cmpd="sng" algn="ctr">
                    <a:solidFill>
                      <a:srgbClr val="0095FF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p>
                    <a:pPr algn="ctr">
                      <a:defRPr/>
                    </a:pPr>
                    <a:endParaRPr/>
                  </a:p>
                </p:txBody>
              </p:sp>
              <p:sp>
                <p:nvSpPr>
                  <p:cNvPr id="2099654888" name=""/>
                  <p:cNvSpPr/>
                  <p:nvPr/>
                </p:nvSpPr>
                <p:spPr bwMode="auto">
                  <a:xfrm rot="0" flipH="0" flipV="0">
                    <a:off x="3795536" y="0"/>
                    <a:ext cx="634996" cy="1666872"/>
                  </a:xfrm>
                  <a:prstGeom prst="flowChartAlternateProcess">
                    <a:avLst/>
                  </a:prstGeom>
                  <a:solidFill>
                    <a:srgbClr val="E173FF">
                      <a:alpha val="24999"/>
                    </a:srgbClr>
                  </a:solidFill>
                  <a:ln w="28575" cap="flat" cmpd="sng" algn="ctr">
                    <a:solidFill>
                      <a:srgbClr val="DB4CFF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712447481" name=""/>
                  <p:cNvSpPr/>
                  <p:nvPr/>
                </p:nvSpPr>
                <p:spPr bwMode="auto">
                  <a:xfrm rot="0" flipH="0" flipV="0">
                    <a:off x="4594842" y="0"/>
                    <a:ext cx="2687643" cy="1666872"/>
                  </a:xfrm>
                  <a:prstGeom prst="flowChartAlternateProcess">
                    <a:avLst/>
                  </a:prstGeom>
                  <a:solidFill>
                    <a:schemeClr val="accent1">
                      <a:lumMod val="40000"/>
                      <a:lumOff val="60000"/>
                      <a:alpha val="24999"/>
                    </a:schemeClr>
                  </a:solidFill>
                  <a:ln w="28575" cap="flat" cmpd="sng" algn="ctr">
                    <a:solidFill>
                      <a:srgbClr val="0095FF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p>
                    <a:pPr algn="ctr">
                      <a:defRPr/>
                    </a:pPr>
                    <a:endParaRPr/>
                  </a:p>
                </p:txBody>
              </p:sp>
              <p:sp>
                <p:nvSpPr>
                  <p:cNvPr id="716739008" name=""/>
                  <p:cNvSpPr/>
                  <p:nvPr/>
                </p:nvSpPr>
                <p:spPr bwMode="auto">
                  <a:xfrm rot="0" flipH="0" flipV="0">
                    <a:off x="7446785" y="0"/>
                    <a:ext cx="634996" cy="1666872"/>
                  </a:xfrm>
                  <a:prstGeom prst="flowChartAlternateProcess">
                    <a:avLst/>
                  </a:prstGeom>
                  <a:solidFill>
                    <a:srgbClr val="E173FF">
                      <a:alpha val="24999"/>
                    </a:srgbClr>
                  </a:solidFill>
                  <a:ln w="28575" cap="flat" cmpd="sng" algn="ctr">
                    <a:solidFill>
                      <a:srgbClr val="DB4CFF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2118858683" name=""/>
                  <p:cNvSpPr/>
                  <p:nvPr/>
                </p:nvSpPr>
                <p:spPr bwMode="auto">
                  <a:xfrm rot="0" flipH="0" flipV="0">
                    <a:off x="8265501" y="0"/>
                    <a:ext cx="2687643" cy="1666872"/>
                  </a:xfrm>
                  <a:prstGeom prst="flowChartAlternateProcess">
                    <a:avLst/>
                  </a:prstGeom>
                  <a:solidFill>
                    <a:schemeClr val="accent1">
                      <a:lumMod val="40000"/>
                      <a:lumOff val="60000"/>
                      <a:alpha val="24999"/>
                    </a:schemeClr>
                  </a:solidFill>
                  <a:ln w="28575" cap="flat" cmpd="sng" algn="ctr">
                    <a:solidFill>
                      <a:srgbClr val="0095FF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p>
                    <a:pPr algn="ctr">
                      <a:defRPr/>
                    </a:pPr>
                    <a:endParaRPr/>
                  </a:p>
                </p:txBody>
              </p:sp>
              <p:sp>
                <p:nvSpPr>
                  <p:cNvPr id="687178306" name=""/>
                  <p:cNvSpPr/>
                  <p:nvPr/>
                </p:nvSpPr>
                <p:spPr bwMode="auto">
                  <a:xfrm rot="0" flipH="0" flipV="0">
                    <a:off x="11092294" y="0"/>
                    <a:ext cx="752484" cy="1666872"/>
                  </a:xfrm>
                  <a:prstGeom prst="flowChartAlternateProcess">
                    <a:avLst/>
                  </a:prstGeom>
                  <a:solidFill>
                    <a:srgbClr val="92D050">
                      <a:alpha val="24999"/>
                    </a:srgbClr>
                  </a:solidFill>
                  <a:ln w="28575" cap="flat" cmpd="sng" algn="ctr">
                    <a:solidFill>
                      <a:srgbClr val="00B05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p>
                    <a:pPr algn="ctr">
                      <a:defRPr/>
                    </a:pPr>
                    <a:endParaRPr/>
                  </a:p>
                </p:txBody>
              </p:sp>
              <p:sp>
                <p:nvSpPr>
                  <p:cNvPr id="185374163" name=""/>
                  <p:cNvSpPr/>
                  <p:nvPr/>
                </p:nvSpPr>
                <p:spPr bwMode="auto">
                  <a:xfrm rot="0" flipH="0" flipV="0">
                    <a:off x="0" y="0"/>
                    <a:ext cx="752484" cy="1666872"/>
                  </a:xfrm>
                  <a:prstGeom prst="flowChartAlternateProcess">
                    <a:avLst/>
                  </a:prstGeom>
                  <a:solidFill>
                    <a:srgbClr val="92D050">
                      <a:alpha val="24999"/>
                    </a:srgbClr>
                  </a:solidFill>
                  <a:ln w="28575" cap="flat" cmpd="sng" algn="ctr">
                    <a:solidFill>
                      <a:srgbClr val="00B05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p>
                    <a:pPr algn="ctr">
                      <a:defRPr/>
                    </a:pPr>
                    <a:endParaRPr/>
                  </a:p>
                </p:txBody>
              </p:sp>
            </p:grpSp>
            <p:grpSp>
              <p:nvGrpSpPr>
                <p:cNvPr id="1341692530" name=""/>
                <p:cNvGrpSpPr/>
                <p:nvPr/>
              </p:nvGrpSpPr>
              <p:grpSpPr bwMode="auto">
                <a:xfrm rot="0" flipH="0" flipV="0">
                  <a:off x="133956" y="136460"/>
                  <a:ext cx="11615717" cy="1408945"/>
                  <a:chOff x="0" y="0"/>
                  <a:chExt cx="11615717" cy="1408945"/>
                </a:xfrm>
              </p:grpSpPr>
              <p:grpSp>
                <p:nvGrpSpPr>
                  <p:cNvPr id="657592814" name=""/>
                  <p:cNvGrpSpPr/>
                  <p:nvPr/>
                </p:nvGrpSpPr>
                <p:grpSpPr bwMode="auto">
                  <a:xfrm>
                    <a:off x="2248853" y="0"/>
                    <a:ext cx="3461329" cy="1408944"/>
                    <a:chOff x="0" y="0"/>
                    <a:chExt cx="3461329" cy="1408944"/>
                  </a:xfrm>
                </p:grpSpPr>
                <p:grpSp>
                  <p:nvGrpSpPr>
                    <p:cNvPr id="870774342" name=""/>
                    <p:cNvGrpSpPr/>
                    <p:nvPr/>
                  </p:nvGrpSpPr>
                  <p:grpSpPr bwMode="auto">
                    <a:xfrm rot="10800000" flipH="0" flipV="0">
                      <a:off x="883775" y="167079"/>
                      <a:ext cx="1693773" cy="1067278"/>
                      <a:chOff x="0" y="0"/>
                      <a:chExt cx="1693773" cy="1067278"/>
                    </a:xfrm>
                  </p:grpSpPr>
                  <p:cxnSp>
                    <p:nvCxnSpPr>
                      <p:cNvPr id="632244096" name=""/>
                      <p:cNvCxnSpPr/>
                      <p:nvPr/>
                    </p:nvCxnSpPr>
                    <p:spPr bwMode="auto">
                      <a:xfrm rot="0" flipH="0" flipV="0">
                        <a:off x="0" y="533637"/>
                        <a:ext cx="1693773" cy="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9856176" name=""/>
                      <p:cNvCxnSpPr/>
                      <p:nvPr/>
                    </p:nvCxnSpPr>
                    <p:spPr bwMode="auto">
                      <a:xfrm rot="0" flipH="0" flipV="0">
                        <a:off x="284320" y="0"/>
                        <a:ext cx="1409448" cy="53739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497865035" name=""/>
                      <p:cNvCxnSpPr/>
                      <p:nvPr/>
                    </p:nvCxnSpPr>
                    <p:spPr bwMode="auto">
                      <a:xfrm rot="0" flipH="0" flipV="0">
                        <a:off x="0" y="529886"/>
                        <a:ext cx="1409448" cy="53739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78194947" name=""/>
                      <p:cNvCxnSpPr/>
                      <p:nvPr/>
                    </p:nvCxnSpPr>
                    <p:spPr bwMode="auto">
                      <a:xfrm rot="0" flipH="0" flipV="0">
                        <a:off x="284320" y="1063530"/>
                        <a:ext cx="1125126" cy="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614536887" name=""/>
                      <p:cNvCxnSpPr/>
                      <p:nvPr/>
                    </p:nvCxnSpPr>
                    <p:spPr bwMode="auto">
                      <a:xfrm rot="0" flipH="0" flipV="0">
                        <a:off x="284320" y="3746"/>
                        <a:ext cx="1125126" cy="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79234902" name=""/>
                      <p:cNvCxnSpPr/>
                      <p:nvPr/>
                    </p:nvCxnSpPr>
                    <p:spPr bwMode="auto">
                      <a:xfrm rot="0" flipH="0" flipV="1">
                        <a:off x="0" y="7497"/>
                        <a:ext cx="1409448" cy="522387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843753279" name=""/>
                      <p:cNvCxnSpPr/>
                      <p:nvPr/>
                    </p:nvCxnSpPr>
                    <p:spPr bwMode="auto">
                      <a:xfrm rot="0" flipH="0" flipV="1">
                        <a:off x="284320" y="537390"/>
                        <a:ext cx="1409448" cy="522387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84722458" name=""/>
                      <p:cNvCxnSpPr/>
                      <p:nvPr/>
                    </p:nvCxnSpPr>
                    <p:spPr bwMode="auto">
                      <a:xfrm rot="0" flipH="0" flipV="1">
                        <a:off x="284320" y="7497"/>
                        <a:ext cx="1125126" cy="105228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04481665" name=""/>
                      <p:cNvCxnSpPr/>
                      <p:nvPr/>
                    </p:nvCxnSpPr>
                    <p:spPr bwMode="auto">
                      <a:xfrm rot="10800000" flipH="0" flipV="0">
                        <a:off x="284320" y="0"/>
                        <a:ext cx="1125126" cy="1067278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250093733" name=""/>
                    <p:cNvSpPr/>
                    <p:nvPr/>
                  </p:nvSpPr>
                  <p:spPr bwMode="auto">
                    <a:xfrm rot="10800000" flipH="0" flipV="0">
                      <a:off x="2577555" y="529887"/>
                      <a:ext cx="349165" cy="349165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625282869" name=""/>
                    <p:cNvSpPr/>
                    <p:nvPr/>
                  </p:nvSpPr>
                  <p:spPr bwMode="auto">
                    <a:xfrm rot="10800000" flipH="0" flipV="0">
                      <a:off x="2293229" y="0"/>
                      <a:ext cx="349165" cy="349165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404633232" name=""/>
                    <p:cNvSpPr/>
                    <p:nvPr/>
                  </p:nvSpPr>
                  <p:spPr bwMode="auto">
                    <a:xfrm rot="10800000" flipH="0" flipV="0">
                      <a:off x="2293227" y="1059777"/>
                      <a:ext cx="349166" cy="349166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cxnSp>
                  <p:nvCxnSpPr>
                    <p:cNvPr id="163431121" name=""/>
                    <p:cNvCxnSpPr/>
                    <p:nvPr/>
                  </p:nvCxnSpPr>
                  <p:spPr bwMode="auto">
                    <a:xfrm rot="0" flipH="0" flipV="0">
                      <a:off x="349166" y="174582"/>
                      <a:ext cx="469764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90280207" name=""/>
                    <p:cNvSpPr/>
                    <p:nvPr/>
                  </p:nvSpPr>
                  <p:spPr bwMode="auto">
                    <a:xfrm rot="0" flipH="0" flipV="0">
                      <a:off x="534609" y="529887"/>
                      <a:ext cx="349165" cy="349165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221152280" name=""/>
                    <p:cNvSpPr/>
                    <p:nvPr/>
                  </p:nvSpPr>
                  <p:spPr bwMode="auto">
                    <a:xfrm rot="0" flipH="0" flipV="0">
                      <a:off x="818931" y="1059778"/>
                      <a:ext cx="349165" cy="349165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800988272" name=""/>
                    <p:cNvSpPr/>
                    <p:nvPr/>
                  </p:nvSpPr>
                  <p:spPr bwMode="auto">
                    <a:xfrm rot="0" flipH="0" flipV="0">
                      <a:off x="818929" y="0"/>
                      <a:ext cx="349166" cy="349166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174726482" name=""/>
                    <p:cNvSpPr/>
                    <p:nvPr/>
                  </p:nvSpPr>
                  <p:spPr bwMode="auto">
                    <a:xfrm rot="0" flipH="0" flipV="0">
                      <a:off x="0" y="529887"/>
                      <a:ext cx="349165" cy="349165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660094474" name=""/>
                    <p:cNvSpPr/>
                    <p:nvPr/>
                  </p:nvSpPr>
                  <p:spPr bwMode="auto">
                    <a:xfrm rot="0" flipH="0" flipV="0">
                      <a:off x="0" y="1059778"/>
                      <a:ext cx="349165" cy="349165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cxnSp>
                  <p:nvCxnSpPr>
                    <p:cNvPr id="673827888" name=""/>
                    <p:cNvCxnSpPr/>
                    <p:nvPr/>
                  </p:nvCxnSpPr>
                  <p:spPr bwMode="auto">
                    <a:xfrm rot="0" flipH="0" flipV="0">
                      <a:off x="349165" y="704471"/>
                      <a:ext cx="185436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71370195" name=""/>
                    <p:cNvCxnSpPr/>
                    <p:nvPr/>
                  </p:nvCxnSpPr>
                  <p:spPr bwMode="auto">
                    <a:xfrm rot="0" flipH="0" flipV="1">
                      <a:off x="349166" y="1234364"/>
                      <a:ext cx="469764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729360876" name=""/>
                    <p:cNvSpPr/>
                    <p:nvPr/>
                  </p:nvSpPr>
                  <p:spPr bwMode="auto">
                    <a:xfrm rot="10800000" flipH="0" flipV="0">
                      <a:off x="3112164" y="529888"/>
                      <a:ext cx="349165" cy="349165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2017703758" name=""/>
                    <p:cNvSpPr/>
                    <p:nvPr/>
                  </p:nvSpPr>
                  <p:spPr bwMode="auto">
                    <a:xfrm rot="0" flipH="0" flipV="0">
                      <a:off x="0" y="0"/>
                      <a:ext cx="349165" cy="349165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653225020" name=""/>
                    <p:cNvSpPr/>
                    <p:nvPr/>
                  </p:nvSpPr>
                  <p:spPr bwMode="auto">
                    <a:xfrm rot="10800000" flipH="0" flipV="0">
                      <a:off x="3112164" y="0"/>
                      <a:ext cx="349165" cy="349165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325254454" name=""/>
                    <p:cNvSpPr/>
                    <p:nvPr/>
                  </p:nvSpPr>
                  <p:spPr bwMode="auto">
                    <a:xfrm rot="10800000" flipH="0" flipV="0">
                      <a:off x="3112164" y="1059778"/>
                      <a:ext cx="349165" cy="349165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cxnSp>
                  <p:nvCxnSpPr>
                    <p:cNvPr id="1961232970" name=""/>
                    <p:cNvCxnSpPr/>
                    <p:nvPr/>
                  </p:nvCxnSpPr>
                  <p:spPr bwMode="auto">
                    <a:xfrm rot="10800000" flipH="0" flipV="0">
                      <a:off x="2642400" y="1234363"/>
                      <a:ext cx="469764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5334388" name=""/>
                    <p:cNvCxnSpPr/>
                    <p:nvPr/>
                  </p:nvCxnSpPr>
                  <p:spPr bwMode="auto">
                    <a:xfrm rot="10800000" flipH="0" flipV="0">
                      <a:off x="2926723" y="704475"/>
                      <a:ext cx="185436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12361644" name=""/>
                    <p:cNvCxnSpPr/>
                    <p:nvPr/>
                  </p:nvCxnSpPr>
                  <p:spPr bwMode="auto">
                    <a:xfrm rot="10800000" flipH="0" flipV="1">
                      <a:off x="2642400" y="174582"/>
                      <a:ext cx="469764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467700319" name=""/>
                  <p:cNvGrpSpPr/>
                  <p:nvPr/>
                </p:nvGrpSpPr>
                <p:grpSpPr bwMode="auto">
                  <a:xfrm>
                    <a:off x="0" y="0"/>
                    <a:ext cx="2053507" cy="1408945"/>
                    <a:chOff x="0" y="0"/>
                    <a:chExt cx="2053507" cy="1408945"/>
                  </a:xfrm>
                </p:grpSpPr>
                <p:cxnSp>
                  <p:nvCxnSpPr>
                    <p:cNvPr id="1837599371" name=""/>
                    <p:cNvCxnSpPr/>
                    <p:nvPr/>
                  </p:nvCxnSpPr>
                  <p:spPr bwMode="auto">
                    <a:xfrm rot="10800000" flipH="0" flipV="0">
                      <a:off x="1234576" y="1234364"/>
                      <a:ext cx="469764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199170799" name=""/>
                    <p:cNvSpPr/>
                    <p:nvPr/>
                  </p:nvSpPr>
                  <p:spPr bwMode="auto">
                    <a:xfrm rot="10800000" flipH="0" flipV="0">
                      <a:off x="885411" y="529887"/>
                      <a:ext cx="349165" cy="349165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63864589" name=""/>
                    <p:cNvSpPr/>
                    <p:nvPr/>
                  </p:nvSpPr>
                  <p:spPr bwMode="auto">
                    <a:xfrm rot="10800000" flipH="0" flipV="0">
                      <a:off x="885407" y="0"/>
                      <a:ext cx="349165" cy="349165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2101679378" name=""/>
                    <p:cNvSpPr/>
                    <p:nvPr/>
                  </p:nvSpPr>
                  <p:spPr bwMode="auto">
                    <a:xfrm rot="10800000" flipH="0" flipV="0">
                      <a:off x="885406" y="1059777"/>
                      <a:ext cx="349166" cy="349166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285077395" name=""/>
                    <p:cNvSpPr/>
                    <p:nvPr/>
                  </p:nvSpPr>
                  <p:spPr bwMode="auto">
                    <a:xfrm rot="10800000" flipH="0" flipV="0">
                      <a:off x="1704341" y="529889"/>
                      <a:ext cx="349165" cy="349165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795161725" name=""/>
                    <p:cNvSpPr/>
                    <p:nvPr/>
                  </p:nvSpPr>
                  <p:spPr bwMode="auto">
                    <a:xfrm rot="10800000" flipH="0" flipV="0">
                      <a:off x="1704341" y="0"/>
                      <a:ext cx="349165" cy="349165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cxnSp>
                  <p:nvCxnSpPr>
                    <p:cNvPr id="11414189" name=""/>
                    <p:cNvCxnSpPr/>
                    <p:nvPr/>
                  </p:nvCxnSpPr>
                  <p:spPr bwMode="auto">
                    <a:xfrm rot="10800000" flipH="0" flipV="0">
                      <a:off x="1234576" y="704475"/>
                      <a:ext cx="469764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41770027" name=""/>
                    <p:cNvCxnSpPr/>
                    <p:nvPr/>
                  </p:nvCxnSpPr>
                  <p:spPr bwMode="auto">
                    <a:xfrm rot="10800000" flipH="0" flipV="1">
                      <a:off x="1234576" y="174582"/>
                      <a:ext cx="469764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224213" name=""/>
                    <p:cNvCxnSpPr/>
                    <p:nvPr/>
                  </p:nvCxnSpPr>
                  <p:spPr bwMode="auto">
                    <a:xfrm rot="10800000" flipH="0" flipV="0">
                      <a:off x="298030" y="827922"/>
                      <a:ext cx="587376" cy="406436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645340948" name=""/>
                    <p:cNvSpPr/>
                    <p:nvPr/>
                  </p:nvSpPr>
                  <p:spPr bwMode="auto">
                    <a:xfrm rot="10800000" flipH="0" flipV="0">
                      <a:off x="1704341" y="1059779"/>
                      <a:ext cx="349165" cy="349165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cxnSp>
                  <p:nvCxnSpPr>
                    <p:cNvPr id="718104475" name=""/>
                    <p:cNvCxnSpPr/>
                    <p:nvPr/>
                  </p:nvCxnSpPr>
                  <p:spPr bwMode="auto">
                    <a:xfrm rot="10800000" flipH="0" flipV="1">
                      <a:off x="349165" y="704475"/>
                      <a:ext cx="536240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34109668" name=""/>
                    <p:cNvCxnSpPr/>
                    <p:nvPr/>
                  </p:nvCxnSpPr>
                  <p:spPr bwMode="auto">
                    <a:xfrm rot="10800000" flipH="0" flipV="1">
                      <a:off x="298031" y="174582"/>
                      <a:ext cx="587376" cy="406438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894604862" name=""/>
                    <p:cNvSpPr/>
                    <p:nvPr/>
                  </p:nvSpPr>
                  <p:spPr bwMode="auto">
                    <a:xfrm rot="10800000" flipH="0" flipV="0">
                      <a:off x="0" y="529889"/>
                      <a:ext cx="349165" cy="349165"/>
                    </a:xfrm>
                    <a:prstGeom prst="ellipse">
                      <a:avLst/>
                    </a:prstGeom>
                    <a:solidFill>
                      <a:srgbClr val="E173FF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</p:grpSp>
              <p:grpSp>
                <p:nvGrpSpPr>
                  <p:cNvPr id="1360994227" name=""/>
                  <p:cNvGrpSpPr/>
                  <p:nvPr/>
                </p:nvGrpSpPr>
                <p:grpSpPr bwMode="auto">
                  <a:xfrm rot="10800000">
                    <a:off x="9562209" y="0"/>
                    <a:ext cx="2053507" cy="1408945"/>
                    <a:chOff x="0" y="0"/>
                    <a:chExt cx="2053507" cy="1408945"/>
                  </a:xfrm>
                </p:grpSpPr>
                <p:cxnSp>
                  <p:nvCxnSpPr>
                    <p:cNvPr id="511991122" name=""/>
                    <p:cNvCxnSpPr/>
                    <p:nvPr/>
                  </p:nvCxnSpPr>
                  <p:spPr bwMode="auto">
                    <a:xfrm rot="10800000" flipH="0" flipV="0">
                      <a:off x="1234577" y="1234363"/>
                      <a:ext cx="469764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397616689" name=""/>
                    <p:cNvSpPr/>
                    <p:nvPr/>
                  </p:nvSpPr>
                  <p:spPr bwMode="auto">
                    <a:xfrm rot="10800000" flipH="0" flipV="0">
                      <a:off x="885411" y="529888"/>
                      <a:ext cx="349165" cy="349165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883133919" name=""/>
                    <p:cNvSpPr/>
                    <p:nvPr/>
                  </p:nvSpPr>
                  <p:spPr bwMode="auto">
                    <a:xfrm rot="10800000" flipH="0" flipV="0">
                      <a:off x="885411" y="0"/>
                      <a:ext cx="349165" cy="349165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753942624" name=""/>
                    <p:cNvSpPr/>
                    <p:nvPr/>
                  </p:nvSpPr>
                  <p:spPr bwMode="auto">
                    <a:xfrm rot="10800000" flipH="0" flipV="0">
                      <a:off x="885406" y="1059778"/>
                      <a:ext cx="349166" cy="349166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208743790" name=""/>
                    <p:cNvSpPr/>
                    <p:nvPr/>
                  </p:nvSpPr>
                  <p:spPr bwMode="auto">
                    <a:xfrm rot="10800000" flipH="0" flipV="0">
                      <a:off x="1704341" y="529889"/>
                      <a:ext cx="349165" cy="349165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891354923" name=""/>
                    <p:cNvSpPr/>
                    <p:nvPr/>
                  </p:nvSpPr>
                  <p:spPr bwMode="auto">
                    <a:xfrm rot="10800000" flipH="0" flipV="0">
                      <a:off x="1704341" y="0"/>
                      <a:ext cx="349165" cy="349165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cxnSp>
                  <p:nvCxnSpPr>
                    <p:cNvPr id="3191058" name=""/>
                    <p:cNvCxnSpPr/>
                    <p:nvPr/>
                  </p:nvCxnSpPr>
                  <p:spPr bwMode="auto">
                    <a:xfrm rot="10800000" flipH="0" flipV="0">
                      <a:off x="1234577" y="704475"/>
                      <a:ext cx="469764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37021497" name=""/>
                    <p:cNvCxnSpPr/>
                    <p:nvPr/>
                  </p:nvCxnSpPr>
                  <p:spPr bwMode="auto">
                    <a:xfrm rot="10800000" flipH="0" flipV="1">
                      <a:off x="1234577" y="174582"/>
                      <a:ext cx="469764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05112261" name=""/>
                    <p:cNvCxnSpPr/>
                    <p:nvPr/>
                  </p:nvCxnSpPr>
                  <p:spPr bwMode="auto">
                    <a:xfrm rot="10800000" flipH="0" flipV="0">
                      <a:off x="298030" y="827921"/>
                      <a:ext cx="587376" cy="406436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803752693" name=""/>
                    <p:cNvSpPr/>
                    <p:nvPr/>
                  </p:nvSpPr>
                  <p:spPr bwMode="auto">
                    <a:xfrm rot="10800000" flipH="0" flipV="0">
                      <a:off x="1704341" y="1059779"/>
                      <a:ext cx="349165" cy="349165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cxnSp>
                  <p:nvCxnSpPr>
                    <p:cNvPr id="952094410" name=""/>
                    <p:cNvCxnSpPr/>
                    <p:nvPr/>
                  </p:nvCxnSpPr>
                  <p:spPr bwMode="auto">
                    <a:xfrm rot="10800000" flipH="0" flipV="1">
                      <a:off x="349165" y="704475"/>
                      <a:ext cx="536240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25828248" name=""/>
                    <p:cNvCxnSpPr/>
                    <p:nvPr/>
                  </p:nvCxnSpPr>
                  <p:spPr bwMode="auto">
                    <a:xfrm rot="10800000" flipH="0" flipV="1">
                      <a:off x="298030" y="174582"/>
                      <a:ext cx="587376" cy="406438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948653138" name=""/>
                    <p:cNvSpPr/>
                    <p:nvPr/>
                  </p:nvSpPr>
                  <p:spPr bwMode="auto">
                    <a:xfrm rot="10800000" flipH="0" flipV="0">
                      <a:off x="0" y="529889"/>
                      <a:ext cx="349165" cy="349165"/>
                    </a:xfrm>
                    <a:prstGeom prst="ellipse">
                      <a:avLst/>
                    </a:prstGeom>
                    <a:solidFill>
                      <a:srgbClr val="E173FF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</p:grpSp>
              <p:grpSp>
                <p:nvGrpSpPr>
                  <p:cNvPr id="228011180" name=""/>
                  <p:cNvGrpSpPr/>
                  <p:nvPr/>
                </p:nvGrpSpPr>
                <p:grpSpPr bwMode="auto">
                  <a:xfrm rot="10800000">
                    <a:off x="5905530" y="0"/>
                    <a:ext cx="3461329" cy="1408944"/>
                    <a:chOff x="0" y="0"/>
                    <a:chExt cx="3461329" cy="1408944"/>
                  </a:xfrm>
                </p:grpSpPr>
                <p:grpSp>
                  <p:nvGrpSpPr>
                    <p:cNvPr id="3416478" name=""/>
                    <p:cNvGrpSpPr/>
                    <p:nvPr/>
                  </p:nvGrpSpPr>
                  <p:grpSpPr bwMode="auto">
                    <a:xfrm rot="10800000" flipH="0" flipV="0">
                      <a:off x="883775" y="167079"/>
                      <a:ext cx="1693773" cy="1067278"/>
                      <a:chOff x="0" y="0"/>
                      <a:chExt cx="1693773" cy="1067278"/>
                    </a:xfrm>
                  </p:grpSpPr>
                  <p:cxnSp>
                    <p:nvCxnSpPr>
                      <p:cNvPr id="2048316552" name=""/>
                      <p:cNvCxnSpPr/>
                      <p:nvPr/>
                    </p:nvCxnSpPr>
                    <p:spPr bwMode="auto">
                      <a:xfrm rot="0" flipH="0" flipV="0">
                        <a:off x="0" y="533637"/>
                        <a:ext cx="1693773" cy="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31692054" name=""/>
                      <p:cNvCxnSpPr/>
                      <p:nvPr/>
                    </p:nvCxnSpPr>
                    <p:spPr bwMode="auto">
                      <a:xfrm rot="0" flipH="0" flipV="0">
                        <a:off x="284320" y="0"/>
                        <a:ext cx="1409448" cy="53739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89187691" name=""/>
                      <p:cNvCxnSpPr/>
                      <p:nvPr/>
                    </p:nvCxnSpPr>
                    <p:spPr bwMode="auto">
                      <a:xfrm rot="0" flipH="0" flipV="0">
                        <a:off x="0" y="529886"/>
                        <a:ext cx="1409448" cy="53739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530322604" name=""/>
                      <p:cNvCxnSpPr/>
                      <p:nvPr/>
                    </p:nvCxnSpPr>
                    <p:spPr bwMode="auto">
                      <a:xfrm rot="0" flipH="0" flipV="0">
                        <a:off x="284320" y="1063530"/>
                        <a:ext cx="1125126" cy="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102779465" name=""/>
                      <p:cNvCxnSpPr/>
                      <p:nvPr/>
                    </p:nvCxnSpPr>
                    <p:spPr bwMode="auto">
                      <a:xfrm rot="0" flipH="0" flipV="0">
                        <a:off x="284320" y="3746"/>
                        <a:ext cx="1125126" cy="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59297338" name=""/>
                      <p:cNvCxnSpPr/>
                      <p:nvPr/>
                    </p:nvCxnSpPr>
                    <p:spPr bwMode="auto">
                      <a:xfrm rot="0" flipH="0" flipV="1">
                        <a:off x="0" y="7497"/>
                        <a:ext cx="1409448" cy="522387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08094375" name=""/>
                      <p:cNvCxnSpPr/>
                      <p:nvPr/>
                    </p:nvCxnSpPr>
                    <p:spPr bwMode="auto">
                      <a:xfrm rot="0" flipH="0" flipV="1">
                        <a:off x="284320" y="537390"/>
                        <a:ext cx="1409448" cy="522387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6599566" name=""/>
                      <p:cNvCxnSpPr/>
                      <p:nvPr/>
                    </p:nvCxnSpPr>
                    <p:spPr bwMode="auto">
                      <a:xfrm rot="0" flipH="0" flipV="1">
                        <a:off x="284320" y="7497"/>
                        <a:ext cx="1125126" cy="105228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88038202" name=""/>
                      <p:cNvCxnSpPr/>
                      <p:nvPr/>
                    </p:nvCxnSpPr>
                    <p:spPr bwMode="auto">
                      <a:xfrm rot="10800000" flipH="0" flipV="0">
                        <a:off x="284320" y="0"/>
                        <a:ext cx="1125126" cy="1067278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1266994155" name=""/>
                    <p:cNvSpPr/>
                    <p:nvPr/>
                  </p:nvSpPr>
                  <p:spPr bwMode="auto">
                    <a:xfrm rot="10800000" flipH="0" flipV="0">
                      <a:off x="2577555" y="529887"/>
                      <a:ext cx="349165" cy="349165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2056809884" name=""/>
                    <p:cNvSpPr/>
                    <p:nvPr/>
                  </p:nvSpPr>
                  <p:spPr bwMode="auto">
                    <a:xfrm rot="10800000" flipH="0" flipV="0">
                      <a:off x="2293229" y="0"/>
                      <a:ext cx="349165" cy="349165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955963345" name=""/>
                    <p:cNvSpPr/>
                    <p:nvPr/>
                  </p:nvSpPr>
                  <p:spPr bwMode="auto">
                    <a:xfrm rot="10800000" flipH="0" flipV="0">
                      <a:off x="2293227" y="1059777"/>
                      <a:ext cx="349166" cy="349166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cxnSp>
                  <p:nvCxnSpPr>
                    <p:cNvPr id="330408613" name=""/>
                    <p:cNvCxnSpPr/>
                    <p:nvPr/>
                  </p:nvCxnSpPr>
                  <p:spPr bwMode="auto">
                    <a:xfrm rot="0" flipH="0" flipV="0">
                      <a:off x="349166" y="174582"/>
                      <a:ext cx="469764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366395656" name=""/>
                    <p:cNvSpPr/>
                    <p:nvPr/>
                  </p:nvSpPr>
                  <p:spPr bwMode="auto">
                    <a:xfrm rot="0" flipH="0" flipV="0">
                      <a:off x="534609" y="529887"/>
                      <a:ext cx="349165" cy="349165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829572886" name=""/>
                    <p:cNvSpPr/>
                    <p:nvPr/>
                  </p:nvSpPr>
                  <p:spPr bwMode="auto">
                    <a:xfrm rot="0" flipH="0" flipV="0">
                      <a:off x="818931" y="1059778"/>
                      <a:ext cx="349165" cy="349165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339052485" name=""/>
                    <p:cNvSpPr/>
                    <p:nvPr/>
                  </p:nvSpPr>
                  <p:spPr bwMode="auto">
                    <a:xfrm rot="0" flipH="0" flipV="0">
                      <a:off x="818929" y="0"/>
                      <a:ext cx="349166" cy="349166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575245629" name=""/>
                    <p:cNvSpPr/>
                    <p:nvPr/>
                  </p:nvSpPr>
                  <p:spPr bwMode="auto">
                    <a:xfrm rot="0" flipH="0" flipV="0">
                      <a:off x="0" y="529887"/>
                      <a:ext cx="349165" cy="349165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315371513" name=""/>
                    <p:cNvSpPr/>
                    <p:nvPr/>
                  </p:nvSpPr>
                  <p:spPr bwMode="auto">
                    <a:xfrm rot="0" flipH="0" flipV="0">
                      <a:off x="0" y="1059778"/>
                      <a:ext cx="349165" cy="349165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cxnSp>
                  <p:nvCxnSpPr>
                    <p:cNvPr id="1137912878" name=""/>
                    <p:cNvCxnSpPr/>
                    <p:nvPr/>
                  </p:nvCxnSpPr>
                  <p:spPr bwMode="auto">
                    <a:xfrm rot="0" flipH="0" flipV="0">
                      <a:off x="349165" y="704471"/>
                      <a:ext cx="185436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09004045" name=""/>
                    <p:cNvCxnSpPr/>
                    <p:nvPr/>
                  </p:nvCxnSpPr>
                  <p:spPr bwMode="auto">
                    <a:xfrm rot="0" flipH="0" flipV="1">
                      <a:off x="349166" y="1234364"/>
                      <a:ext cx="469764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426082057" name=""/>
                    <p:cNvSpPr/>
                    <p:nvPr/>
                  </p:nvSpPr>
                  <p:spPr bwMode="auto">
                    <a:xfrm rot="10800000" flipH="0" flipV="0">
                      <a:off x="3112164" y="529888"/>
                      <a:ext cx="349165" cy="349165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045813132" name=""/>
                    <p:cNvSpPr/>
                    <p:nvPr/>
                  </p:nvSpPr>
                  <p:spPr bwMode="auto">
                    <a:xfrm rot="0" flipH="0" flipV="0">
                      <a:off x="0" y="0"/>
                      <a:ext cx="349165" cy="349165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197211746" name=""/>
                    <p:cNvSpPr/>
                    <p:nvPr/>
                  </p:nvSpPr>
                  <p:spPr bwMode="auto">
                    <a:xfrm rot="10800000" flipH="0" flipV="0">
                      <a:off x="3112164" y="0"/>
                      <a:ext cx="349165" cy="349165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471624688" name=""/>
                    <p:cNvSpPr/>
                    <p:nvPr/>
                  </p:nvSpPr>
                  <p:spPr bwMode="auto">
                    <a:xfrm rot="10800000" flipH="0" flipV="0">
                      <a:off x="3112164" y="1059778"/>
                      <a:ext cx="349165" cy="349165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cxnSp>
                  <p:nvCxnSpPr>
                    <p:cNvPr id="1171077160" name=""/>
                    <p:cNvCxnSpPr/>
                    <p:nvPr/>
                  </p:nvCxnSpPr>
                  <p:spPr bwMode="auto">
                    <a:xfrm rot="10800000" flipH="0" flipV="0">
                      <a:off x="2642400" y="1234363"/>
                      <a:ext cx="469764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92124656" name=""/>
                    <p:cNvCxnSpPr/>
                    <p:nvPr/>
                  </p:nvCxnSpPr>
                  <p:spPr bwMode="auto">
                    <a:xfrm rot="10800000" flipH="0" flipV="0">
                      <a:off x="2926723" y="704475"/>
                      <a:ext cx="185436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28301024" name=""/>
                    <p:cNvCxnSpPr/>
                    <p:nvPr/>
                  </p:nvCxnSpPr>
                  <p:spPr bwMode="auto">
                    <a:xfrm rot="10800000" flipH="0" flipV="1">
                      <a:off x="2642400" y="174582"/>
                      <a:ext cx="469764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1628648169" name=""/>
                <p:cNvSpPr/>
                <p:nvPr/>
              </p:nvSpPr>
              <p:spPr bwMode="auto">
                <a:xfrm rot="0" flipH="0" flipV="0">
                  <a:off x="5414166" y="68028"/>
                  <a:ext cx="1037484" cy="472023"/>
                </a:xfrm>
                <a:prstGeom prst="flowChartAlternateProcess">
                  <a:avLst/>
                </a:prstGeom>
                <a:noFill/>
                <a:ln w="38100" cap="flat" cmpd="sng" algn="ctr">
                  <a:solidFill>
                    <a:srgbClr val="00FF73"/>
                  </a:solidFill>
                  <a:prstDash val="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096269674" name=""/>
                <p:cNvSpPr/>
                <p:nvPr/>
              </p:nvSpPr>
              <p:spPr bwMode="auto">
                <a:xfrm rot="0" flipH="0" flipV="0">
                  <a:off x="1775308" y="1133389"/>
                  <a:ext cx="1037484" cy="472023"/>
                </a:xfrm>
                <a:prstGeom prst="flowChartAlternateProcess">
                  <a:avLst/>
                </a:prstGeom>
                <a:noFill/>
                <a:ln w="38100" cap="flat" cmpd="sng" algn="ctr">
                  <a:solidFill>
                    <a:srgbClr val="00FF73"/>
                  </a:solidFill>
                  <a:prstDash val="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91283562" name=""/>
                <p:cNvSpPr/>
                <p:nvPr/>
              </p:nvSpPr>
              <p:spPr bwMode="auto">
                <a:xfrm rot="0" flipH="0" flipV="0">
                  <a:off x="9090577" y="603750"/>
                  <a:ext cx="1037484" cy="472023"/>
                </a:xfrm>
                <a:prstGeom prst="flowChartAlternateProcess">
                  <a:avLst/>
                </a:prstGeom>
                <a:noFill/>
                <a:ln w="38100" cap="flat" cmpd="sng" algn="ctr">
                  <a:solidFill>
                    <a:srgbClr val="00FF73"/>
                  </a:solidFill>
                  <a:prstDash val="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  <p:sp>
            <p:nvSpPr>
              <p:cNvPr id="704215998" name=""/>
              <p:cNvSpPr/>
              <p:nvPr/>
            </p:nvSpPr>
            <p:spPr bwMode="auto">
              <a:xfrm rot="0" flipH="0" flipV="0">
                <a:off x="5419918" y="601853"/>
                <a:ext cx="1037484" cy="472023"/>
              </a:xfrm>
              <a:prstGeom prst="flowChartAlternateProcess">
                <a:avLst/>
              </a:prstGeom>
              <a:noFill/>
              <a:ln w="38100" cap="flat" cmpd="sng" algn="ctr">
                <a:solidFill>
                  <a:srgbClr val="FF0000"/>
                </a:solidFill>
                <a:prstDash val="dash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431975600" name=""/>
              <p:cNvSpPr/>
              <p:nvPr/>
            </p:nvSpPr>
            <p:spPr bwMode="auto">
              <a:xfrm rot="0" flipH="0" flipV="0">
                <a:off x="5429442" y="1136953"/>
                <a:ext cx="1037484" cy="472023"/>
              </a:xfrm>
              <a:prstGeom prst="flowChartAlternateProcess">
                <a:avLst/>
              </a:prstGeom>
              <a:noFill/>
              <a:ln w="38100" cap="flat" cmpd="sng" algn="ctr">
                <a:solidFill>
                  <a:srgbClr val="FF0000"/>
                </a:solidFill>
                <a:prstDash val="dash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64387176" name=""/>
              <p:cNvSpPr/>
              <p:nvPr/>
            </p:nvSpPr>
            <p:spPr bwMode="auto">
              <a:xfrm rot="0" flipH="0" flipV="0">
                <a:off x="9082749" y="67532"/>
                <a:ext cx="1037484" cy="472023"/>
              </a:xfrm>
              <a:prstGeom prst="flowChartAlternateProcess">
                <a:avLst/>
              </a:prstGeom>
              <a:noFill/>
              <a:ln w="38100" cap="flat" cmpd="sng" algn="ctr">
                <a:solidFill>
                  <a:srgbClr val="FF0000"/>
                </a:solidFill>
                <a:prstDash val="dash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770179463" name=""/>
              <p:cNvSpPr/>
              <p:nvPr/>
            </p:nvSpPr>
            <p:spPr bwMode="auto">
              <a:xfrm rot="0" flipH="0" flipV="0">
                <a:off x="9080370" y="1136712"/>
                <a:ext cx="1037484" cy="472023"/>
              </a:xfrm>
              <a:prstGeom prst="flowChartAlternateProcess">
                <a:avLst/>
              </a:prstGeom>
              <a:noFill/>
              <a:ln w="38100" cap="flat" cmpd="sng" algn="ctr">
                <a:solidFill>
                  <a:srgbClr val="FF0000"/>
                </a:solidFill>
                <a:prstDash val="dash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822758147" name=""/>
              <p:cNvSpPr/>
              <p:nvPr/>
            </p:nvSpPr>
            <p:spPr bwMode="auto">
              <a:xfrm rot="0" flipH="0" flipV="0">
                <a:off x="1768667" y="608675"/>
                <a:ext cx="1037484" cy="472023"/>
              </a:xfrm>
              <a:prstGeom prst="flowChartAlternateProcess">
                <a:avLst/>
              </a:prstGeom>
              <a:noFill/>
              <a:ln w="38100" cap="flat" cmpd="sng" algn="ctr">
                <a:solidFill>
                  <a:srgbClr val="FF0000"/>
                </a:solidFill>
                <a:prstDash val="dash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68130242" name=""/>
              <p:cNvSpPr/>
              <p:nvPr/>
            </p:nvSpPr>
            <p:spPr bwMode="auto">
              <a:xfrm rot="0" flipH="0" flipV="0">
                <a:off x="1778193" y="70512"/>
                <a:ext cx="1037484" cy="472023"/>
              </a:xfrm>
              <a:prstGeom prst="flowChartAlternateProcess">
                <a:avLst/>
              </a:prstGeom>
              <a:noFill/>
              <a:ln w="38100" cap="flat" cmpd="sng" algn="ctr">
                <a:solidFill>
                  <a:srgbClr val="FF0000"/>
                </a:solidFill>
                <a:prstDash val="dash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/>
                </a:pPr>
                <a:endParaRPr/>
              </a:p>
            </p:txBody>
          </p:sp>
        </p:grpSp>
        <p:grpSp>
          <p:nvGrpSpPr>
            <p:cNvPr id="437540568" name=""/>
            <p:cNvGrpSpPr/>
            <p:nvPr/>
          </p:nvGrpSpPr>
          <p:grpSpPr bwMode="auto">
            <a:xfrm>
              <a:off x="1527556" y="945802"/>
              <a:ext cx="8911458" cy="458059"/>
              <a:chOff x="0" y="0"/>
              <a:chExt cx="8911458" cy="458059"/>
            </a:xfrm>
          </p:grpSpPr>
          <p:sp>
            <p:nvSpPr>
              <p:cNvPr id="519606962" name=""/>
              <p:cNvSpPr txBox="1"/>
              <p:nvPr/>
            </p:nvSpPr>
            <p:spPr bwMode="auto">
              <a:xfrm rot="5400000" flipH="0" flipV="0">
                <a:off x="-26560" y="26919"/>
                <a:ext cx="419241" cy="36611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1800" b="1">
                    <a:latin typeface="Arial"/>
                    <a:ea typeface="Arial"/>
                    <a:cs typeface="Arial"/>
                  </a:rPr>
                  <a:t>…</a:t>
                </a:r>
                <a:endParaRPr sz="1800" b="1"/>
              </a:p>
            </p:txBody>
          </p:sp>
          <p:sp>
            <p:nvSpPr>
              <p:cNvPr id="291787307" name=""/>
              <p:cNvSpPr txBox="1"/>
              <p:nvPr/>
            </p:nvSpPr>
            <p:spPr bwMode="auto">
              <a:xfrm rot="5400000" flipH="0" flipV="0">
                <a:off x="1230733" y="26919"/>
                <a:ext cx="419600" cy="36611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1800" b="1">
                    <a:latin typeface="Arial"/>
                    <a:ea typeface="Arial"/>
                    <a:cs typeface="Arial"/>
                  </a:rPr>
                  <a:t>…</a:t>
                </a:r>
                <a:endParaRPr sz="1800" b="1"/>
              </a:p>
            </p:txBody>
          </p:sp>
          <p:sp>
            <p:nvSpPr>
              <p:cNvPr id="978894953" name=""/>
              <p:cNvSpPr txBox="1"/>
              <p:nvPr/>
            </p:nvSpPr>
            <p:spPr bwMode="auto">
              <a:xfrm rot="16199998" flipH="0" flipV="0">
                <a:off x="7127769" y="45969"/>
                <a:ext cx="419600" cy="36611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1800" b="1">
                    <a:latin typeface="Arial"/>
                    <a:ea typeface="Arial"/>
                    <a:cs typeface="Arial"/>
                  </a:rPr>
                  <a:t>…</a:t>
                </a:r>
                <a:endParaRPr sz="1800" b="1"/>
              </a:p>
            </p:txBody>
          </p:sp>
          <p:sp>
            <p:nvSpPr>
              <p:cNvPr id="70320193" name=""/>
              <p:cNvSpPr txBox="1"/>
              <p:nvPr/>
            </p:nvSpPr>
            <p:spPr bwMode="auto">
              <a:xfrm rot="16199998" flipH="0" flipV="0">
                <a:off x="8518419" y="26919"/>
                <a:ext cx="419959" cy="36611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1800" b="1">
                    <a:latin typeface="Arial"/>
                    <a:ea typeface="Arial"/>
                    <a:cs typeface="Arial"/>
                  </a:rPr>
                  <a:t>…</a:t>
                </a:r>
                <a:endParaRPr sz="1800" b="1"/>
              </a:p>
            </p:txBody>
          </p:sp>
          <p:sp>
            <p:nvSpPr>
              <p:cNvPr id="438319546" name=""/>
              <p:cNvSpPr txBox="1"/>
              <p:nvPr/>
            </p:nvSpPr>
            <p:spPr bwMode="auto">
              <a:xfrm rot="16199998" flipH="0" flipV="0">
                <a:off x="3459583" y="65019"/>
                <a:ext cx="419600" cy="36611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1800" b="1">
                    <a:latin typeface="Arial"/>
                    <a:ea typeface="Arial"/>
                    <a:cs typeface="Arial"/>
                  </a:rPr>
                  <a:t>…</a:t>
                </a:r>
                <a:endParaRPr sz="1800" b="1"/>
              </a:p>
            </p:txBody>
          </p:sp>
          <p:sp>
            <p:nvSpPr>
              <p:cNvPr id="1344355010" name=""/>
              <p:cNvSpPr txBox="1"/>
              <p:nvPr/>
            </p:nvSpPr>
            <p:spPr bwMode="auto">
              <a:xfrm rot="5400000" flipH="0" flipV="0">
                <a:off x="4983582" y="65019"/>
                <a:ext cx="419959" cy="36611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1800" b="1">
                    <a:latin typeface="Arial"/>
                    <a:ea typeface="Arial"/>
                    <a:cs typeface="Arial"/>
                  </a:rPr>
                  <a:t>…</a:t>
                </a:r>
                <a:endParaRPr sz="1800" b="1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7950883" name=""/>
          <p:cNvSpPr txBox="1"/>
          <p:nvPr/>
        </p:nvSpPr>
        <p:spPr bwMode="auto">
          <a:xfrm rot="0" flipH="0" flipV="0">
            <a:off x="0" y="0"/>
            <a:ext cx="1152224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Figure 2 panel b ;	 alternative version of step 2 without highlight</a:t>
            </a:r>
            <a:r>
              <a:rPr lang="fr-FR"/>
              <a:t>ed path</a:t>
            </a:r>
            <a:endParaRPr lang="fr-FR"/>
          </a:p>
        </p:txBody>
      </p:sp>
      <p:grpSp>
        <p:nvGrpSpPr>
          <p:cNvPr id="1004851217" name=""/>
          <p:cNvGrpSpPr/>
          <p:nvPr/>
        </p:nvGrpSpPr>
        <p:grpSpPr bwMode="auto">
          <a:xfrm>
            <a:off x="177687" y="1478226"/>
            <a:ext cx="11844780" cy="1666872"/>
            <a:chOff x="0" y="0"/>
            <a:chExt cx="11844780" cy="1666872"/>
          </a:xfrm>
        </p:grpSpPr>
        <p:grpSp>
          <p:nvGrpSpPr>
            <p:cNvPr id="732026207" name=""/>
            <p:cNvGrpSpPr/>
            <p:nvPr/>
          </p:nvGrpSpPr>
          <p:grpSpPr bwMode="auto">
            <a:xfrm>
              <a:off x="0" y="0"/>
              <a:ext cx="11844780" cy="1666872"/>
              <a:chOff x="0" y="0"/>
              <a:chExt cx="11844780" cy="1666872"/>
            </a:xfrm>
          </p:grpSpPr>
          <p:grpSp>
            <p:nvGrpSpPr>
              <p:cNvPr id="573085716" name=""/>
              <p:cNvGrpSpPr/>
              <p:nvPr/>
            </p:nvGrpSpPr>
            <p:grpSpPr bwMode="auto">
              <a:xfrm>
                <a:off x="0" y="0"/>
                <a:ext cx="11844780" cy="1666872"/>
                <a:chOff x="0" y="0"/>
                <a:chExt cx="11844780" cy="1666872"/>
              </a:xfrm>
            </p:grpSpPr>
            <p:grpSp>
              <p:nvGrpSpPr>
                <p:cNvPr id="770489036" name=""/>
                <p:cNvGrpSpPr/>
                <p:nvPr/>
              </p:nvGrpSpPr>
              <p:grpSpPr bwMode="auto">
                <a:xfrm>
                  <a:off x="0" y="0"/>
                  <a:ext cx="11844780" cy="1666872"/>
                  <a:chOff x="0" y="0"/>
                  <a:chExt cx="11844780" cy="1666872"/>
                </a:xfrm>
              </p:grpSpPr>
              <p:sp>
                <p:nvSpPr>
                  <p:cNvPr id="129053298" name=""/>
                  <p:cNvSpPr/>
                  <p:nvPr/>
                </p:nvSpPr>
                <p:spPr bwMode="auto">
                  <a:xfrm rot="0" flipH="0" flipV="0">
                    <a:off x="943589" y="0"/>
                    <a:ext cx="2687643" cy="1666872"/>
                  </a:xfrm>
                  <a:prstGeom prst="flowChartAlternateProcess">
                    <a:avLst/>
                  </a:prstGeom>
                  <a:solidFill>
                    <a:schemeClr val="accent1">
                      <a:lumMod val="40000"/>
                      <a:lumOff val="60000"/>
                      <a:alpha val="24999"/>
                    </a:schemeClr>
                  </a:solidFill>
                  <a:ln w="28575" cap="flat" cmpd="sng" algn="ctr">
                    <a:solidFill>
                      <a:srgbClr val="0095FF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742571140" name=""/>
                  <p:cNvSpPr/>
                  <p:nvPr/>
                </p:nvSpPr>
                <p:spPr bwMode="auto">
                  <a:xfrm rot="0" flipH="0" flipV="0">
                    <a:off x="3795536" y="0"/>
                    <a:ext cx="634997" cy="1666872"/>
                  </a:xfrm>
                  <a:prstGeom prst="flowChartAlternateProcess">
                    <a:avLst/>
                  </a:prstGeom>
                  <a:solidFill>
                    <a:srgbClr val="E173FF">
                      <a:alpha val="24999"/>
                    </a:srgbClr>
                  </a:solidFill>
                  <a:ln w="28575" cap="flat" cmpd="sng" algn="ctr">
                    <a:solidFill>
                      <a:srgbClr val="DB4CFF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581851710" name=""/>
                  <p:cNvSpPr/>
                  <p:nvPr/>
                </p:nvSpPr>
                <p:spPr bwMode="auto">
                  <a:xfrm rot="0" flipH="0" flipV="0">
                    <a:off x="4594842" y="0"/>
                    <a:ext cx="2687643" cy="1666872"/>
                  </a:xfrm>
                  <a:prstGeom prst="flowChartAlternateProcess">
                    <a:avLst/>
                  </a:prstGeom>
                  <a:solidFill>
                    <a:schemeClr val="accent1">
                      <a:lumMod val="40000"/>
                      <a:lumOff val="60000"/>
                      <a:alpha val="24999"/>
                    </a:schemeClr>
                  </a:solidFill>
                  <a:ln w="28575" cap="flat" cmpd="sng" algn="ctr">
                    <a:solidFill>
                      <a:srgbClr val="0095FF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p>
                    <a:pPr algn="ctr">
                      <a:defRPr/>
                    </a:pPr>
                    <a:endParaRPr/>
                  </a:p>
                </p:txBody>
              </p:sp>
              <p:sp>
                <p:nvSpPr>
                  <p:cNvPr id="1643702542" name=""/>
                  <p:cNvSpPr/>
                  <p:nvPr/>
                </p:nvSpPr>
                <p:spPr bwMode="auto">
                  <a:xfrm rot="0" flipH="0" flipV="0">
                    <a:off x="7446785" y="0"/>
                    <a:ext cx="634997" cy="1666872"/>
                  </a:xfrm>
                  <a:prstGeom prst="flowChartAlternateProcess">
                    <a:avLst/>
                  </a:prstGeom>
                  <a:solidFill>
                    <a:srgbClr val="E173FF">
                      <a:alpha val="24999"/>
                    </a:srgbClr>
                  </a:solidFill>
                  <a:ln w="28575" cap="flat" cmpd="sng" algn="ctr">
                    <a:solidFill>
                      <a:srgbClr val="DB4CFF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577710387" name=""/>
                  <p:cNvSpPr/>
                  <p:nvPr/>
                </p:nvSpPr>
                <p:spPr bwMode="auto">
                  <a:xfrm rot="0" flipH="0" flipV="0">
                    <a:off x="8265501" y="0"/>
                    <a:ext cx="2687643" cy="1666872"/>
                  </a:xfrm>
                  <a:prstGeom prst="flowChartAlternateProcess">
                    <a:avLst/>
                  </a:prstGeom>
                  <a:solidFill>
                    <a:schemeClr val="accent1">
                      <a:lumMod val="40000"/>
                      <a:lumOff val="60000"/>
                      <a:alpha val="24999"/>
                    </a:schemeClr>
                  </a:solidFill>
                  <a:ln w="28575" cap="flat" cmpd="sng" algn="ctr">
                    <a:solidFill>
                      <a:srgbClr val="0095FF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p>
                    <a:pPr algn="ctr">
                      <a:defRPr/>
                    </a:pPr>
                    <a:endParaRPr/>
                  </a:p>
                </p:txBody>
              </p:sp>
              <p:sp>
                <p:nvSpPr>
                  <p:cNvPr id="317991206" name=""/>
                  <p:cNvSpPr/>
                  <p:nvPr/>
                </p:nvSpPr>
                <p:spPr bwMode="auto">
                  <a:xfrm rot="0" flipH="0" flipV="0">
                    <a:off x="11092294" y="0"/>
                    <a:ext cx="752485" cy="1666872"/>
                  </a:xfrm>
                  <a:prstGeom prst="flowChartAlternateProcess">
                    <a:avLst/>
                  </a:prstGeom>
                  <a:solidFill>
                    <a:srgbClr val="92D050">
                      <a:alpha val="24999"/>
                    </a:srgbClr>
                  </a:solidFill>
                  <a:ln w="28575" cap="flat" cmpd="sng" algn="ctr">
                    <a:solidFill>
                      <a:srgbClr val="00B05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p>
                    <a:pPr algn="ctr">
                      <a:defRPr/>
                    </a:pPr>
                    <a:endParaRPr/>
                  </a:p>
                </p:txBody>
              </p:sp>
              <p:sp>
                <p:nvSpPr>
                  <p:cNvPr id="910947509" name=""/>
                  <p:cNvSpPr/>
                  <p:nvPr/>
                </p:nvSpPr>
                <p:spPr bwMode="auto">
                  <a:xfrm rot="0" flipH="0" flipV="0">
                    <a:off x="0" y="0"/>
                    <a:ext cx="752485" cy="1666872"/>
                  </a:xfrm>
                  <a:prstGeom prst="flowChartAlternateProcess">
                    <a:avLst/>
                  </a:prstGeom>
                  <a:solidFill>
                    <a:srgbClr val="92D050">
                      <a:alpha val="24999"/>
                    </a:srgbClr>
                  </a:solidFill>
                  <a:ln w="28575" cap="flat" cmpd="sng" algn="ctr">
                    <a:solidFill>
                      <a:srgbClr val="00B05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p>
                    <a:pPr algn="ctr">
                      <a:defRPr/>
                    </a:pPr>
                    <a:endParaRPr/>
                  </a:p>
                </p:txBody>
              </p:sp>
            </p:grpSp>
            <p:grpSp>
              <p:nvGrpSpPr>
                <p:cNvPr id="2106259981" name=""/>
                <p:cNvGrpSpPr/>
                <p:nvPr/>
              </p:nvGrpSpPr>
              <p:grpSpPr bwMode="auto">
                <a:xfrm rot="0" flipH="0" flipV="0">
                  <a:off x="133958" y="136460"/>
                  <a:ext cx="11615718" cy="1408947"/>
                  <a:chOff x="0" y="0"/>
                  <a:chExt cx="11615718" cy="1408947"/>
                </a:xfrm>
              </p:grpSpPr>
              <p:grpSp>
                <p:nvGrpSpPr>
                  <p:cNvPr id="244080252" name=""/>
                  <p:cNvGrpSpPr/>
                  <p:nvPr/>
                </p:nvGrpSpPr>
                <p:grpSpPr bwMode="auto">
                  <a:xfrm>
                    <a:off x="2248853" y="0"/>
                    <a:ext cx="3461330" cy="1408945"/>
                    <a:chOff x="0" y="0"/>
                    <a:chExt cx="3461330" cy="1408945"/>
                  </a:xfrm>
                </p:grpSpPr>
                <p:grpSp>
                  <p:nvGrpSpPr>
                    <p:cNvPr id="1731509318" name=""/>
                    <p:cNvGrpSpPr/>
                    <p:nvPr/>
                  </p:nvGrpSpPr>
                  <p:grpSpPr bwMode="auto">
                    <a:xfrm rot="10800000" flipH="0" flipV="0">
                      <a:off x="883775" y="167078"/>
                      <a:ext cx="1693773" cy="1067279"/>
                      <a:chOff x="0" y="0"/>
                      <a:chExt cx="1693773" cy="1067279"/>
                    </a:xfrm>
                  </p:grpSpPr>
                  <p:cxnSp>
                    <p:nvCxnSpPr>
                      <p:cNvPr id="471854342" name=""/>
                      <p:cNvCxnSpPr/>
                      <p:nvPr/>
                    </p:nvCxnSpPr>
                    <p:spPr bwMode="auto">
                      <a:xfrm rot="0" flipH="0" flipV="0">
                        <a:off x="0" y="533637"/>
                        <a:ext cx="1693773" cy="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33068998" name=""/>
                      <p:cNvCxnSpPr/>
                      <p:nvPr/>
                    </p:nvCxnSpPr>
                    <p:spPr bwMode="auto">
                      <a:xfrm rot="0" flipH="0" flipV="0">
                        <a:off x="284320" y="0"/>
                        <a:ext cx="1409449" cy="53739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02331419" name=""/>
                      <p:cNvCxnSpPr/>
                      <p:nvPr/>
                    </p:nvCxnSpPr>
                    <p:spPr bwMode="auto">
                      <a:xfrm rot="0" flipH="0" flipV="0">
                        <a:off x="0" y="529886"/>
                        <a:ext cx="1409449" cy="53739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38010176" name=""/>
                      <p:cNvCxnSpPr/>
                      <p:nvPr/>
                    </p:nvCxnSpPr>
                    <p:spPr bwMode="auto">
                      <a:xfrm rot="0" flipH="0" flipV="0">
                        <a:off x="284320" y="1063530"/>
                        <a:ext cx="1125126" cy="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553435771" name=""/>
                      <p:cNvCxnSpPr/>
                      <p:nvPr/>
                    </p:nvCxnSpPr>
                    <p:spPr bwMode="auto">
                      <a:xfrm rot="0" flipH="0" flipV="0">
                        <a:off x="284320" y="3746"/>
                        <a:ext cx="1125126" cy="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499517561" name=""/>
                      <p:cNvCxnSpPr/>
                      <p:nvPr/>
                    </p:nvCxnSpPr>
                    <p:spPr bwMode="auto">
                      <a:xfrm rot="0" flipH="0" flipV="1">
                        <a:off x="0" y="7497"/>
                        <a:ext cx="1409449" cy="522387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03571882" name=""/>
                      <p:cNvCxnSpPr/>
                      <p:nvPr/>
                    </p:nvCxnSpPr>
                    <p:spPr bwMode="auto">
                      <a:xfrm rot="0" flipH="0" flipV="1">
                        <a:off x="284320" y="537390"/>
                        <a:ext cx="1409449" cy="522388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49419593" name=""/>
                      <p:cNvCxnSpPr/>
                      <p:nvPr/>
                    </p:nvCxnSpPr>
                    <p:spPr bwMode="auto">
                      <a:xfrm rot="0" flipH="0" flipV="1">
                        <a:off x="284320" y="7497"/>
                        <a:ext cx="1125126" cy="1052280"/>
                      </a:xfrm>
                      <a:prstGeom prst="line">
                        <a:avLst/>
                      </a:prstGeom>
                      <a:ln w="38100" cap="flat" cmpd="sng" algn="ctr">
                        <a:solidFill>
                          <a:srgbClr val="00FF73"/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67765569" name=""/>
                      <p:cNvCxnSpPr/>
                      <p:nvPr/>
                    </p:nvCxnSpPr>
                    <p:spPr bwMode="auto">
                      <a:xfrm rot="10800000" flipH="0" flipV="0">
                        <a:off x="284320" y="0"/>
                        <a:ext cx="1125126" cy="1067279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105355658" name=""/>
                    <p:cNvSpPr/>
                    <p:nvPr/>
                  </p:nvSpPr>
                  <p:spPr bwMode="auto">
                    <a:xfrm rot="10800000" flipH="0" flipV="0">
                      <a:off x="2577555" y="529887"/>
                      <a:ext cx="349166" cy="349166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332528156" name=""/>
                    <p:cNvSpPr/>
                    <p:nvPr/>
                  </p:nvSpPr>
                  <p:spPr bwMode="auto">
                    <a:xfrm rot="10800000" flipH="0" flipV="0">
                      <a:off x="2293229" y="0"/>
                      <a:ext cx="349166" cy="349166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928516840" name=""/>
                    <p:cNvSpPr/>
                    <p:nvPr/>
                  </p:nvSpPr>
                  <p:spPr bwMode="auto">
                    <a:xfrm rot="10800000" flipH="0" flipV="0">
                      <a:off x="2293227" y="1059777"/>
                      <a:ext cx="349167" cy="349167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cxnSp>
                  <p:nvCxnSpPr>
                    <p:cNvPr id="1911853455" name=""/>
                    <p:cNvCxnSpPr/>
                    <p:nvPr/>
                  </p:nvCxnSpPr>
                  <p:spPr bwMode="auto">
                    <a:xfrm rot="0" flipH="0" flipV="0">
                      <a:off x="349166" y="174582"/>
                      <a:ext cx="469764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371156927" name=""/>
                    <p:cNvSpPr/>
                    <p:nvPr/>
                  </p:nvSpPr>
                  <p:spPr bwMode="auto">
                    <a:xfrm rot="0" flipH="0" flipV="0">
                      <a:off x="534609" y="529887"/>
                      <a:ext cx="349166" cy="349166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984921932" name=""/>
                    <p:cNvSpPr/>
                    <p:nvPr/>
                  </p:nvSpPr>
                  <p:spPr bwMode="auto">
                    <a:xfrm rot="0" flipH="0" flipV="0">
                      <a:off x="818931" y="1059778"/>
                      <a:ext cx="349166" cy="349166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565356697" name=""/>
                    <p:cNvSpPr/>
                    <p:nvPr/>
                  </p:nvSpPr>
                  <p:spPr bwMode="auto">
                    <a:xfrm rot="0" flipH="0" flipV="0">
                      <a:off x="818929" y="0"/>
                      <a:ext cx="349167" cy="349167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500396191" name=""/>
                    <p:cNvSpPr/>
                    <p:nvPr/>
                  </p:nvSpPr>
                  <p:spPr bwMode="auto">
                    <a:xfrm rot="0" flipH="0" flipV="0">
                      <a:off x="0" y="529887"/>
                      <a:ext cx="349166" cy="349166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808849415" name=""/>
                    <p:cNvSpPr/>
                    <p:nvPr/>
                  </p:nvSpPr>
                  <p:spPr bwMode="auto">
                    <a:xfrm rot="0" flipH="0" flipV="0">
                      <a:off x="0" y="1059778"/>
                      <a:ext cx="349166" cy="349166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cxnSp>
                  <p:nvCxnSpPr>
                    <p:cNvPr id="1175282036" name=""/>
                    <p:cNvCxnSpPr/>
                    <p:nvPr/>
                  </p:nvCxnSpPr>
                  <p:spPr bwMode="auto">
                    <a:xfrm rot="0" flipH="0" flipV="0">
                      <a:off x="349165" y="704471"/>
                      <a:ext cx="185437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41399561" name=""/>
                    <p:cNvCxnSpPr/>
                    <p:nvPr/>
                  </p:nvCxnSpPr>
                  <p:spPr bwMode="auto">
                    <a:xfrm rot="0" flipH="0" flipV="1">
                      <a:off x="349166" y="1234364"/>
                      <a:ext cx="469764" cy="0"/>
                    </a:xfrm>
                    <a:prstGeom prst="line">
                      <a:avLst/>
                    </a:prstGeom>
                    <a:ln w="3810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334675121" name=""/>
                    <p:cNvSpPr/>
                    <p:nvPr/>
                  </p:nvSpPr>
                  <p:spPr bwMode="auto">
                    <a:xfrm rot="10800000" flipH="0" flipV="0">
                      <a:off x="3112164" y="529888"/>
                      <a:ext cx="349166" cy="349166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498163920" name=""/>
                    <p:cNvSpPr/>
                    <p:nvPr/>
                  </p:nvSpPr>
                  <p:spPr bwMode="auto">
                    <a:xfrm rot="0" flipH="0" flipV="0">
                      <a:off x="0" y="0"/>
                      <a:ext cx="349166" cy="349166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36642981" name=""/>
                    <p:cNvSpPr/>
                    <p:nvPr/>
                  </p:nvSpPr>
                  <p:spPr bwMode="auto">
                    <a:xfrm rot="10800000" flipH="0" flipV="0">
                      <a:off x="3112164" y="0"/>
                      <a:ext cx="349166" cy="349166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51612384" name=""/>
                    <p:cNvSpPr/>
                    <p:nvPr/>
                  </p:nvSpPr>
                  <p:spPr bwMode="auto">
                    <a:xfrm rot="10800000" flipH="0" flipV="0">
                      <a:off x="3112164" y="1059778"/>
                      <a:ext cx="349166" cy="349166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cxnSp>
                  <p:nvCxnSpPr>
                    <p:cNvPr id="1751628293" name=""/>
                    <p:cNvCxnSpPr/>
                    <p:nvPr/>
                  </p:nvCxnSpPr>
                  <p:spPr bwMode="auto">
                    <a:xfrm rot="10800000" flipH="0" flipV="0">
                      <a:off x="2642400" y="1234363"/>
                      <a:ext cx="469764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94250816" name=""/>
                    <p:cNvCxnSpPr/>
                    <p:nvPr/>
                  </p:nvCxnSpPr>
                  <p:spPr bwMode="auto">
                    <a:xfrm rot="10800000" flipH="0" flipV="0">
                      <a:off x="2926723" y="704475"/>
                      <a:ext cx="185437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4208904" name=""/>
                    <p:cNvCxnSpPr/>
                    <p:nvPr/>
                  </p:nvCxnSpPr>
                  <p:spPr bwMode="auto">
                    <a:xfrm rot="10800000" flipH="0" flipV="1">
                      <a:off x="2642400" y="174582"/>
                      <a:ext cx="469764" cy="0"/>
                    </a:xfrm>
                    <a:prstGeom prst="line">
                      <a:avLst/>
                    </a:prstGeom>
                    <a:ln w="3810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3389432" name=""/>
                  <p:cNvGrpSpPr/>
                  <p:nvPr/>
                </p:nvGrpSpPr>
                <p:grpSpPr bwMode="auto">
                  <a:xfrm>
                    <a:off x="0" y="0"/>
                    <a:ext cx="2053508" cy="1408946"/>
                    <a:chOff x="0" y="0"/>
                    <a:chExt cx="2053508" cy="1408946"/>
                  </a:xfrm>
                </p:grpSpPr>
                <p:cxnSp>
                  <p:nvCxnSpPr>
                    <p:cNvPr id="846219580" name=""/>
                    <p:cNvCxnSpPr/>
                    <p:nvPr/>
                  </p:nvCxnSpPr>
                  <p:spPr bwMode="auto">
                    <a:xfrm rot="10800000" flipH="0" flipV="0">
                      <a:off x="1234576" y="1234364"/>
                      <a:ext cx="469764" cy="0"/>
                    </a:xfrm>
                    <a:prstGeom prst="line">
                      <a:avLst/>
                    </a:prstGeom>
                    <a:ln w="3810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829378745" name=""/>
                    <p:cNvSpPr/>
                    <p:nvPr/>
                  </p:nvSpPr>
                  <p:spPr bwMode="auto">
                    <a:xfrm rot="10800000" flipH="0" flipV="0">
                      <a:off x="885411" y="529887"/>
                      <a:ext cx="349166" cy="349166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594938940" name=""/>
                    <p:cNvSpPr/>
                    <p:nvPr/>
                  </p:nvSpPr>
                  <p:spPr bwMode="auto">
                    <a:xfrm rot="10800000" flipH="0" flipV="0">
                      <a:off x="885407" y="0"/>
                      <a:ext cx="349166" cy="349166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932961325" name=""/>
                    <p:cNvSpPr/>
                    <p:nvPr/>
                  </p:nvSpPr>
                  <p:spPr bwMode="auto">
                    <a:xfrm rot="10800000" flipH="0" flipV="0">
                      <a:off x="885406" y="1059777"/>
                      <a:ext cx="349167" cy="349167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p>
                      <a:pPr algn="ctr">
                        <a:defRPr/>
                      </a:pPr>
                      <a:endParaRPr/>
                    </a:p>
                  </p:txBody>
                </p:sp>
                <p:sp>
                  <p:nvSpPr>
                    <p:cNvPr id="544347106" name=""/>
                    <p:cNvSpPr/>
                    <p:nvPr/>
                  </p:nvSpPr>
                  <p:spPr bwMode="auto">
                    <a:xfrm rot="10800000" flipH="0" flipV="0">
                      <a:off x="1704341" y="529889"/>
                      <a:ext cx="349166" cy="349166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557078717" name=""/>
                    <p:cNvSpPr/>
                    <p:nvPr/>
                  </p:nvSpPr>
                  <p:spPr bwMode="auto">
                    <a:xfrm rot="10800000" flipH="0" flipV="0">
                      <a:off x="1704341" y="0"/>
                      <a:ext cx="349166" cy="349166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cxnSp>
                  <p:nvCxnSpPr>
                    <p:cNvPr id="108515430" name=""/>
                    <p:cNvCxnSpPr/>
                    <p:nvPr/>
                  </p:nvCxnSpPr>
                  <p:spPr bwMode="auto">
                    <a:xfrm rot="10800000" flipH="0" flipV="0">
                      <a:off x="1234576" y="704475"/>
                      <a:ext cx="469764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47348631" name=""/>
                    <p:cNvCxnSpPr/>
                    <p:nvPr/>
                  </p:nvCxnSpPr>
                  <p:spPr bwMode="auto">
                    <a:xfrm rot="10800000" flipH="0" flipV="1">
                      <a:off x="1234576" y="174582"/>
                      <a:ext cx="469764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3309389" name=""/>
                    <p:cNvCxnSpPr/>
                    <p:nvPr/>
                  </p:nvCxnSpPr>
                  <p:spPr bwMode="auto">
                    <a:xfrm rot="10800000" flipH="0" flipV="0">
                      <a:off x="298030" y="827922"/>
                      <a:ext cx="587376" cy="406437"/>
                    </a:xfrm>
                    <a:prstGeom prst="line">
                      <a:avLst/>
                    </a:prstGeom>
                    <a:ln w="3810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615629954" name=""/>
                    <p:cNvSpPr/>
                    <p:nvPr/>
                  </p:nvSpPr>
                  <p:spPr bwMode="auto">
                    <a:xfrm rot="10800000" flipH="0" flipV="0">
                      <a:off x="1704341" y="1059779"/>
                      <a:ext cx="349166" cy="349166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cxnSp>
                  <p:nvCxnSpPr>
                    <p:cNvPr id="1133712777" name=""/>
                    <p:cNvCxnSpPr/>
                    <p:nvPr/>
                  </p:nvCxnSpPr>
                  <p:spPr bwMode="auto">
                    <a:xfrm rot="10800000" flipH="0" flipV="1">
                      <a:off x="349165" y="704475"/>
                      <a:ext cx="536241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5949822" name=""/>
                    <p:cNvCxnSpPr/>
                    <p:nvPr/>
                  </p:nvCxnSpPr>
                  <p:spPr bwMode="auto">
                    <a:xfrm rot="10800000" flipH="0" flipV="1">
                      <a:off x="298031" y="174582"/>
                      <a:ext cx="587376" cy="406439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33474673" name=""/>
                    <p:cNvSpPr/>
                    <p:nvPr/>
                  </p:nvSpPr>
                  <p:spPr bwMode="auto">
                    <a:xfrm rot="10800000" flipH="0" flipV="0">
                      <a:off x="0" y="529889"/>
                      <a:ext cx="349166" cy="349166"/>
                    </a:xfrm>
                    <a:prstGeom prst="ellipse">
                      <a:avLst/>
                    </a:prstGeom>
                    <a:solidFill>
                      <a:srgbClr val="E173FF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</p:grpSp>
              <p:grpSp>
                <p:nvGrpSpPr>
                  <p:cNvPr id="1245762823" name=""/>
                  <p:cNvGrpSpPr/>
                  <p:nvPr/>
                </p:nvGrpSpPr>
                <p:grpSpPr bwMode="auto">
                  <a:xfrm rot="10800000">
                    <a:off x="9562209" y="0"/>
                    <a:ext cx="2053508" cy="1408946"/>
                    <a:chOff x="0" y="0"/>
                    <a:chExt cx="2053508" cy="1408946"/>
                  </a:xfrm>
                </p:grpSpPr>
                <p:cxnSp>
                  <p:nvCxnSpPr>
                    <p:cNvPr id="158403908" name=""/>
                    <p:cNvCxnSpPr/>
                    <p:nvPr/>
                  </p:nvCxnSpPr>
                  <p:spPr bwMode="auto">
                    <a:xfrm rot="10800000" flipH="0" flipV="0">
                      <a:off x="1234577" y="1234363"/>
                      <a:ext cx="469764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875980845" name=""/>
                    <p:cNvSpPr/>
                    <p:nvPr/>
                  </p:nvSpPr>
                  <p:spPr bwMode="auto">
                    <a:xfrm rot="10800000" flipH="0" flipV="0">
                      <a:off x="885411" y="529888"/>
                      <a:ext cx="349166" cy="349166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770959705" name=""/>
                    <p:cNvSpPr/>
                    <p:nvPr/>
                  </p:nvSpPr>
                  <p:spPr bwMode="auto">
                    <a:xfrm rot="10800000" flipH="0" flipV="0">
                      <a:off x="885411" y="0"/>
                      <a:ext cx="349166" cy="349166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356093693" name=""/>
                    <p:cNvSpPr/>
                    <p:nvPr/>
                  </p:nvSpPr>
                  <p:spPr bwMode="auto">
                    <a:xfrm rot="10800000" flipH="0" flipV="0">
                      <a:off x="885406" y="1059778"/>
                      <a:ext cx="349167" cy="349167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231332285" name=""/>
                    <p:cNvSpPr/>
                    <p:nvPr/>
                  </p:nvSpPr>
                  <p:spPr bwMode="auto">
                    <a:xfrm rot="10800000" flipH="0" flipV="0">
                      <a:off x="1704341" y="529889"/>
                      <a:ext cx="349166" cy="349166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997715050" name=""/>
                    <p:cNvSpPr/>
                    <p:nvPr/>
                  </p:nvSpPr>
                  <p:spPr bwMode="auto">
                    <a:xfrm rot="10800000" flipH="0" flipV="0">
                      <a:off x="1704341" y="0"/>
                      <a:ext cx="349166" cy="349166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cxnSp>
                  <p:nvCxnSpPr>
                    <p:cNvPr id="1454219122" name=""/>
                    <p:cNvCxnSpPr/>
                    <p:nvPr/>
                  </p:nvCxnSpPr>
                  <p:spPr bwMode="auto">
                    <a:xfrm rot="10800000" flipH="0" flipV="0">
                      <a:off x="1234577" y="704475"/>
                      <a:ext cx="469764" cy="0"/>
                    </a:xfrm>
                    <a:prstGeom prst="line">
                      <a:avLst/>
                    </a:prstGeom>
                    <a:ln w="3810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17927802" name=""/>
                    <p:cNvCxnSpPr/>
                    <p:nvPr/>
                  </p:nvCxnSpPr>
                  <p:spPr bwMode="auto">
                    <a:xfrm rot="10800000" flipH="0" flipV="1">
                      <a:off x="1234577" y="174582"/>
                      <a:ext cx="469764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55691069" name=""/>
                    <p:cNvCxnSpPr/>
                    <p:nvPr/>
                  </p:nvCxnSpPr>
                  <p:spPr bwMode="auto">
                    <a:xfrm rot="10800000" flipH="0" flipV="0">
                      <a:off x="298030" y="827921"/>
                      <a:ext cx="587376" cy="406437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917305813" name=""/>
                    <p:cNvSpPr/>
                    <p:nvPr/>
                  </p:nvSpPr>
                  <p:spPr bwMode="auto">
                    <a:xfrm rot="10800000" flipH="0" flipV="0">
                      <a:off x="1704341" y="1059779"/>
                      <a:ext cx="349166" cy="349166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cxnSp>
                  <p:nvCxnSpPr>
                    <p:cNvPr id="74226" name=""/>
                    <p:cNvCxnSpPr/>
                    <p:nvPr/>
                  </p:nvCxnSpPr>
                  <p:spPr bwMode="auto">
                    <a:xfrm rot="10800000" flipH="0" flipV="1">
                      <a:off x="349165" y="704475"/>
                      <a:ext cx="536241" cy="0"/>
                    </a:xfrm>
                    <a:prstGeom prst="line">
                      <a:avLst/>
                    </a:prstGeom>
                    <a:ln w="3810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52756081" name=""/>
                    <p:cNvCxnSpPr/>
                    <p:nvPr/>
                  </p:nvCxnSpPr>
                  <p:spPr bwMode="auto">
                    <a:xfrm rot="10800000" flipH="0" flipV="1">
                      <a:off x="298030" y="174582"/>
                      <a:ext cx="587376" cy="406439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777006990" name=""/>
                    <p:cNvSpPr/>
                    <p:nvPr/>
                  </p:nvSpPr>
                  <p:spPr bwMode="auto">
                    <a:xfrm rot="10800000" flipH="0" flipV="0">
                      <a:off x="0" y="529889"/>
                      <a:ext cx="349166" cy="349166"/>
                    </a:xfrm>
                    <a:prstGeom prst="ellipse">
                      <a:avLst/>
                    </a:prstGeom>
                    <a:solidFill>
                      <a:srgbClr val="E173FF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</p:grpSp>
              <p:grpSp>
                <p:nvGrpSpPr>
                  <p:cNvPr id="1733186455" name=""/>
                  <p:cNvGrpSpPr/>
                  <p:nvPr/>
                </p:nvGrpSpPr>
                <p:grpSpPr bwMode="auto">
                  <a:xfrm rot="10800000">
                    <a:off x="5905530" y="0"/>
                    <a:ext cx="3461330" cy="1408945"/>
                    <a:chOff x="0" y="0"/>
                    <a:chExt cx="3461330" cy="1408945"/>
                  </a:xfrm>
                </p:grpSpPr>
                <p:grpSp>
                  <p:nvGrpSpPr>
                    <p:cNvPr id="1844507306" name=""/>
                    <p:cNvGrpSpPr/>
                    <p:nvPr/>
                  </p:nvGrpSpPr>
                  <p:grpSpPr bwMode="auto">
                    <a:xfrm rot="10800000" flipH="0" flipV="0">
                      <a:off x="883775" y="167078"/>
                      <a:ext cx="1693773" cy="1067279"/>
                      <a:chOff x="0" y="0"/>
                      <a:chExt cx="1693773" cy="1067279"/>
                    </a:xfrm>
                  </p:grpSpPr>
                  <p:cxnSp>
                    <p:nvCxnSpPr>
                      <p:cNvPr id="2130945583" name=""/>
                      <p:cNvCxnSpPr/>
                      <p:nvPr/>
                    </p:nvCxnSpPr>
                    <p:spPr bwMode="auto">
                      <a:xfrm rot="0" flipH="0" flipV="0">
                        <a:off x="0" y="533637"/>
                        <a:ext cx="1693773" cy="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26377117" name=""/>
                      <p:cNvCxnSpPr/>
                      <p:nvPr/>
                    </p:nvCxnSpPr>
                    <p:spPr bwMode="auto">
                      <a:xfrm rot="0" flipH="0" flipV="0">
                        <a:off x="284320" y="0"/>
                        <a:ext cx="1409449" cy="537390"/>
                      </a:xfrm>
                      <a:prstGeom prst="line">
                        <a:avLst/>
                      </a:prstGeom>
                      <a:ln w="38100" cap="flat" cmpd="sng" algn="ctr">
                        <a:solidFill>
                          <a:srgbClr val="00FF73"/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93037545" name=""/>
                      <p:cNvCxnSpPr/>
                      <p:nvPr/>
                    </p:nvCxnSpPr>
                    <p:spPr bwMode="auto">
                      <a:xfrm rot="0" flipH="0" flipV="0">
                        <a:off x="0" y="529886"/>
                        <a:ext cx="1409449" cy="53739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43380088" name=""/>
                      <p:cNvCxnSpPr/>
                      <p:nvPr/>
                    </p:nvCxnSpPr>
                    <p:spPr bwMode="auto">
                      <a:xfrm rot="0" flipH="0" flipV="0">
                        <a:off x="284320" y="1063530"/>
                        <a:ext cx="1125126" cy="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25662949" name=""/>
                      <p:cNvCxnSpPr/>
                      <p:nvPr/>
                    </p:nvCxnSpPr>
                    <p:spPr bwMode="auto">
                      <a:xfrm rot="0" flipH="0" flipV="0">
                        <a:off x="284320" y="3746"/>
                        <a:ext cx="1125126" cy="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68164715" name=""/>
                      <p:cNvCxnSpPr/>
                      <p:nvPr/>
                    </p:nvCxnSpPr>
                    <p:spPr bwMode="auto">
                      <a:xfrm rot="0" flipH="0" flipV="1">
                        <a:off x="0" y="7497"/>
                        <a:ext cx="1409449" cy="522387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702289971" name=""/>
                      <p:cNvCxnSpPr/>
                      <p:nvPr/>
                    </p:nvCxnSpPr>
                    <p:spPr bwMode="auto">
                      <a:xfrm rot="0" flipH="0" flipV="1">
                        <a:off x="284320" y="537390"/>
                        <a:ext cx="1409449" cy="522388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88384798" name=""/>
                      <p:cNvCxnSpPr/>
                      <p:nvPr/>
                    </p:nvCxnSpPr>
                    <p:spPr bwMode="auto">
                      <a:xfrm rot="0" flipH="0" flipV="1">
                        <a:off x="284320" y="7497"/>
                        <a:ext cx="1125126" cy="105228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87735422" name=""/>
                      <p:cNvCxnSpPr/>
                      <p:nvPr/>
                    </p:nvCxnSpPr>
                    <p:spPr bwMode="auto">
                      <a:xfrm rot="10800000" flipH="0" flipV="0">
                        <a:off x="284320" y="0"/>
                        <a:ext cx="1125126" cy="1067279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222052008" name=""/>
                    <p:cNvSpPr/>
                    <p:nvPr/>
                  </p:nvSpPr>
                  <p:spPr bwMode="auto">
                    <a:xfrm rot="10800000" flipH="0" flipV="0">
                      <a:off x="2577555" y="529887"/>
                      <a:ext cx="349166" cy="349166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063069982" name=""/>
                    <p:cNvSpPr/>
                    <p:nvPr/>
                  </p:nvSpPr>
                  <p:spPr bwMode="auto">
                    <a:xfrm rot="10800000" flipH="0" flipV="0">
                      <a:off x="2293229" y="0"/>
                      <a:ext cx="349166" cy="349166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034683388" name=""/>
                    <p:cNvSpPr/>
                    <p:nvPr/>
                  </p:nvSpPr>
                  <p:spPr bwMode="auto">
                    <a:xfrm rot="10800000" flipH="0" flipV="0">
                      <a:off x="2293227" y="1059777"/>
                      <a:ext cx="349167" cy="349167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cxnSp>
                  <p:nvCxnSpPr>
                    <p:cNvPr id="819898325" name=""/>
                    <p:cNvCxnSpPr/>
                    <p:nvPr/>
                  </p:nvCxnSpPr>
                  <p:spPr bwMode="auto">
                    <a:xfrm rot="0" flipH="0" flipV="0">
                      <a:off x="349166" y="174582"/>
                      <a:ext cx="469764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77248638" name=""/>
                    <p:cNvSpPr/>
                    <p:nvPr/>
                  </p:nvSpPr>
                  <p:spPr bwMode="auto">
                    <a:xfrm rot="0" flipH="0" flipV="0">
                      <a:off x="534609" y="529887"/>
                      <a:ext cx="349166" cy="349166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885621318" name=""/>
                    <p:cNvSpPr/>
                    <p:nvPr/>
                  </p:nvSpPr>
                  <p:spPr bwMode="auto">
                    <a:xfrm rot="0" flipH="0" flipV="0">
                      <a:off x="818931" y="1059778"/>
                      <a:ext cx="349166" cy="349166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669868746" name=""/>
                    <p:cNvSpPr/>
                    <p:nvPr/>
                  </p:nvSpPr>
                  <p:spPr bwMode="auto">
                    <a:xfrm rot="0" flipH="0" flipV="0">
                      <a:off x="818929" y="0"/>
                      <a:ext cx="349167" cy="349167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761531382" name=""/>
                    <p:cNvSpPr/>
                    <p:nvPr/>
                  </p:nvSpPr>
                  <p:spPr bwMode="auto">
                    <a:xfrm rot="0" flipH="0" flipV="0">
                      <a:off x="0" y="529887"/>
                      <a:ext cx="349166" cy="349166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430223326" name=""/>
                    <p:cNvSpPr/>
                    <p:nvPr/>
                  </p:nvSpPr>
                  <p:spPr bwMode="auto">
                    <a:xfrm rot="0" flipH="0" flipV="0">
                      <a:off x="0" y="1059778"/>
                      <a:ext cx="349166" cy="349166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cxnSp>
                  <p:nvCxnSpPr>
                    <p:cNvPr id="706939633" name=""/>
                    <p:cNvCxnSpPr/>
                    <p:nvPr/>
                  </p:nvCxnSpPr>
                  <p:spPr bwMode="auto">
                    <a:xfrm rot="0" flipH="0" flipV="0">
                      <a:off x="349165" y="704471"/>
                      <a:ext cx="185437" cy="0"/>
                    </a:xfrm>
                    <a:prstGeom prst="line">
                      <a:avLst/>
                    </a:prstGeom>
                    <a:ln w="3810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80872072" name=""/>
                    <p:cNvCxnSpPr/>
                    <p:nvPr/>
                  </p:nvCxnSpPr>
                  <p:spPr bwMode="auto">
                    <a:xfrm rot="0" flipH="0" flipV="1">
                      <a:off x="349166" y="1234364"/>
                      <a:ext cx="469764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083746328" name=""/>
                    <p:cNvSpPr/>
                    <p:nvPr/>
                  </p:nvSpPr>
                  <p:spPr bwMode="auto">
                    <a:xfrm rot="10800000" flipH="0" flipV="0">
                      <a:off x="3112164" y="529888"/>
                      <a:ext cx="349166" cy="349166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212008988" name=""/>
                    <p:cNvSpPr/>
                    <p:nvPr/>
                  </p:nvSpPr>
                  <p:spPr bwMode="auto">
                    <a:xfrm rot="0" flipH="0" flipV="0">
                      <a:off x="0" y="0"/>
                      <a:ext cx="349166" cy="349166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566830670" name=""/>
                    <p:cNvSpPr/>
                    <p:nvPr/>
                  </p:nvSpPr>
                  <p:spPr bwMode="auto">
                    <a:xfrm rot="10800000" flipH="0" flipV="0">
                      <a:off x="3112164" y="0"/>
                      <a:ext cx="349166" cy="349166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097019201" name=""/>
                    <p:cNvSpPr/>
                    <p:nvPr/>
                  </p:nvSpPr>
                  <p:spPr bwMode="auto">
                    <a:xfrm rot="10800000" flipH="0" flipV="0">
                      <a:off x="3112164" y="1059778"/>
                      <a:ext cx="349166" cy="349166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cxnSp>
                  <p:nvCxnSpPr>
                    <p:cNvPr id="491222036" name=""/>
                    <p:cNvCxnSpPr/>
                    <p:nvPr/>
                  </p:nvCxnSpPr>
                  <p:spPr bwMode="auto">
                    <a:xfrm rot="10800000" flipH="0" flipV="0">
                      <a:off x="2642400" y="1234363"/>
                      <a:ext cx="469764" cy="0"/>
                    </a:xfrm>
                    <a:prstGeom prst="line">
                      <a:avLst/>
                    </a:prstGeom>
                    <a:ln w="3810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68840215" name=""/>
                    <p:cNvCxnSpPr/>
                    <p:nvPr/>
                  </p:nvCxnSpPr>
                  <p:spPr bwMode="auto">
                    <a:xfrm rot="10800000" flipH="0" flipV="0">
                      <a:off x="2926723" y="704475"/>
                      <a:ext cx="185437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58192622" name=""/>
                    <p:cNvCxnSpPr/>
                    <p:nvPr/>
                  </p:nvCxnSpPr>
                  <p:spPr bwMode="auto">
                    <a:xfrm rot="10800000" flipH="0" flipV="1">
                      <a:off x="2642400" y="174582"/>
                      <a:ext cx="469764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937033755" name=""/>
                <p:cNvSpPr/>
                <p:nvPr/>
              </p:nvSpPr>
              <p:spPr bwMode="auto">
                <a:xfrm rot="0" flipH="0" flipV="0">
                  <a:off x="5414166" y="68028"/>
                  <a:ext cx="1037485" cy="472023"/>
                </a:xfrm>
                <a:prstGeom prst="flowChartAlternateProcess">
                  <a:avLst/>
                </a:prstGeom>
                <a:noFill/>
                <a:ln w="38100" cap="flat" cmpd="sng" algn="ctr">
                  <a:solidFill>
                    <a:srgbClr val="00FF73"/>
                  </a:solidFill>
                  <a:prstDash val="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763094847" name=""/>
                <p:cNvSpPr/>
                <p:nvPr/>
              </p:nvSpPr>
              <p:spPr bwMode="auto">
                <a:xfrm rot="0" flipH="0" flipV="0">
                  <a:off x="1775308" y="1133389"/>
                  <a:ext cx="1037485" cy="472023"/>
                </a:xfrm>
                <a:prstGeom prst="flowChartAlternateProcess">
                  <a:avLst/>
                </a:prstGeom>
                <a:noFill/>
                <a:ln w="38100" cap="flat" cmpd="sng" algn="ctr">
                  <a:solidFill>
                    <a:srgbClr val="00FF73"/>
                  </a:solidFill>
                  <a:prstDash val="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201922936" name=""/>
                <p:cNvSpPr/>
                <p:nvPr/>
              </p:nvSpPr>
              <p:spPr bwMode="auto">
                <a:xfrm rot="0" flipH="0" flipV="0">
                  <a:off x="9090577" y="603750"/>
                  <a:ext cx="1037485" cy="472023"/>
                </a:xfrm>
                <a:prstGeom prst="flowChartAlternateProcess">
                  <a:avLst/>
                </a:prstGeom>
                <a:noFill/>
                <a:ln w="38100" cap="flat" cmpd="sng" algn="ctr">
                  <a:solidFill>
                    <a:srgbClr val="00FF73"/>
                  </a:solidFill>
                  <a:prstDash val="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  <p:sp>
            <p:nvSpPr>
              <p:cNvPr id="322822111" name=""/>
              <p:cNvSpPr/>
              <p:nvPr/>
            </p:nvSpPr>
            <p:spPr bwMode="auto">
              <a:xfrm rot="0" flipH="0" flipV="0">
                <a:off x="5419918" y="601853"/>
                <a:ext cx="1037485" cy="472023"/>
              </a:xfrm>
              <a:prstGeom prst="flowChartAlternateProcess">
                <a:avLst/>
              </a:prstGeom>
              <a:noFill/>
              <a:ln w="38100" cap="flat" cmpd="sng" algn="ctr">
                <a:solidFill>
                  <a:srgbClr val="FF0000"/>
                </a:solidFill>
                <a:prstDash val="dash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67654294" name=""/>
              <p:cNvSpPr/>
              <p:nvPr/>
            </p:nvSpPr>
            <p:spPr bwMode="auto">
              <a:xfrm rot="0" flipH="0" flipV="0">
                <a:off x="5429442" y="1136953"/>
                <a:ext cx="1037485" cy="472023"/>
              </a:xfrm>
              <a:prstGeom prst="flowChartAlternateProcess">
                <a:avLst/>
              </a:prstGeom>
              <a:noFill/>
              <a:ln w="38100" cap="flat" cmpd="sng" algn="ctr">
                <a:solidFill>
                  <a:srgbClr val="FF0000"/>
                </a:solidFill>
                <a:prstDash val="dash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478695545" name=""/>
              <p:cNvSpPr/>
              <p:nvPr/>
            </p:nvSpPr>
            <p:spPr bwMode="auto">
              <a:xfrm rot="0" flipH="0" flipV="0">
                <a:off x="9082749" y="67532"/>
                <a:ext cx="1037485" cy="472023"/>
              </a:xfrm>
              <a:prstGeom prst="flowChartAlternateProcess">
                <a:avLst/>
              </a:prstGeom>
              <a:noFill/>
              <a:ln w="38100" cap="flat" cmpd="sng" algn="ctr">
                <a:solidFill>
                  <a:srgbClr val="FF0000"/>
                </a:solidFill>
                <a:prstDash val="dash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808662213" name=""/>
              <p:cNvSpPr/>
              <p:nvPr/>
            </p:nvSpPr>
            <p:spPr bwMode="auto">
              <a:xfrm rot="0" flipH="0" flipV="0">
                <a:off x="9080370" y="1136712"/>
                <a:ext cx="1037485" cy="472023"/>
              </a:xfrm>
              <a:prstGeom prst="flowChartAlternateProcess">
                <a:avLst/>
              </a:prstGeom>
              <a:noFill/>
              <a:ln w="38100" cap="flat" cmpd="sng" algn="ctr">
                <a:solidFill>
                  <a:srgbClr val="FF0000"/>
                </a:solidFill>
                <a:prstDash val="dash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145740212" name=""/>
              <p:cNvSpPr/>
              <p:nvPr/>
            </p:nvSpPr>
            <p:spPr bwMode="auto">
              <a:xfrm rot="0" flipH="0" flipV="0">
                <a:off x="1768667" y="608675"/>
                <a:ext cx="1037485" cy="472023"/>
              </a:xfrm>
              <a:prstGeom prst="flowChartAlternateProcess">
                <a:avLst/>
              </a:prstGeom>
              <a:noFill/>
              <a:ln w="38100" cap="flat" cmpd="sng" algn="ctr">
                <a:solidFill>
                  <a:srgbClr val="FF0000"/>
                </a:solidFill>
                <a:prstDash val="dash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740924849" name=""/>
              <p:cNvSpPr/>
              <p:nvPr/>
            </p:nvSpPr>
            <p:spPr bwMode="auto">
              <a:xfrm rot="0" flipH="0" flipV="0">
                <a:off x="1778193" y="70512"/>
                <a:ext cx="1037485" cy="472023"/>
              </a:xfrm>
              <a:prstGeom prst="flowChartAlternateProcess">
                <a:avLst/>
              </a:prstGeom>
              <a:noFill/>
              <a:ln w="38100" cap="flat" cmpd="sng" algn="ctr">
                <a:solidFill>
                  <a:srgbClr val="FF0000"/>
                </a:solidFill>
                <a:prstDash val="dash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/>
                </a:pPr>
                <a:endParaRPr/>
              </a:p>
            </p:txBody>
          </p:sp>
        </p:grpSp>
        <p:grpSp>
          <p:nvGrpSpPr>
            <p:cNvPr id="1402128869" name=""/>
            <p:cNvGrpSpPr/>
            <p:nvPr/>
          </p:nvGrpSpPr>
          <p:grpSpPr bwMode="auto">
            <a:xfrm>
              <a:off x="1527196" y="945804"/>
              <a:ext cx="8911460" cy="457341"/>
              <a:chOff x="0" y="0"/>
              <a:chExt cx="8911460" cy="457341"/>
            </a:xfrm>
          </p:grpSpPr>
          <p:sp>
            <p:nvSpPr>
              <p:cNvPr id="847348759" name=""/>
              <p:cNvSpPr txBox="1"/>
              <p:nvPr/>
            </p:nvSpPr>
            <p:spPr bwMode="auto">
              <a:xfrm rot="5400000" flipH="0" flipV="0">
                <a:off x="-26201" y="26559"/>
                <a:ext cx="418522" cy="36611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1800" b="1">
                    <a:latin typeface="Arial"/>
                    <a:ea typeface="Arial"/>
                    <a:cs typeface="Arial"/>
                  </a:rPr>
                  <a:t>…</a:t>
                </a:r>
                <a:endParaRPr sz="1800" b="1"/>
              </a:p>
            </p:txBody>
          </p:sp>
          <p:sp>
            <p:nvSpPr>
              <p:cNvPr id="1848785313" name=""/>
              <p:cNvSpPr txBox="1"/>
              <p:nvPr/>
            </p:nvSpPr>
            <p:spPr bwMode="auto">
              <a:xfrm rot="5400000" flipH="0" flipV="0">
                <a:off x="1231094" y="26559"/>
                <a:ext cx="418882" cy="36611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1800" b="1">
                    <a:latin typeface="Arial"/>
                    <a:ea typeface="Arial"/>
                    <a:cs typeface="Arial"/>
                  </a:rPr>
                  <a:t>…</a:t>
                </a:r>
                <a:endParaRPr sz="1800" b="1"/>
              </a:p>
            </p:txBody>
          </p:sp>
          <p:sp>
            <p:nvSpPr>
              <p:cNvPr id="1464329369" name=""/>
              <p:cNvSpPr txBox="1"/>
              <p:nvPr/>
            </p:nvSpPr>
            <p:spPr bwMode="auto">
              <a:xfrm rot="16199998" flipH="0" flipV="0">
                <a:off x="7128130" y="45610"/>
                <a:ext cx="418882" cy="36611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1800" b="1">
                    <a:latin typeface="Arial"/>
                    <a:ea typeface="Arial"/>
                    <a:cs typeface="Arial"/>
                  </a:rPr>
                  <a:t>…</a:t>
                </a:r>
                <a:endParaRPr sz="1800" b="1"/>
              </a:p>
            </p:txBody>
          </p:sp>
          <p:sp>
            <p:nvSpPr>
              <p:cNvPr id="1708139346" name=""/>
              <p:cNvSpPr txBox="1"/>
              <p:nvPr/>
            </p:nvSpPr>
            <p:spPr bwMode="auto">
              <a:xfrm rot="16199998" flipH="0" flipV="0">
                <a:off x="8518779" y="26560"/>
                <a:ext cx="419241" cy="36611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1800" b="1">
                    <a:latin typeface="Arial"/>
                    <a:ea typeface="Arial"/>
                    <a:cs typeface="Arial"/>
                  </a:rPr>
                  <a:t>…</a:t>
                </a:r>
                <a:endParaRPr sz="1800" b="1"/>
              </a:p>
            </p:txBody>
          </p:sp>
          <p:sp>
            <p:nvSpPr>
              <p:cNvPr id="1084465711" name=""/>
              <p:cNvSpPr txBox="1"/>
              <p:nvPr/>
            </p:nvSpPr>
            <p:spPr bwMode="auto">
              <a:xfrm rot="16199998" flipH="0" flipV="0">
                <a:off x="3459944" y="64660"/>
                <a:ext cx="418882" cy="36611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1800" b="1">
                    <a:latin typeface="Arial"/>
                    <a:ea typeface="Arial"/>
                    <a:cs typeface="Arial"/>
                  </a:rPr>
                  <a:t>…</a:t>
                </a:r>
                <a:endParaRPr sz="1800" b="1"/>
              </a:p>
            </p:txBody>
          </p:sp>
          <p:sp>
            <p:nvSpPr>
              <p:cNvPr id="904263406" name=""/>
              <p:cNvSpPr txBox="1"/>
              <p:nvPr/>
            </p:nvSpPr>
            <p:spPr bwMode="auto">
              <a:xfrm rot="5400000" flipH="0" flipV="0">
                <a:off x="4983943" y="64660"/>
                <a:ext cx="419241" cy="36611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1800" b="1">
                    <a:latin typeface="Arial"/>
                    <a:ea typeface="Arial"/>
                    <a:cs typeface="Arial"/>
                  </a:rPr>
                  <a:t>…</a:t>
                </a:r>
                <a:endParaRPr sz="1800" b="1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7499199" name="Title 1"/>
          <p:cNvSpPr>
            <a:spLocks noGrp="1"/>
          </p:cNvSpPr>
          <p:nvPr>
            <p:ph type="title"/>
          </p:nvPr>
        </p:nvSpPr>
        <p:spPr bwMode="auto">
          <a:xfrm>
            <a:off x="838198" y="79374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fr-FR"/>
              <a:t>Alternatives to last step(s) of prev slide</a:t>
            </a:r>
            <a:endParaRPr/>
          </a:p>
        </p:txBody>
      </p:sp>
      <p:grpSp>
        <p:nvGrpSpPr>
          <p:cNvPr id="168862555" name=""/>
          <p:cNvGrpSpPr/>
          <p:nvPr/>
        </p:nvGrpSpPr>
        <p:grpSpPr bwMode="auto">
          <a:xfrm>
            <a:off x="135653" y="3011641"/>
            <a:ext cx="11844783" cy="1666873"/>
            <a:chOff x="0" y="0"/>
            <a:chExt cx="11844783" cy="1666873"/>
          </a:xfrm>
        </p:grpSpPr>
        <p:sp>
          <p:nvSpPr>
            <p:cNvPr id="332074662" name=""/>
            <p:cNvSpPr/>
            <p:nvPr/>
          </p:nvSpPr>
          <p:spPr bwMode="auto">
            <a:xfrm rot="0" flipH="0" flipV="0">
              <a:off x="943591" y="0"/>
              <a:ext cx="2687643" cy="1666873"/>
            </a:xfrm>
            <a:prstGeom prst="flowChartAlternateProcess">
              <a:avLst/>
            </a:prstGeom>
            <a:solidFill>
              <a:schemeClr val="accent1">
                <a:lumMod val="40000"/>
                <a:lumOff val="60000"/>
                <a:alpha val="24999"/>
              </a:schemeClr>
            </a:solidFill>
            <a:ln w="28575" cap="flat" cmpd="sng" algn="ctr">
              <a:solidFill>
                <a:srgbClr val="0095FF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57924958" name=""/>
            <p:cNvSpPr/>
            <p:nvPr/>
          </p:nvSpPr>
          <p:spPr bwMode="auto">
            <a:xfrm rot="0" flipH="0" flipV="0">
              <a:off x="3795538" y="0"/>
              <a:ext cx="634998" cy="1666873"/>
            </a:xfrm>
            <a:prstGeom prst="flowChartAlternateProcess">
              <a:avLst/>
            </a:prstGeom>
            <a:solidFill>
              <a:srgbClr val="E173FF">
                <a:alpha val="24999"/>
              </a:srgbClr>
            </a:solidFill>
            <a:ln w="28575" cap="flat" cmpd="sng" algn="ctr">
              <a:solidFill>
                <a:srgbClr val="DB4CFF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28732387" name=""/>
            <p:cNvSpPr/>
            <p:nvPr/>
          </p:nvSpPr>
          <p:spPr bwMode="auto">
            <a:xfrm rot="0" flipH="0" flipV="0">
              <a:off x="4594842" y="0"/>
              <a:ext cx="2687643" cy="1666873"/>
            </a:xfrm>
            <a:prstGeom prst="flowChartAlternateProcess">
              <a:avLst/>
            </a:prstGeom>
            <a:solidFill>
              <a:schemeClr val="accent1">
                <a:lumMod val="40000"/>
                <a:lumOff val="60000"/>
                <a:alpha val="24999"/>
              </a:schemeClr>
            </a:solidFill>
            <a:ln w="28575" cap="flat" cmpd="sng" algn="ctr">
              <a:solidFill>
                <a:srgbClr val="0095FF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245181204" name=""/>
            <p:cNvSpPr/>
            <p:nvPr/>
          </p:nvSpPr>
          <p:spPr bwMode="auto">
            <a:xfrm rot="0" flipH="0" flipV="0">
              <a:off x="7446787" y="0"/>
              <a:ext cx="634998" cy="1666873"/>
            </a:xfrm>
            <a:prstGeom prst="flowChartAlternateProcess">
              <a:avLst/>
            </a:prstGeom>
            <a:solidFill>
              <a:srgbClr val="E173FF">
                <a:alpha val="24999"/>
              </a:srgbClr>
            </a:solidFill>
            <a:ln w="28575" cap="flat" cmpd="sng" algn="ctr">
              <a:solidFill>
                <a:srgbClr val="DB4CFF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14388406" name=""/>
            <p:cNvSpPr/>
            <p:nvPr/>
          </p:nvSpPr>
          <p:spPr bwMode="auto">
            <a:xfrm rot="0" flipH="0" flipV="0">
              <a:off x="8265501" y="0"/>
              <a:ext cx="2687643" cy="1666873"/>
            </a:xfrm>
            <a:prstGeom prst="flowChartAlternateProcess">
              <a:avLst/>
            </a:prstGeom>
            <a:solidFill>
              <a:schemeClr val="accent1">
                <a:lumMod val="40000"/>
                <a:lumOff val="60000"/>
                <a:alpha val="24999"/>
              </a:schemeClr>
            </a:solidFill>
            <a:ln w="28575" cap="flat" cmpd="sng" algn="ctr">
              <a:solidFill>
                <a:srgbClr val="0095FF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790579770" name=""/>
            <p:cNvSpPr/>
            <p:nvPr/>
          </p:nvSpPr>
          <p:spPr bwMode="auto">
            <a:xfrm rot="0" flipH="0" flipV="0">
              <a:off x="11092296" y="0"/>
              <a:ext cx="752486" cy="1666873"/>
            </a:xfrm>
            <a:prstGeom prst="flowChartAlternateProcess">
              <a:avLst/>
            </a:prstGeom>
            <a:solidFill>
              <a:srgbClr val="92D050">
                <a:alpha val="24999"/>
              </a:srgbClr>
            </a:solidFill>
            <a:ln w="28575" cap="flat" cmpd="sng" algn="ctr">
              <a:solidFill>
                <a:srgbClr val="00B05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817943312" name=""/>
            <p:cNvSpPr/>
            <p:nvPr/>
          </p:nvSpPr>
          <p:spPr bwMode="auto">
            <a:xfrm rot="0" flipH="0" flipV="0">
              <a:off x="0" y="0"/>
              <a:ext cx="752486" cy="1666873"/>
            </a:xfrm>
            <a:prstGeom prst="flowChartAlternateProcess">
              <a:avLst/>
            </a:prstGeom>
            <a:solidFill>
              <a:srgbClr val="92D050">
                <a:alpha val="24999"/>
              </a:srgbClr>
            </a:solidFill>
            <a:ln w="28575" cap="flat" cmpd="sng" algn="ctr">
              <a:solidFill>
                <a:srgbClr val="00B05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2782671" name=""/>
            <p:cNvSpPr/>
            <p:nvPr/>
          </p:nvSpPr>
          <p:spPr bwMode="auto">
            <a:xfrm rot="10800000" flipH="0" flipV="0">
              <a:off x="5764078" y="136461"/>
              <a:ext cx="349167" cy="349167"/>
            </a:xfrm>
            <a:prstGeom prst="ellipse">
              <a:avLst/>
            </a:prstGeom>
            <a:solidFill>
              <a:srgbClr val="00FF73"/>
            </a:solidFill>
            <a:ln w="25400" cap="flat" cmpd="sng" algn="ctr">
              <a:solidFill>
                <a:schemeClr val="tx1"/>
              </a:solidFill>
              <a:prstDash val="sys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61481522" name=""/>
            <p:cNvSpPr/>
            <p:nvPr/>
          </p:nvSpPr>
          <p:spPr bwMode="auto">
            <a:xfrm rot="10800000" flipH="0" flipV="0">
              <a:off x="2112828" y="1213560"/>
              <a:ext cx="349168" cy="349168"/>
            </a:xfrm>
            <a:prstGeom prst="ellipse">
              <a:avLst/>
            </a:prstGeom>
            <a:solidFill>
              <a:srgbClr val="00FF73"/>
            </a:solidFill>
            <a:ln w="25400" cap="flat" cmpd="sng" algn="ctr">
              <a:solidFill>
                <a:schemeClr val="tx1"/>
              </a:solidFill>
              <a:prstDash val="sys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972815339" name=""/>
            <p:cNvSpPr/>
            <p:nvPr/>
          </p:nvSpPr>
          <p:spPr bwMode="auto">
            <a:xfrm rot="10800000" flipH="0" flipV="0">
              <a:off x="133957" y="666353"/>
              <a:ext cx="349167" cy="349167"/>
            </a:xfrm>
            <a:prstGeom prst="ellipse">
              <a:avLst/>
            </a:prstGeom>
            <a:solidFill>
              <a:srgbClr val="E173FF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47994557" name=""/>
            <p:cNvSpPr/>
            <p:nvPr/>
          </p:nvSpPr>
          <p:spPr bwMode="auto">
            <a:xfrm rot="0" flipH="0" flipV="0">
              <a:off x="9434738" y="666351"/>
              <a:ext cx="349167" cy="349167"/>
            </a:xfrm>
            <a:prstGeom prst="ellipse">
              <a:avLst/>
            </a:prstGeom>
            <a:solidFill>
              <a:srgbClr val="00FF73"/>
            </a:solidFill>
            <a:ln w="25400" cap="flat" cmpd="sng" algn="ctr">
              <a:solidFill>
                <a:schemeClr val="tx1"/>
              </a:solidFill>
              <a:prstDash val="sys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61579451" name=""/>
            <p:cNvSpPr/>
            <p:nvPr/>
          </p:nvSpPr>
          <p:spPr bwMode="auto">
            <a:xfrm rot="0" flipH="0" flipV="0">
              <a:off x="11400512" y="666351"/>
              <a:ext cx="349167" cy="349167"/>
            </a:xfrm>
            <a:prstGeom prst="ellipse">
              <a:avLst/>
            </a:prstGeom>
            <a:solidFill>
              <a:srgbClr val="E173FF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138305965" name=""/>
            <p:cNvGrpSpPr/>
            <p:nvPr/>
          </p:nvGrpSpPr>
          <p:grpSpPr bwMode="auto">
            <a:xfrm rot="1140159" flipH="0" flipV="0">
              <a:off x="479414" y="1023134"/>
              <a:ext cx="1641186" cy="148114"/>
              <a:chOff x="0" y="0"/>
              <a:chExt cx="1641186" cy="148114"/>
            </a:xfrm>
          </p:grpSpPr>
          <p:grpSp>
            <p:nvGrpSpPr>
              <p:cNvPr id="1797210763" name=""/>
              <p:cNvGrpSpPr/>
              <p:nvPr/>
            </p:nvGrpSpPr>
            <p:grpSpPr bwMode="auto">
              <a:xfrm flipH="0" flipV="0">
                <a:off x="0" y="0"/>
                <a:ext cx="550910" cy="148114"/>
                <a:chOff x="0" y="0"/>
                <a:chExt cx="550910" cy="148114"/>
              </a:xfrm>
            </p:grpSpPr>
            <p:grpSp>
              <p:nvGrpSpPr>
                <p:cNvPr id="1298119127" name=""/>
                <p:cNvGrpSpPr/>
                <p:nvPr/>
              </p:nvGrpSpPr>
              <p:grpSpPr bwMode="auto">
                <a:xfrm flipH="0" flipV="0">
                  <a:off x="0" y="0"/>
                  <a:ext cx="276708" cy="148114"/>
                  <a:chOff x="0" y="0"/>
                  <a:chExt cx="276708" cy="148114"/>
                </a:xfrm>
              </p:grpSpPr>
              <p:sp>
                <p:nvSpPr>
                  <p:cNvPr id="996999292" name=""/>
                  <p:cNvSpPr/>
                  <p:nvPr/>
                </p:nvSpPr>
                <p:spPr bwMode="auto">
                  <a:xfrm rot="0" flipH="0" flipV="0">
                    <a:off x="0" y="23697"/>
                    <a:ext cx="14044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2059594099" name=""/>
                  <p:cNvSpPr/>
                  <p:nvPr/>
                </p:nvSpPr>
                <p:spPr bwMode="auto">
                  <a:xfrm rot="16199998" flipH="0" flipV="0">
                    <a:off x="8013" y="15682"/>
                    <a:ext cx="124416" cy="14044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593514309" name=""/>
                  <p:cNvSpPr/>
                  <p:nvPr/>
                </p:nvSpPr>
                <p:spPr bwMode="auto">
                  <a:xfrm rot="10800000" flipH="0" flipV="0">
                    <a:off x="136263" y="0"/>
                    <a:ext cx="14044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995025692" name=""/>
                  <p:cNvSpPr/>
                  <p:nvPr/>
                </p:nvSpPr>
                <p:spPr bwMode="auto">
                  <a:xfrm rot="5400000" flipH="0" flipV="0">
                    <a:off x="144277" y="-8013"/>
                    <a:ext cx="124416" cy="14044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967577628" name=""/>
                <p:cNvGrpSpPr/>
                <p:nvPr/>
              </p:nvGrpSpPr>
              <p:grpSpPr bwMode="auto">
                <a:xfrm flipH="0" flipV="0">
                  <a:off x="274200" y="0"/>
                  <a:ext cx="276708" cy="148114"/>
                  <a:chOff x="0" y="0"/>
                  <a:chExt cx="276708" cy="148114"/>
                </a:xfrm>
              </p:grpSpPr>
              <p:sp>
                <p:nvSpPr>
                  <p:cNvPr id="135229663" name=""/>
                  <p:cNvSpPr/>
                  <p:nvPr/>
                </p:nvSpPr>
                <p:spPr bwMode="auto">
                  <a:xfrm rot="0" flipH="0" flipV="0">
                    <a:off x="0" y="23697"/>
                    <a:ext cx="14044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617214469" name=""/>
                  <p:cNvSpPr/>
                  <p:nvPr/>
                </p:nvSpPr>
                <p:spPr bwMode="auto">
                  <a:xfrm rot="16199998" flipH="0" flipV="0">
                    <a:off x="8013" y="15682"/>
                    <a:ext cx="124416" cy="14044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500122331" name=""/>
                  <p:cNvSpPr/>
                  <p:nvPr/>
                </p:nvSpPr>
                <p:spPr bwMode="auto">
                  <a:xfrm rot="10800000" flipH="0" flipV="0">
                    <a:off x="136263" y="0"/>
                    <a:ext cx="14044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729982187" name=""/>
                  <p:cNvSpPr/>
                  <p:nvPr/>
                </p:nvSpPr>
                <p:spPr bwMode="auto">
                  <a:xfrm rot="5400000" flipH="0" flipV="0">
                    <a:off x="144277" y="-8013"/>
                    <a:ext cx="124416" cy="14044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  <p:grpSp>
            <p:nvGrpSpPr>
              <p:cNvPr id="1982803230" name=""/>
              <p:cNvGrpSpPr/>
              <p:nvPr/>
            </p:nvGrpSpPr>
            <p:grpSpPr bwMode="auto">
              <a:xfrm flipH="0" flipV="0">
                <a:off x="545135" y="0"/>
                <a:ext cx="550910" cy="148114"/>
                <a:chOff x="0" y="0"/>
                <a:chExt cx="550910" cy="148114"/>
              </a:xfrm>
            </p:grpSpPr>
            <p:grpSp>
              <p:nvGrpSpPr>
                <p:cNvPr id="2140403840" name=""/>
                <p:cNvGrpSpPr/>
                <p:nvPr/>
              </p:nvGrpSpPr>
              <p:grpSpPr bwMode="auto">
                <a:xfrm flipH="0" flipV="0">
                  <a:off x="0" y="0"/>
                  <a:ext cx="276708" cy="148114"/>
                  <a:chOff x="0" y="0"/>
                  <a:chExt cx="276708" cy="148114"/>
                </a:xfrm>
              </p:grpSpPr>
              <p:sp>
                <p:nvSpPr>
                  <p:cNvPr id="622779190" name=""/>
                  <p:cNvSpPr/>
                  <p:nvPr/>
                </p:nvSpPr>
                <p:spPr bwMode="auto">
                  <a:xfrm rot="0" flipH="0" flipV="0">
                    <a:off x="0" y="23697"/>
                    <a:ext cx="14044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757332466" name=""/>
                  <p:cNvSpPr/>
                  <p:nvPr/>
                </p:nvSpPr>
                <p:spPr bwMode="auto">
                  <a:xfrm rot="16199998" flipH="0" flipV="0">
                    <a:off x="8013" y="15682"/>
                    <a:ext cx="124416" cy="14044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863409458" name=""/>
                  <p:cNvSpPr/>
                  <p:nvPr/>
                </p:nvSpPr>
                <p:spPr bwMode="auto">
                  <a:xfrm rot="10800000" flipH="0" flipV="0">
                    <a:off x="136263" y="0"/>
                    <a:ext cx="14044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596339460" name=""/>
                  <p:cNvSpPr/>
                  <p:nvPr/>
                </p:nvSpPr>
                <p:spPr bwMode="auto">
                  <a:xfrm rot="5400000" flipH="0" flipV="0">
                    <a:off x="144277" y="-8013"/>
                    <a:ext cx="124416" cy="14044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1178700061" name=""/>
                <p:cNvGrpSpPr/>
                <p:nvPr/>
              </p:nvGrpSpPr>
              <p:grpSpPr bwMode="auto">
                <a:xfrm flipH="0" flipV="0">
                  <a:off x="274200" y="0"/>
                  <a:ext cx="276708" cy="148114"/>
                  <a:chOff x="0" y="0"/>
                  <a:chExt cx="276708" cy="148114"/>
                </a:xfrm>
              </p:grpSpPr>
              <p:sp>
                <p:nvSpPr>
                  <p:cNvPr id="947847278" name=""/>
                  <p:cNvSpPr/>
                  <p:nvPr/>
                </p:nvSpPr>
                <p:spPr bwMode="auto">
                  <a:xfrm rot="0" flipH="0" flipV="0">
                    <a:off x="0" y="23697"/>
                    <a:ext cx="14044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620003670" name=""/>
                  <p:cNvSpPr/>
                  <p:nvPr/>
                </p:nvSpPr>
                <p:spPr bwMode="auto">
                  <a:xfrm rot="16199998" flipH="0" flipV="0">
                    <a:off x="8013" y="15682"/>
                    <a:ext cx="124416" cy="14044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232435964" name=""/>
                  <p:cNvSpPr/>
                  <p:nvPr/>
                </p:nvSpPr>
                <p:spPr bwMode="auto">
                  <a:xfrm rot="10800000" flipH="0" flipV="0">
                    <a:off x="136263" y="0"/>
                    <a:ext cx="14044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402385061" name=""/>
                  <p:cNvSpPr/>
                  <p:nvPr/>
                </p:nvSpPr>
                <p:spPr bwMode="auto">
                  <a:xfrm rot="5400000" flipH="0" flipV="0">
                    <a:off x="144277" y="-8013"/>
                    <a:ext cx="124416" cy="14044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  <p:grpSp>
            <p:nvGrpSpPr>
              <p:cNvPr id="26784246" name=""/>
              <p:cNvGrpSpPr/>
              <p:nvPr/>
            </p:nvGrpSpPr>
            <p:grpSpPr bwMode="auto">
              <a:xfrm flipH="0" flipV="0">
                <a:off x="1090271" y="0"/>
                <a:ext cx="550910" cy="148114"/>
                <a:chOff x="0" y="0"/>
                <a:chExt cx="550910" cy="148114"/>
              </a:xfrm>
            </p:grpSpPr>
            <p:grpSp>
              <p:nvGrpSpPr>
                <p:cNvPr id="600869947" name=""/>
                <p:cNvGrpSpPr/>
                <p:nvPr/>
              </p:nvGrpSpPr>
              <p:grpSpPr bwMode="auto">
                <a:xfrm flipH="0" flipV="0">
                  <a:off x="0" y="0"/>
                  <a:ext cx="276708" cy="148114"/>
                  <a:chOff x="0" y="0"/>
                  <a:chExt cx="276708" cy="148114"/>
                </a:xfrm>
              </p:grpSpPr>
              <p:sp>
                <p:nvSpPr>
                  <p:cNvPr id="1387240376" name=""/>
                  <p:cNvSpPr/>
                  <p:nvPr/>
                </p:nvSpPr>
                <p:spPr bwMode="auto">
                  <a:xfrm rot="0" flipH="0" flipV="0">
                    <a:off x="0" y="23697"/>
                    <a:ext cx="14044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249285089" name=""/>
                  <p:cNvSpPr/>
                  <p:nvPr/>
                </p:nvSpPr>
                <p:spPr bwMode="auto">
                  <a:xfrm rot="16199998" flipH="0" flipV="0">
                    <a:off x="8013" y="15682"/>
                    <a:ext cx="124416" cy="14044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294985057" name=""/>
                  <p:cNvSpPr/>
                  <p:nvPr/>
                </p:nvSpPr>
                <p:spPr bwMode="auto">
                  <a:xfrm rot="10800000" flipH="0" flipV="0">
                    <a:off x="136263" y="0"/>
                    <a:ext cx="14044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609153437" name=""/>
                  <p:cNvSpPr/>
                  <p:nvPr/>
                </p:nvSpPr>
                <p:spPr bwMode="auto">
                  <a:xfrm rot="5400000" flipH="0" flipV="0">
                    <a:off x="144277" y="-8013"/>
                    <a:ext cx="124416" cy="14044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1129917649" name=""/>
                <p:cNvGrpSpPr/>
                <p:nvPr/>
              </p:nvGrpSpPr>
              <p:grpSpPr bwMode="auto">
                <a:xfrm flipH="0" flipV="0">
                  <a:off x="274200" y="0"/>
                  <a:ext cx="276708" cy="148114"/>
                  <a:chOff x="0" y="0"/>
                  <a:chExt cx="276708" cy="148114"/>
                </a:xfrm>
              </p:grpSpPr>
              <p:sp>
                <p:nvSpPr>
                  <p:cNvPr id="1104657250" name=""/>
                  <p:cNvSpPr/>
                  <p:nvPr/>
                </p:nvSpPr>
                <p:spPr bwMode="auto">
                  <a:xfrm rot="0" flipH="0" flipV="0">
                    <a:off x="0" y="23697"/>
                    <a:ext cx="14044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005616422" name=""/>
                  <p:cNvSpPr/>
                  <p:nvPr/>
                </p:nvSpPr>
                <p:spPr bwMode="auto">
                  <a:xfrm rot="16199998" flipH="0" flipV="0">
                    <a:off x="8013" y="15682"/>
                    <a:ext cx="124416" cy="14044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140102290" name=""/>
                  <p:cNvSpPr/>
                  <p:nvPr/>
                </p:nvSpPr>
                <p:spPr bwMode="auto">
                  <a:xfrm rot="10800000" flipH="0" flipV="0">
                    <a:off x="136263" y="0"/>
                    <a:ext cx="14044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910923609" name=""/>
                  <p:cNvSpPr/>
                  <p:nvPr/>
                </p:nvSpPr>
                <p:spPr bwMode="auto">
                  <a:xfrm rot="5400000" flipH="0" flipV="0">
                    <a:off x="144277" y="-8013"/>
                    <a:ext cx="124416" cy="14044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</p:grpSp>
        <p:grpSp>
          <p:nvGrpSpPr>
            <p:cNvPr id="1663661083" name=""/>
            <p:cNvGrpSpPr/>
            <p:nvPr/>
          </p:nvGrpSpPr>
          <p:grpSpPr bwMode="auto">
            <a:xfrm rot="20450642" flipH="0" flipV="0">
              <a:off x="2413080" y="759992"/>
              <a:ext cx="3405907" cy="170654"/>
              <a:chOff x="0" y="0"/>
              <a:chExt cx="3405907" cy="170654"/>
            </a:xfrm>
          </p:grpSpPr>
          <p:grpSp>
            <p:nvGrpSpPr>
              <p:cNvPr id="399910104" name=""/>
              <p:cNvGrpSpPr/>
              <p:nvPr/>
            </p:nvGrpSpPr>
            <p:grpSpPr bwMode="auto">
              <a:xfrm flipH="0" flipV="0">
                <a:off x="0" y="0"/>
                <a:ext cx="1143290" cy="170654"/>
                <a:chOff x="0" y="0"/>
                <a:chExt cx="1143290" cy="170654"/>
              </a:xfrm>
            </p:grpSpPr>
            <p:grpSp>
              <p:nvGrpSpPr>
                <p:cNvPr id="2081633581" name=""/>
                <p:cNvGrpSpPr/>
                <p:nvPr/>
              </p:nvGrpSpPr>
              <p:grpSpPr bwMode="auto">
                <a:xfrm flipH="0" flipV="0">
                  <a:off x="0" y="0"/>
                  <a:ext cx="574247" cy="170654"/>
                  <a:chOff x="0" y="0"/>
                  <a:chExt cx="574247" cy="170654"/>
                </a:xfrm>
              </p:grpSpPr>
              <p:sp>
                <p:nvSpPr>
                  <p:cNvPr id="1096615941" name=""/>
                  <p:cNvSpPr/>
                  <p:nvPr/>
                </p:nvSpPr>
                <p:spPr bwMode="auto">
                  <a:xfrm rot="0" flipH="0" flipV="0">
                    <a:off x="0" y="27303"/>
                    <a:ext cx="291458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39780541" name=""/>
                  <p:cNvSpPr/>
                  <p:nvPr/>
                </p:nvSpPr>
                <p:spPr bwMode="auto">
                  <a:xfrm rot="16199998" flipH="0" flipV="0">
                    <a:off x="74055" y="-46750"/>
                    <a:ext cx="143349" cy="2914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9714925" name=""/>
                  <p:cNvSpPr/>
                  <p:nvPr/>
                </p:nvSpPr>
                <p:spPr bwMode="auto">
                  <a:xfrm rot="10800000" flipH="0" flipV="0">
                    <a:off x="282784" y="0"/>
                    <a:ext cx="291458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361918333" name=""/>
                  <p:cNvSpPr/>
                  <p:nvPr/>
                </p:nvSpPr>
                <p:spPr bwMode="auto">
                  <a:xfrm rot="5400000" flipH="0" flipV="0">
                    <a:off x="356841" y="-74054"/>
                    <a:ext cx="143349" cy="2914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1742530770" name=""/>
                <p:cNvGrpSpPr/>
                <p:nvPr/>
              </p:nvGrpSpPr>
              <p:grpSpPr bwMode="auto">
                <a:xfrm flipH="0" flipV="0">
                  <a:off x="569043" y="0"/>
                  <a:ext cx="574247" cy="170654"/>
                  <a:chOff x="0" y="0"/>
                  <a:chExt cx="574247" cy="170654"/>
                </a:xfrm>
              </p:grpSpPr>
              <p:sp>
                <p:nvSpPr>
                  <p:cNvPr id="324749142" name=""/>
                  <p:cNvSpPr/>
                  <p:nvPr/>
                </p:nvSpPr>
                <p:spPr bwMode="auto">
                  <a:xfrm rot="0" flipH="0" flipV="0">
                    <a:off x="0" y="27303"/>
                    <a:ext cx="291458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604311491" name=""/>
                  <p:cNvSpPr/>
                  <p:nvPr/>
                </p:nvSpPr>
                <p:spPr bwMode="auto">
                  <a:xfrm rot="16199998" flipH="0" flipV="0">
                    <a:off x="74055" y="-46750"/>
                    <a:ext cx="143349" cy="2914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833313026" name=""/>
                  <p:cNvSpPr/>
                  <p:nvPr/>
                </p:nvSpPr>
                <p:spPr bwMode="auto">
                  <a:xfrm rot="10800000" flipH="0" flipV="0">
                    <a:off x="282784" y="0"/>
                    <a:ext cx="291458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981850556" name=""/>
                  <p:cNvSpPr/>
                  <p:nvPr/>
                </p:nvSpPr>
                <p:spPr bwMode="auto">
                  <a:xfrm rot="5400000" flipH="0" flipV="0">
                    <a:off x="356841" y="-74054"/>
                    <a:ext cx="143349" cy="2914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  <p:grpSp>
            <p:nvGrpSpPr>
              <p:cNvPr id="1844299343" name=""/>
              <p:cNvGrpSpPr/>
              <p:nvPr/>
            </p:nvGrpSpPr>
            <p:grpSpPr bwMode="auto">
              <a:xfrm flipH="0" flipV="0">
                <a:off x="1131304" y="0"/>
                <a:ext cx="1143290" cy="170654"/>
                <a:chOff x="0" y="0"/>
                <a:chExt cx="1143290" cy="170654"/>
              </a:xfrm>
            </p:grpSpPr>
            <p:grpSp>
              <p:nvGrpSpPr>
                <p:cNvPr id="1543190300" name=""/>
                <p:cNvGrpSpPr/>
                <p:nvPr/>
              </p:nvGrpSpPr>
              <p:grpSpPr bwMode="auto">
                <a:xfrm flipH="0" flipV="0">
                  <a:off x="0" y="0"/>
                  <a:ext cx="574247" cy="170654"/>
                  <a:chOff x="0" y="0"/>
                  <a:chExt cx="574247" cy="170654"/>
                </a:xfrm>
              </p:grpSpPr>
              <p:sp>
                <p:nvSpPr>
                  <p:cNvPr id="553861256" name=""/>
                  <p:cNvSpPr/>
                  <p:nvPr/>
                </p:nvSpPr>
                <p:spPr bwMode="auto">
                  <a:xfrm rot="0" flipH="0" flipV="0">
                    <a:off x="0" y="27303"/>
                    <a:ext cx="291458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564473048" name=""/>
                  <p:cNvSpPr/>
                  <p:nvPr/>
                </p:nvSpPr>
                <p:spPr bwMode="auto">
                  <a:xfrm rot="16199998" flipH="0" flipV="0">
                    <a:off x="74055" y="-46750"/>
                    <a:ext cx="143349" cy="2914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854324636" name=""/>
                  <p:cNvSpPr/>
                  <p:nvPr/>
                </p:nvSpPr>
                <p:spPr bwMode="auto">
                  <a:xfrm rot="10800000" flipH="0" flipV="0">
                    <a:off x="282784" y="0"/>
                    <a:ext cx="291458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054011108" name=""/>
                  <p:cNvSpPr/>
                  <p:nvPr/>
                </p:nvSpPr>
                <p:spPr bwMode="auto">
                  <a:xfrm rot="5400000" flipH="0" flipV="0">
                    <a:off x="356841" y="-74054"/>
                    <a:ext cx="143349" cy="2914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1890792759" name=""/>
                <p:cNvGrpSpPr/>
                <p:nvPr/>
              </p:nvGrpSpPr>
              <p:grpSpPr bwMode="auto">
                <a:xfrm flipH="0" flipV="0">
                  <a:off x="569043" y="0"/>
                  <a:ext cx="574247" cy="170654"/>
                  <a:chOff x="0" y="0"/>
                  <a:chExt cx="574247" cy="170654"/>
                </a:xfrm>
              </p:grpSpPr>
              <p:sp>
                <p:nvSpPr>
                  <p:cNvPr id="347639771" name=""/>
                  <p:cNvSpPr/>
                  <p:nvPr/>
                </p:nvSpPr>
                <p:spPr bwMode="auto">
                  <a:xfrm rot="0" flipH="0" flipV="0">
                    <a:off x="0" y="27303"/>
                    <a:ext cx="291458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848573712" name=""/>
                  <p:cNvSpPr/>
                  <p:nvPr/>
                </p:nvSpPr>
                <p:spPr bwMode="auto">
                  <a:xfrm rot="16199998" flipH="0" flipV="0">
                    <a:off x="74055" y="-46750"/>
                    <a:ext cx="143349" cy="2914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748623304" name=""/>
                  <p:cNvSpPr/>
                  <p:nvPr/>
                </p:nvSpPr>
                <p:spPr bwMode="auto">
                  <a:xfrm rot="10800000" flipH="0" flipV="0">
                    <a:off x="282784" y="0"/>
                    <a:ext cx="291458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831712343" name=""/>
                  <p:cNvSpPr/>
                  <p:nvPr/>
                </p:nvSpPr>
                <p:spPr bwMode="auto">
                  <a:xfrm rot="5400000" flipH="0" flipV="0">
                    <a:off x="356841" y="-74054"/>
                    <a:ext cx="143349" cy="2914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  <p:grpSp>
            <p:nvGrpSpPr>
              <p:cNvPr id="846444746" name=""/>
              <p:cNvGrpSpPr/>
              <p:nvPr/>
            </p:nvGrpSpPr>
            <p:grpSpPr bwMode="auto">
              <a:xfrm flipH="0" flipV="0">
                <a:off x="2262610" y="0"/>
                <a:ext cx="1143290" cy="170654"/>
                <a:chOff x="0" y="0"/>
                <a:chExt cx="1143290" cy="170654"/>
              </a:xfrm>
            </p:grpSpPr>
            <p:grpSp>
              <p:nvGrpSpPr>
                <p:cNvPr id="748175574" name=""/>
                <p:cNvGrpSpPr/>
                <p:nvPr/>
              </p:nvGrpSpPr>
              <p:grpSpPr bwMode="auto">
                <a:xfrm flipH="0" flipV="0">
                  <a:off x="0" y="0"/>
                  <a:ext cx="574247" cy="170654"/>
                  <a:chOff x="0" y="0"/>
                  <a:chExt cx="574247" cy="170654"/>
                </a:xfrm>
              </p:grpSpPr>
              <p:sp>
                <p:nvSpPr>
                  <p:cNvPr id="310620520" name=""/>
                  <p:cNvSpPr/>
                  <p:nvPr/>
                </p:nvSpPr>
                <p:spPr bwMode="auto">
                  <a:xfrm rot="0" flipH="0" flipV="0">
                    <a:off x="0" y="27303"/>
                    <a:ext cx="291458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213222628" name=""/>
                  <p:cNvSpPr/>
                  <p:nvPr/>
                </p:nvSpPr>
                <p:spPr bwMode="auto">
                  <a:xfrm rot="16199998" flipH="0" flipV="0">
                    <a:off x="74055" y="-46750"/>
                    <a:ext cx="143349" cy="2914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490269052" name=""/>
                  <p:cNvSpPr/>
                  <p:nvPr/>
                </p:nvSpPr>
                <p:spPr bwMode="auto">
                  <a:xfrm rot="10800000" flipH="0" flipV="0">
                    <a:off x="282784" y="0"/>
                    <a:ext cx="291458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2147125993" name=""/>
                  <p:cNvSpPr/>
                  <p:nvPr/>
                </p:nvSpPr>
                <p:spPr bwMode="auto">
                  <a:xfrm rot="5400000" flipH="0" flipV="0">
                    <a:off x="356841" y="-74054"/>
                    <a:ext cx="143349" cy="2914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562195159" name=""/>
                <p:cNvGrpSpPr/>
                <p:nvPr/>
              </p:nvGrpSpPr>
              <p:grpSpPr bwMode="auto">
                <a:xfrm flipH="0" flipV="0">
                  <a:off x="569043" y="0"/>
                  <a:ext cx="574247" cy="170654"/>
                  <a:chOff x="0" y="0"/>
                  <a:chExt cx="574247" cy="170654"/>
                </a:xfrm>
              </p:grpSpPr>
              <p:sp>
                <p:nvSpPr>
                  <p:cNvPr id="481964542" name=""/>
                  <p:cNvSpPr/>
                  <p:nvPr/>
                </p:nvSpPr>
                <p:spPr bwMode="auto">
                  <a:xfrm rot="0" flipH="0" flipV="0">
                    <a:off x="0" y="27303"/>
                    <a:ext cx="291458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506946626" name=""/>
                  <p:cNvSpPr/>
                  <p:nvPr/>
                </p:nvSpPr>
                <p:spPr bwMode="auto">
                  <a:xfrm rot="16199998" flipH="0" flipV="0">
                    <a:off x="74055" y="-46750"/>
                    <a:ext cx="143349" cy="2914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497568946" name=""/>
                  <p:cNvSpPr/>
                  <p:nvPr/>
                </p:nvSpPr>
                <p:spPr bwMode="auto">
                  <a:xfrm rot="10800000" flipH="0" flipV="0">
                    <a:off x="282784" y="0"/>
                    <a:ext cx="291458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981108119" name=""/>
                  <p:cNvSpPr/>
                  <p:nvPr/>
                </p:nvSpPr>
                <p:spPr bwMode="auto">
                  <a:xfrm rot="5400000" flipH="0" flipV="0">
                    <a:off x="356841" y="-74054"/>
                    <a:ext cx="143349" cy="2914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</p:grpSp>
        <p:grpSp>
          <p:nvGrpSpPr>
            <p:cNvPr id="659423939" name=""/>
            <p:cNvGrpSpPr/>
            <p:nvPr/>
          </p:nvGrpSpPr>
          <p:grpSpPr bwMode="auto">
            <a:xfrm rot="0" flipH="0" flipV="0">
              <a:off x="9813127" y="784320"/>
              <a:ext cx="1587373" cy="148114"/>
              <a:chOff x="0" y="0"/>
              <a:chExt cx="1587373" cy="148114"/>
            </a:xfrm>
          </p:grpSpPr>
          <p:grpSp>
            <p:nvGrpSpPr>
              <p:cNvPr id="1830651526" name=""/>
              <p:cNvGrpSpPr/>
              <p:nvPr/>
            </p:nvGrpSpPr>
            <p:grpSpPr bwMode="auto">
              <a:xfrm flipH="0" flipV="0">
                <a:off x="0" y="0"/>
                <a:ext cx="532847" cy="148114"/>
                <a:chOff x="0" y="0"/>
                <a:chExt cx="532847" cy="148114"/>
              </a:xfrm>
            </p:grpSpPr>
            <p:grpSp>
              <p:nvGrpSpPr>
                <p:cNvPr id="1097897735" name=""/>
                <p:cNvGrpSpPr/>
                <p:nvPr/>
              </p:nvGrpSpPr>
              <p:grpSpPr bwMode="auto">
                <a:xfrm flipH="0" flipV="0">
                  <a:off x="0" y="0"/>
                  <a:ext cx="267636" cy="148114"/>
                  <a:chOff x="0" y="0"/>
                  <a:chExt cx="267636" cy="148114"/>
                </a:xfrm>
              </p:grpSpPr>
              <p:sp>
                <p:nvSpPr>
                  <p:cNvPr id="857402845" name=""/>
                  <p:cNvSpPr/>
                  <p:nvPr/>
                </p:nvSpPr>
                <p:spPr bwMode="auto">
                  <a:xfrm rot="0" flipH="0" flipV="0">
                    <a:off x="0" y="23697"/>
                    <a:ext cx="13583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028526290" name=""/>
                  <p:cNvSpPr/>
                  <p:nvPr/>
                </p:nvSpPr>
                <p:spPr bwMode="auto">
                  <a:xfrm rot="16199998" flipH="0" flipV="0">
                    <a:off x="5710" y="17984"/>
                    <a:ext cx="124416" cy="13583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731498251" name=""/>
                  <p:cNvSpPr/>
                  <p:nvPr/>
                </p:nvSpPr>
                <p:spPr bwMode="auto">
                  <a:xfrm rot="10800000" flipH="0" flipV="0">
                    <a:off x="131796" y="0"/>
                    <a:ext cx="13583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076527615" name=""/>
                  <p:cNvSpPr/>
                  <p:nvPr/>
                </p:nvSpPr>
                <p:spPr bwMode="auto">
                  <a:xfrm rot="5400000" flipH="0" flipV="0">
                    <a:off x="137507" y="-5711"/>
                    <a:ext cx="124416" cy="13583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782549440" name=""/>
                <p:cNvGrpSpPr/>
                <p:nvPr/>
              </p:nvGrpSpPr>
              <p:grpSpPr bwMode="auto">
                <a:xfrm flipH="0" flipV="0">
                  <a:off x="265210" y="0"/>
                  <a:ext cx="267636" cy="148114"/>
                  <a:chOff x="0" y="0"/>
                  <a:chExt cx="267636" cy="148114"/>
                </a:xfrm>
              </p:grpSpPr>
              <p:sp>
                <p:nvSpPr>
                  <p:cNvPr id="877747877" name=""/>
                  <p:cNvSpPr/>
                  <p:nvPr/>
                </p:nvSpPr>
                <p:spPr bwMode="auto">
                  <a:xfrm rot="0" flipH="0" flipV="0">
                    <a:off x="0" y="23697"/>
                    <a:ext cx="13583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596153728" name=""/>
                  <p:cNvSpPr/>
                  <p:nvPr/>
                </p:nvSpPr>
                <p:spPr bwMode="auto">
                  <a:xfrm rot="16199998" flipH="0" flipV="0">
                    <a:off x="5710" y="17984"/>
                    <a:ext cx="124416" cy="13583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908231261" name=""/>
                  <p:cNvSpPr/>
                  <p:nvPr/>
                </p:nvSpPr>
                <p:spPr bwMode="auto">
                  <a:xfrm rot="10800000" flipH="0" flipV="0">
                    <a:off x="131796" y="0"/>
                    <a:ext cx="13583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262782833" name=""/>
                  <p:cNvSpPr/>
                  <p:nvPr/>
                </p:nvSpPr>
                <p:spPr bwMode="auto">
                  <a:xfrm rot="5400000" flipH="0" flipV="0">
                    <a:off x="137507" y="-5711"/>
                    <a:ext cx="124416" cy="13583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  <p:grpSp>
            <p:nvGrpSpPr>
              <p:cNvPr id="1948731875" name=""/>
              <p:cNvGrpSpPr/>
              <p:nvPr/>
            </p:nvGrpSpPr>
            <p:grpSpPr bwMode="auto">
              <a:xfrm flipH="0" flipV="0">
                <a:off x="527260" y="0"/>
                <a:ext cx="532847" cy="148114"/>
                <a:chOff x="0" y="0"/>
                <a:chExt cx="532847" cy="148114"/>
              </a:xfrm>
            </p:grpSpPr>
            <p:grpSp>
              <p:nvGrpSpPr>
                <p:cNvPr id="1237597835" name=""/>
                <p:cNvGrpSpPr/>
                <p:nvPr/>
              </p:nvGrpSpPr>
              <p:grpSpPr bwMode="auto">
                <a:xfrm flipH="0" flipV="0">
                  <a:off x="0" y="0"/>
                  <a:ext cx="267636" cy="148114"/>
                  <a:chOff x="0" y="0"/>
                  <a:chExt cx="267636" cy="148114"/>
                </a:xfrm>
              </p:grpSpPr>
              <p:sp>
                <p:nvSpPr>
                  <p:cNvPr id="1705648693" name=""/>
                  <p:cNvSpPr/>
                  <p:nvPr/>
                </p:nvSpPr>
                <p:spPr bwMode="auto">
                  <a:xfrm rot="0" flipH="0" flipV="0">
                    <a:off x="0" y="23697"/>
                    <a:ext cx="13583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420165771" name=""/>
                  <p:cNvSpPr/>
                  <p:nvPr/>
                </p:nvSpPr>
                <p:spPr bwMode="auto">
                  <a:xfrm rot="16199998" flipH="0" flipV="0">
                    <a:off x="5710" y="17984"/>
                    <a:ext cx="124416" cy="13583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876457162" name=""/>
                  <p:cNvSpPr/>
                  <p:nvPr/>
                </p:nvSpPr>
                <p:spPr bwMode="auto">
                  <a:xfrm rot="10800000" flipH="0" flipV="0">
                    <a:off x="131796" y="0"/>
                    <a:ext cx="13583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214504048" name=""/>
                  <p:cNvSpPr/>
                  <p:nvPr/>
                </p:nvSpPr>
                <p:spPr bwMode="auto">
                  <a:xfrm rot="5400000" flipH="0" flipV="0">
                    <a:off x="137507" y="-5711"/>
                    <a:ext cx="124416" cy="13583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1609304673" name=""/>
                <p:cNvGrpSpPr/>
                <p:nvPr/>
              </p:nvGrpSpPr>
              <p:grpSpPr bwMode="auto">
                <a:xfrm flipH="0" flipV="0">
                  <a:off x="265210" y="0"/>
                  <a:ext cx="267636" cy="148114"/>
                  <a:chOff x="0" y="0"/>
                  <a:chExt cx="267636" cy="148114"/>
                </a:xfrm>
              </p:grpSpPr>
              <p:sp>
                <p:nvSpPr>
                  <p:cNvPr id="1833952981" name=""/>
                  <p:cNvSpPr/>
                  <p:nvPr/>
                </p:nvSpPr>
                <p:spPr bwMode="auto">
                  <a:xfrm rot="0" flipH="0" flipV="0">
                    <a:off x="0" y="23697"/>
                    <a:ext cx="13583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829754064" name=""/>
                  <p:cNvSpPr/>
                  <p:nvPr/>
                </p:nvSpPr>
                <p:spPr bwMode="auto">
                  <a:xfrm rot="16199998" flipH="0" flipV="0">
                    <a:off x="5710" y="17984"/>
                    <a:ext cx="124416" cy="13583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042224999" name=""/>
                  <p:cNvSpPr/>
                  <p:nvPr/>
                </p:nvSpPr>
                <p:spPr bwMode="auto">
                  <a:xfrm rot="10800000" flipH="0" flipV="0">
                    <a:off x="131796" y="0"/>
                    <a:ext cx="13583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283197385" name=""/>
                  <p:cNvSpPr/>
                  <p:nvPr/>
                </p:nvSpPr>
                <p:spPr bwMode="auto">
                  <a:xfrm rot="5400000" flipH="0" flipV="0">
                    <a:off x="137507" y="-5711"/>
                    <a:ext cx="124416" cy="13583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  <p:grpSp>
            <p:nvGrpSpPr>
              <p:cNvPr id="1549396305" name=""/>
              <p:cNvGrpSpPr/>
              <p:nvPr/>
            </p:nvGrpSpPr>
            <p:grpSpPr bwMode="auto">
              <a:xfrm flipH="0" flipV="0">
                <a:off x="1054522" y="0"/>
                <a:ext cx="532847" cy="148114"/>
                <a:chOff x="0" y="0"/>
                <a:chExt cx="532847" cy="148114"/>
              </a:xfrm>
            </p:grpSpPr>
            <p:grpSp>
              <p:nvGrpSpPr>
                <p:cNvPr id="513415625" name=""/>
                <p:cNvGrpSpPr/>
                <p:nvPr/>
              </p:nvGrpSpPr>
              <p:grpSpPr bwMode="auto">
                <a:xfrm flipH="0" flipV="0">
                  <a:off x="0" y="0"/>
                  <a:ext cx="267636" cy="148114"/>
                  <a:chOff x="0" y="0"/>
                  <a:chExt cx="267636" cy="148114"/>
                </a:xfrm>
              </p:grpSpPr>
              <p:sp>
                <p:nvSpPr>
                  <p:cNvPr id="338652811" name=""/>
                  <p:cNvSpPr/>
                  <p:nvPr/>
                </p:nvSpPr>
                <p:spPr bwMode="auto">
                  <a:xfrm rot="0" flipH="0" flipV="0">
                    <a:off x="0" y="23697"/>
                    <a:ext cx="13583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518683324" name=""/>
                  <p:cNvSpPr/>
                  <p:nvPr/>
                </p:nvSpPr>
                <p:spPr bwMode="auto">
                  <a:xfrm rot="16199998" flipH="0" flipV="0">
                    <a:off x="5710" y="17984"/>
                    <a:ext cx="124416" cy="13583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319779843" name=""/>
                  <p:cNvSpPr/>
                  <p:nvPr/>
                </p:nvSpPr>
                <p:spPr bwMode="auto">
                  <a:xfrm rot="10800000" flipH="0" flipV="0">
                    <a:off x="131796" y="0"/>
                    <a:ext cx="13583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2123652502" name=""/>
                  <p:cNvSpPr/>
                  <p:nvPr/>
                </p:nvSpPr>
                <p:spPr bwMode="auto">
                  <a:xfrm rot="5400000" flipH="0" flipV="0">
                    <a:off x="137507" y="-5711"/>
                    <a:ext cx="124416" cy="13583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1686360435" name=""/>
                <p:cNvGrpSpPr/>
                <p:nvPr/>
              </p:nvGrpSpPr>
              <p:grpSpPr bwMode="auto">
                <a:xfrm flipH="0" flipV="0">
                  <a:off x="265210" y="0"/>
                  <a:ext cx="267636" cy="148114"/>
                  <a:chOff x="0" y="0"/>
                  <a:chExt cx="267636" cy="148114"/>
                </a:xfrm>
              </p:grpSpPr>
              <p:sp>
                <p:nvSpPr>
                  <p:cNvPr id="1113244265" name=""/>
                  <p:cNvSpPr/>
                  <p:nvPr/>
                </p:nvSpPr>
                <p:spPr bwMode="auto">
                  <a:xfrm rot="0" flipH="0" flipV="0">
                    <a:off x="0" y="23697"/>
                    <a:ext cx="13583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2118493161" name=""/>
                  <p:cNvSpPr/>
                  <p:nvPr/>
                </p:nvSpPr>
                <p:spPr bwMode="auto">
                  <a:xfrm rot="16199998" flipH="0" flipV="0">
                    <a:off x="5710" y="17984"/>
                    <a:ext cx="124416" cy="13583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399964761" name=""/>
                  <p:cNvSpPr/>
                  <p:nvPr/>
                </p:nvSpPr>
                <p:spPr bwMode="auto">
                  <a:xfrm rot="10800000" flipH="0" flipV="0">
                    <a:off x="131796" y="0"/>
                    <a:ext cx="13583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600881218" name=""/>
                  <p:cNvSpPr/>
                  <p:nvPr/>
                </p:nvSpPr>
                <p:spPr bwMode="auto">
                  <a:xfrm rot="5400000" flipH="0" flipV="0">
                    <a:off x="137507" y="-5711"/>
                    <a:ext cx="124416" cy="13583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</p:grpSp>
        <p:grpSp>
          <p:nvGrpSpPr>
            <p:cNvPr id="1100468184" name=""/>
            <p:cNvGrpSpPr/>
            <p:nvPr/>
          </p:nvGrpSpPr>
          <p:grpSpPr bwMode="auto">
            <a:xfrm rot="489418" flipH="0" flipV="0">
              <a:off x="6114163" y="479603"/>
              <a:ext cx="3343214" cy="170654"/>
              <a:chOff x="0" y="0"/>
              <a:chExt cx="3343214" cy="170654"/>
            </a:xfrm>
          </p:grpSpPr>
          <p:grpSp>
            <p:nvGrpSpPr>
              <p:cNvPr id="138143904" name=""/>
              <p:cNvGrpSpPr/>
              <p:nvPr/>
            </p:nvGrpSpPr>
            <p:grpSpPr bwMode="auto">
              <a:xfrm flipH="0" flipV="0">
                <a:off x="0" y="0"/>
                <a:ext cx="1122246" cy="170654"/>
                <a:chOff x="0" y="0"/>
                <a:chExt cx="1122246" cy="170654"/>
              </a:xfrm>
            </p:grpSpPr>
            <p:grpSp>
              <p:nvGrpSpPr>
                <p:cNvPr id="669349577" name=""/>
                <p:cNvGrpSpPr/>
                <p:nvPr/>
              </p:nvGrpSpPr>
              <p:grpSpPr bwMode="auto">
                <a:xfrm flipH="0" flipV="0">
                  <a:off x="0" y="0"/>
                  <a:ext cx="563676" cy="170654"/>
                  <a:chOff x="0" y="0"/>
                  <a:chExt cx="563676" cy="170654"/>
                </a:xfrm>
              </p:grpSpPr>
              <p:sp>
                <p:nvSpPr>
                  <p:cNvPr id="256188278" name=""/>
                  <p:cNvSpPr/>
                  <p:nvPr/>
                </p:nvSpPr>
                <p:spPr bwMode="auto">
                  <a:xfrm rot="0" flipH="0" flipV="0">
                    <a:off x="0" y="27303"/>
                    <a:ext cx="286093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481341515" name=""/>
                  <p:cNvSpPr/>
                  <p:nvPr/>
                </p:nvSpPr>
                <p:spPr bwMode="auto">
                  <a:xfrm rot="16199998" flipH="0" flipV="0">
                    <a:off x="71372" y="-44067"/>
                    <a:ext cx="143349" cy="286093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926356232" name=""/>
                  <p:cNvSpPr/>
                  <p:nvPr/>
                </p:nvSpPr>
                <p:spPr bwMode="auto">
                  <a:xfrm rot="10800000" flipH="0" flipV="0">
                    <a:off x="277578" y="0"/>
                    <a:ext cx="286093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834036245" name=""/>
                  <p:cNvSpPr/>
                  <p:nvPr/>
                </p:nvSpPr>
                <p:spPr bwMode="auto">
                  <a:xfrm rot="5400000" flipH="0" flipV="0">
                    <a:off x="348952" y="-71371"/>
                    <a:ext cx="143349" cy="286093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1473987024" name=""/>
                <p:cNvGrpSpPr/>
                <p:nvPr/>
              </p:nvGrpSpPr>
              <p:grpSpPr bwMode="auto">
                <a:xfrm flipH="0" flipV="0">
                  <a:off x="558567" y="0"/>
                  <a:ext cx="563676" cy="170654"/>
                  <a:chOff x="0" y="0"/>
                  <a:chExt cx="563676" cy="170654"/>
                </a:xfrm>
              </p:grpSpPr>
              <p:sp>
                <p:nvSpPr>
                  <p:cNvPr id="1259764138" name=""/>
                  <p:cNvSpPr/>
                  <p:nvPr/>
                </p:nvSpPr>
                <p:spPr bwMode="auto">
                  <a:xfrm rot="0" flipH="0" flipV="0">
                    <a:off x="0" y="27303"/>
                    <a:ext cx="286093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883861342" name=""/>
                  <p:cNvSpPr/>
                  <p:nvPr/>
                </p:nvSpPr>
                <p:spPr bwMode="auto">
                  <a:xfrm rot="16199998" flipH="0" flipV="0">
                    <a:off x="71372" y="-44067"/>
                    <a:ext cx="143349" cy="286093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471380295" name=""/>
                  <p:cNvSpPr/>
                  <p:nvPr/>
                </p:nvSpPr>
                <p:spPr bwMode="auto">
                  <a:xfrm rot="10800000" flipH="0" flipV="0">
                    <a:off x="277578" y="0"/>
                    <a:ext cx="286093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2040253609" name=""/>
                  <p:cNvSpPr/>
                  <p:nvPr/>
                </p:nvSpPr>
                <p:spPr bwMode="auto">
                  <a:xfrm rot="5400000" flipH="0" flipV="0">
                    <a:off x="348952" y="-71371"/>
                    <a:ext cx="143349" cy="286093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  <p:grpSp>
            <p:nvGrpSpPr>
              <p:cNvPr id="1820687623" name=""/>
              <p:cNvGrpSpPr/>
              <p:nvPr/>
            </p:nvGrpSpPr>
            <p:grpSpPr bwMode="auto">
              <a:xfrm flipH="0" flipV="0">
                <a:off x="1110479" y="0"/>
                <a:ext cx="1122246" cy="170654"/>
                <a:chOff x="0" y="0"/>
                <a:chExt cx="1122246" cy="170654"/>
              </a:xfrm>
            </p:grpSpPr>
            <p:grpSp>
              <p:nvGrpSpPr>
                <p:cNvPr id="105247474" name=""/>
                <p:cNvGrpSpPr/>
                <p:nvPr/>
              </p:nvGrpSpPr>
              <p:grpSpPr bwMode="auto">
                <a:xfrm flipH="0" flipV="0">
                  <a:off x="0" y="0"/>
                  <a:ext cx="563676" cy="170654"/>
                  <a:chOff x="0" y="0"/>
                  <a:chExt cx="563676" cy="170654"/>
                </a:xfrm>
              </p:grpSpPr>
              <p:sp>
                <p:nvSpPr>
                  <p:cNvPr id="2106219892" name=""/>
                  <p:cNvSpPr/>
                  <p:nvPr/>
                </p:nvSpPr>
                <p:spPr bwMode="auto">
                  <a:xfrm rot="0" flipH="0" flipV="0">
                    <a:off x="0" y="27303"/>
                    <a:ext cx="286093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497067083" name=""/>
                  <p:cNvSpPr/>
                  <p:nvPr/>
                </p:nvSpPr>
                <p:spPr bwMode="auto">
                  <a:xfrm rot="16199998" flipH="0" flipV="0">
                    <a:off x="71372" y="-44067"/>
                    <a:ext cx="143349" cy="286093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778104230" name=""/>
                  <p:cNvSpPr/>
                  <p:nvPr/>
                </p:nvSpPr>
                <p:spPr bwMode="auto">
                  <a:xfrm rot="10800000" flipH="0" flipV="0">
                    <a:off x="277578" y="0"/>
                    <a:ext cx="286093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81403408" name=""/>
                  <p:cNvSpPr/>
                  <p:nvPr/>
                </p:nvSpPr>
                <p:spPr bwMode="auto">
                  <a:xfrm rot="5400000" flipH="0" flipV="0">
                    <a:off x="348952" y="-71371"/>
                    <a:ext cx="143349" cy="286093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120883541" name=""/>
                <p:cNvGrpSpPr/>
                <p:nvPr/>
              </p:nvGrpSpPr>
              <p:grpSpPr bwMode="auto">
                <a:xfrm flipH="0" flipV="0">
                  <a:off x="558567" y="0"/>
                  <a:ext cx="563676" cy="170654"/>
                  <a:chOff x="0" y="0"/>
                  <a:chExt cx="563676" cy="170654"/>
                </a:xfrm>
              </p:grpSpPr>
              <p:sp>
                <p:nvSpPr>
                  <p:cNvPr id="417927676" name=""/>
                  <p:cNvSpPr/>
                  <p:nvPr/>
                </p:nvSpPr>
                <p:spPr bwMode="auto">
                  <a:xfrm rot="0" flipH="0" flipV="0">
                    <a:off x="0" y="27303"/>
                    <a:ext cx="286093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861661878" name=""/>
                  <p:cNvSpPr/>
                  <p:nvPr/>
                </p:nvSpPr>
                <p:spPr bwMode="auto">
                  <a:xfrm rot="16199998" flipH="0" flipV="0">
                    <a:off x="71372" y="-44067"/>
                    <a:ext cx="143349" cy="286093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985256164" name=""/>
                  <p:cNvSpPr/>
                  <p:nvPr/>
                </p:nvSpPr>
                <p:spPr bwMode="auto">
                  <a:xfrm rot="10800000" flipH="0" flipV="0">
                    <a:off x="277578" y="0"/>
                    <a:ext cx="286093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550384514" name=""/>
                  <p:cNvSpPr/>
                  <p:nvPr/>
                </p:nvSpPr>
                <p:spPr bwMode="auto">
                  <a:xfrm rot="5400000" flipH="0" flipV="0">
                    <a:off x="348952" y="-71371"/>
                    <a:ext cx="143349" cy="286093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  <p:grpSp>
            <p:nvGrpSpPr>
              <p:cNvPr id="210822541" name=""/>
              <p:cNvGrpSpPr/>
              <p:nvPr/>
            </p:nvGrpSpPr>
            <p:grpSpPr bwMode="auto">
              <a:xfrm flipH="0" flipV="0">
                <a:off x="2220961" y="0"/>
                <a:ext cx="1122246" cy="170654"/>
                <a:chOff x="0" y="0"/>
                <a:chExt cx="1122246" cy="170654"/>
              </a:xfrm>
            </p:grpSpPr>
            <p:grpSp>
              <p:nvGrpSpPr>
                <p:cNvPr id="2064509865" name=""/>
                <p:cNvGrpSpPr/>
                <p:nvPr/>
              </p:nvGrpSpPr>
              <p:grpSpPr bwMode="auto">
                <a:xfrm flipH="0" flipV="0">
                  <a:off x="0" y="0"/>
                  <a:ext cx="563676" cy="170654"/>
                  <a:chOff x="0" y="0"/>
                  <a:chExt cx="563676" cy="170654"/>
                </a:xfrm>
              </p:grpSpPr>
              <p:sp>
                <p:nvSpPr>
                  <p:cNvPr id="373298904" name=""/>
                  <p:cNvSpPr/>
                  <p:nvPr/>
                </p:nvSpPr>
                <p:spPr bwMode="auto">
                  <a:xfrm rot="0" flipH="0" flipV="0">
                    <a:off x="0" y="27303"/>
                    <a:ext cx="286093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4897870" name=""/>
                  <p:cNvSpPr/>
                  <p:nvPr/>
                </p:nvSpPr>
                <p:spPr bwMode="auto">
                  <a:xfrm rot="16199998" flipH="0" flipV="0">
                    <a:off x="71372" y="-44067"/>
                    <a:ext cx="143349" cy="286093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3935400" name=""/>
                  <p:cNvSpPr/>
                  <p:nvPr/>
                </p:nvSpPr>
                <p:spPr bwMode="auto">
                  <a:xfrm rot="10800000" flipH="0" flipV="0">
                    <a:off x="277578" y="0"/>
                    <a:ext cx="286093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256014805" name=""/>
                  <p:cNvSpPr/>
                  <p:nvPr/>
                </p:nvSpPr>
                <p:spPr bwMode="auto">
                  <a:xfrm rot="5400000" flipH="0" flipV="0">
                    <a:off x="348952" y="-71371"/>
                    <a:ext cx="143349" cy="286093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858842610" name=""/>
                <p:cNvGrpSpPr/>
                <p:nvPr/>
              </p:nvGrpSpPr>
              <p:grpSpPr bwMode="auto">
                <a:xfrm flipH="0" flipV="0">
                  <a:off x="558567" y="0"/>
                  <a:ext cx="563676" cy="170654"/>
                  <a:chOff x="0" y="0"/>
                  <a:chExt cx="563676" cy="170654"/>
                </a:xfrm>
              </p:grpSpPr>
              <p:sp>
                <p:nvSpPr>
                  <p:cNvPr id="1974181528" name=""/>
                  <p:cNvSpPr/>
                  <p:nvPr/>
                </p:nvSpPr>
                <p:spPr bwMode="auto">
                  <a:xfrm rot="0" flipH="0" flipV="0">
                    <a:off x="0" y="27303"/>
                    <a:ext cx="286093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64771524" name=""/>
                  <p:cNvSpPr/>
                  <p:nvPr/>
                </p:nvSpPr>
                <p:spPr bwMode="auto">
                  <a:xfrm rot="16199998" flipH="0" flipV="0">
                    <a:off x="71372" y="-44067"/>
                    <a:ext cx="143349" cy="286093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914688521" name=""/>
                  <p:cNvSpPr/>
                  <p:nvPr/>
                </p:nvSpPr>
                <p:spPr bwMode="auto">
                  <a:xfrm rot="10800000" flipH="0" flipV="0">
                    <a:off x="277578" y="0"/>
                    <a:ext cx="286093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319890540" name=""/>
                  <p:cNvSpPr/>
                  <p:nvPr/>
                </p:nvSpPr>
                <p:spPr bwMode="auto">
                  <a:xfrm rot="5400000" flipH="0" flipV="0">
                    <a:off x="348952" y="-71371"/>
                    <a:ext cx="143349" cy="286093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</p:grpSp>
      </p:grpSp>
      <p:grpSp>
        <p:nvGrpSpPr>
          <p:cNvPr id="1697103319" name=""/>
          <p:cNvGrpSpPr/>
          <p:nvPr/>
        </p:nvGrpSpPr>
        <p:grpSpPr bwMode="auto">
          <a:xfrm>
            <a:off x="135654" y="4842029"/>
            <a:ext cx="11844783" cy="1666873"/>
            <a:chOff x="0" y="0"/>
            <a:chExt cx="11844783" cy="1666873"/>
          </a:xfrm>
        </p:grpSpPr>
        <p:grpSp>
          <p:nvGrpSpPr>
            <p:cNvPr id="645099237" name=""/>
            <p:cNvGrpSpPr/>
            <p:nvPr/>
          </p:nvGrpSpPr>
          <p:grpSpPr bwMode="auto">
            <a:xfrm rot="0" flipH="0" flipV="0">
              <a:off x="0" y="0"/>
              <a:ext cx="11844783" cy="1666873"/>
              <a:chOff x="0" y="0"/>
              <a:chExt cx="11844783" cy="1666873"/>
            </a:xfrm>
          </p:grpSpPr>
          <p:grpSp>
            <p:nvGrpSpPr>
              <p:cNvPr id="2077221660" name=""/>
              <p:cNvGrpSpPr/>
              <p:nvPr/>
            </p:nvGrpSpPr>
            <p:grpSpPr bwMode="auto">
              <a:xfrm>
                <a:off x="0" y="0"/>
                <a:ext cx="11844783" cy="1666873"/>
                <a:chOff x="0" y="0"/>
                <a:chExt cx="11844783" cy="1666873"/>
              </a:xfrm>
            </p:grpSpPr>
            <p:sp>
              <p:nvSpPr>
                <p:cNvPr id="662505603" name=""/>
                <p:cNvSpPr/>
                <p:nvPr/>
              </p:nvSpPr>
              <p:spPr bwMode="auto">
                <a:xfrm rot="0" flipH="0" flipV="0">
                  <a:off x="943591" y="0"/>
                  <a:ext cx="2687643" cy="1666873"/>
                </a:xfrm>
                <a:prstGeom prst="flowChartAlternateProcess">
                  <a:avLst/>
                </a:prstGeom>
                <a:solidFill>
                  <a:schemeClr val="accent1">
                    <a:lumMod val="40000"/>
                    <a:lumOff val="60000"/>
                    <a:alpha val="24999"/>
                  </a:schemeClr>
                </a:solidFill>
                <a:ln w="28575" cap="flat" cmpd="sng" algn="ctr">
                  <a:solidFill>
                    <a:srgbClr val="0095FF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940768279" name=""/>
                <p:cNvSpPr/>
                <p:nvPr/>
              </p:nvSpPr>
              <p:spPr bwMode="auto">
                <a:xfrm rot="0" flipH="0" flipV="0">
                  <a:off x="3795538" y="0"/>
                  <a:ext cx="634998" cy="1666873"/>
                </a:xfrm>
                <a:prstGeom prst="flowChartAlternateProcess">
                  <a:avLst/>
                </a:prstGeom>
                <a:solidFill>
                  <a:srgbClr val="E173FF">
                    <a:alpha val="24999"/>
                  </a:srgbClr>
                </a:solidFill>
                <a:ln w="28575" cap="flat" cmpd="sng" algn="ctr">
                  <a:solidFill>
                    <a:srgbClr val="DB4CFF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388475911" name=""/>
                <p:cNvSpPr/>
                <p:nvPr/>
              </p:nvSpPr>
              <p:spPr bwMode="auto">
                <a:xfrm rot="0" flipH="0" flipV="0">
                  <a:off x="4594842" y="0"/>
                  <a:ext cx="2687643" cy="1666873"/>
                </a:xfrm>
                <a:prstGeom prst="flowChartAlternateProcess">
                  <a:avLst/>
                </a:prstGeom>
                <a:solidFill>
                  <a:schemeClr val="accent1">
                    <a:lumMod val="40000"/>
                    <a:lumOff val="60000"/>
                    <a:alpha val="24999"/>
                  </a:schemeClr>
                </a:solidFill>
                <a:ln w="28575" cap="flat" cmpd="sng" algn="ctr">
                  <a:solidFill>
                    <a:srgbClr val="0095FF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  <p:sp>
              <p:nvSpPr>
                <p:cNvPr id="521818167" name=""/>
                <p:cNvSpPr/>
                <p:nvPr/>
              </p:nvSpPr>
              <p:spPr bwMode="auto">
                <a:xfrm rot="0" flipH="0" flipV="0">
                  <a:off x="7446787" y="0"/>
                  <a:ext cx="634998" cy="1666873"/>
                </a:xfrm>
                <a:prstGeom prst="flowChartAlternateProcess">
                  <a:avLst/>
                </a:prstGeom>
                <a:solidFill>
                  <a:srgbClr val="E173FF">
                    <a:alpha val="24999"/>
                  </a:srgbClr>
                </a:solidFill>
                <a:ln w="28575" cap="flat" cmpd="sng" algn="ctr">
                  <a:solidFill>
                    <a:srgbClr val="DB4CFF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22946840" name=""/>
                <p:cNvSpPr/>
                <p:nvPr/>
              </p:nvSpPr>
              <p:spPr bwMode="auto">
                <a:xfrm rot="0" flipH="0" flipV="0">
                  <a:off x="8265501" y="0"/>
                  <a:ext cx="2687643" cy="1666873"/>
                </a:xfrm>
                <a:prstGeom prst="flowChartAlternateProcess">
                  <a:avLst/>
                </a:prstGeom>
                <a:solidFill>
                  <a:schemeClr val="accent1">
                    <a:lumMod val="40000"/>
                    <a:lumOff val="60000"/>
                    <a:alpha val="24999"/>
                  </a:schemeClr>
                </a:solidFill>
                <a:ln w="28575" cap="flat" cmpd="sng" algn="ctr">
                  <a:solidFill>
                    <a:srgbClr val="0095FF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  <p:sp>
              <p:nvSpPr>
                <p:cNvPr id="489152722" name=""/>
                <p:cNvSpPr/>
                <p:nvPr/>
              </p:nvSpPr>
              <p:spPr bwMode="auto">
                <a:xfrm rot="0" flipH="0" flipV="0">
                  <a:off x="11092296" y="0"/>
                  <a:ext cx="752486" cy="1666873"/>
                </a:xfrm>
                <a:prstGeom prst="flowChartAlternateProcess">
                  <a:avLst/>
                </a:prstGeom>
                <a:solidFill>
                  <a:srgbClr val="92D050">
                    <a:alpha val="24999"/>
                  </a:srgbClr>
                </a:solidFill>
                <a:ln w="28575" cap="flat" cmpd="sng" algn="ctr">
                  <a:solidFill>
                    <a:srgbClr val="00B05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  <p:sp>
              <p:nvSpPr>
                <p:cNvPr id="1608472971" name=""/>
                <p:cNvSpPr/>
                <p:nvPr/>
              </p:nvSpPr>
              <p:spPr bwMode="auto">
                <a:xfrm rot="0" flipH="0" flipV="0">
                  <a:off x="0" y="0"/>
                  <a:ext cx="752486" cy="1666873"/>
                </a:xfrm>
                <a:prstGeom prst="flowChartAlternateProcess">
                  <a:avLst/>
                </a:prstGeom>
                <a:solidFill>
                  <a:srgbClr val="92D050">
                    <a:alpha val="24999"/>
                  </a:srgbClr>
                </a:solidFill>
                <a:ln w="28575" cap="flat" cmpd="sng" algn="ctr">
                  <a:solidFill>
                    <a:srgbClr val="00B05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</p:grpSp>
          <p:grpSp>
            <p:nvGrpSpPr>
              <p:cNvPr id="1751245379" name=""/>
              <p:cNvGrpSpPr/>
              <p:nvPr/>
            </p:nvGrpSpPr>
            <p:grpSpPr bwMode="auto">
              <a:xfrm rot="0" flipH="0" flipV="0">
                <a:off x="133957" y="666352"/>
                <a:ext cx="11615721" cy="349167"/>
                <a:chOff x="0" y="0"/>
                <a:chExt cx="11615721" cy="349167"/>
              </a:xfrm>
            </p:grpSpPr>
            <p:sp>
              <p:nvSpPr>
                <p:cNvPr id="489572068" name=""/>
                <p:cNvSpPr/>
                <p:nvPr/>
              </p:nvSpPr>
              <p:spPr bwMode="auto">
                <a:xfrm rot="10800000" flipH="0" flipV="0">
                  <a:off x="0" y="0"/>
                  <a:ext cx="349167" cy="349167"/>
                </a:xfrm>
                <a:prstGeom prst="ellipse">
                  <a:avLst/>
                </a:prstGeom>
                <a:solidFill>
                  <a:srgbClr val="E173FF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632488658" name=""/>
                <p:cNvSpPr/>
                <p:nvPr/>
              </p:nvSpPr>
              <p:spPr bwMode="auto">
                <a:xfrm rot="0" flipH="0" flipV="0">
                  <a:off x="11266553" y="0"/>
                  <a:ext cx="349167" cy="349167"/>
                </a:xfrm>
                <a:prstGeom prst="ellipse">
                  <a:avLst/>
                </a:prstGeom>
                <a:solidFill>
                  <a:srgbClr val="E173FF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</p:grpSp>
        <p:grpSp>
          <p:nvGrpSpPr>
            <p:cNvPr id="1077776329" name=""/>
            <p:cNvGrpSpPr/>
            <p:nvPr/>
          </p:nvGrpSpPr>
          <p:grpSpPr bwMode="auto">
            <a:xfrm flipH="0" flipV="0">
              <a:off x="497847" y="755428"/>
              <a:ext cx="10902663" cy="148114"/>
              <a:chOff x="0" y="0"/>
              <a:chExt cx="10902663" cy="148114"/>
            </a:xfrm>
          </p:grpSpPr>
          <p:grpSp>
            <p:nvGrpSpPr>
              <p:cNvPr id="1344535291" name=""/>
              <p:cNvGrpSpPr/>
              <p:nvPr/>
            </p:nvGrpSpPr>
            <p:grpSpPr bwMode="auto">
              <a:xfrm rot="0" flipH="0" flipV="0">
                <a:off x="0" y="0"/>
                <a:ext cx="3635721" cy="148115"/>
                <a:chOff x="0" y="0"/>
                <a:chExt cx="3635721" cy="148115"/>
              </a:xfrm>
            </p:grpSpPr>
            <p:grpSp>
              <p:nvGrpSpPr>
                <p:cNvPr id="290055678" name=""/>
                <p:cNvGrpSpPr/>
                <p:nvPr/>
              </p:nvGrpSpPr>
              <p:grpSpPr bwMode="auto">
                <a:xfrm flipH="0" flipV="0">
                  <a:off x="0" y="0"/>
                  <a:ext cx="1220432" cy="148115"/>
                  <a:chOff x="0" y="0"/>
                  <a:chExt cx="1220432" cy="148115"/>
                </a:xfrm>
              </p:grpSpPr>
              <p:grpSp>
                <p:nvGrpSpPr>
                  <p:cNvPr id="1699552471" name=""/>
                  <p:cNvGrpSpPr/>
                  <p:nvPr/>
                </p:nvGrpSpPr>
                <p:grpSpPr bwMode="auto">
                  <a:xfrm flipH="0" flipV="0">
                    <a:off x="0" y="0"/>
                    <a:ext cx="612992" cy="148115"/>
                    <a:chOff x="0" y="0"/>
                    <a:chExt cx="612992" cy="148115"/>
                  </a:xfrm>
                </p:grpSpPr>
                <p:sp>
                  <p:nvSpPr>
                    <p:cNvPr id="1041696456" name=""/>
                    <p:cNvSpPr/>
                    <p:nvPr/>
                  </p:nvSpPr>
                  <p:spPr bwMode="auto">
                    <a:xfrm rot="0" flipH="0" flipV="0">
                      <a:off x="0" y="23697"/>
                      <a:ext cx="311124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851838903" name=""/>
                    <p:cNvSpPr/>
                    <p:nvPr/>
                  </p:nvSpPr>
                  <p:spPr bwMode="auto">
                    <a:xfrm rot="16199998" flipH="0" flipV="0">
                      <a:off x="93355" y="-69656"/>
                      <a:ext cx="124416" cy="311124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101302090" name=""/>
                    <p:cNvSpPr/>
                    <p:nvPr/>
                  </p:nvSpPr>
                  <p:spPr bwMode="auto">
                    <a:xfrm rot="10800000" flipH="0" flipV="0">
                      <a:off x="301864" y="0"/>
                      <a:ext cx="311124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926073012" name=""/>
                    <p:cNvSpPr/>
                    <p:nvPr/>
                  </p:nvSpPr>
                  <p:spPr bwMode="auto">
                    <a:xfrm rot="5400000" flipH="0" flipV="0">
                      <a:off x="395220" y="-93353"/>
                      <a:ext cx="124416" cy="311124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  <p:grpSp>
                <p:nvGrpSpPr>
                  <p:cNvPr id="1381784564" name=""/>
                  <p:cNvGrpSpPr/>
                  <p:nvPr/>
                </p:nvGrpSpPr>
                <p:grpSpPr bwMode="auto">
                  <a:xfrm flipH="0" flipV="0">
                    <a:off x="607438" y="0"/>
                    <a:ext cx="612992" cy="148115"/>
                    <a:chOff x="0" y="0"/>
                    <a:chExt cx="612992" cy="148115"/>
                  </a:xfrm>
                </p:grpSpPr>
                <p:sp>
                  <p:nvSpPr>
                    <p:cNvPr id="1999264046" name=""/>
                    <p:cNvSpPr/>
                    <p:nvPr/>
                  </p:nvSpPr>
                  <p:spPr bwMode="auto">
                    <a:xfrm rot="0" flipH="0" flipV="0">
                      <a:off x="0" y="23697"/>
                      <a:ext cx="311124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476363147" name=""/>
                    <p:cNvSpPr/>
                    <p:nvPr/>
                  </p:nvSpPr>
                  <p:spPr bwMode="auto">
                    <a:xfrm rot="16199998" flipH="0" flipV="0">
                      <a:off x="93355" y="-69656"/>
                      <a:ext cx="124416" cy="311124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563292042" name=""/>
                    <p:cNvSpPr/>
                    <p:nvPr/>
                  </p:nvSpPr>
                  <p:spPr bwMode="auto">
                    <a:xfrm rot="10800000" flipH="0" flipV="0">
                      <a:off x="301864" y="0"/>
                      <a:ext cx="311124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064861082" name=""/>
                    <p:cNvSpPr/>
                    <p:nvPr/>
                  </p:nvSpPr>
                  <p:spPr bwMode="auto">
                    <a:xfrm rot="5400000" flipH="0" flipV="0">
                      <a:off x="395220" y="-93353"/>
                      <a:ext cx="124416" cy="311124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</p:grpSp>
            <p:grpSp>
              <p:nvGrpSpPr>
                <p:cNvPr id="1146175146" name=""/>
                <p:cNvGrpSpPr/>
                <p:nvPr/>
              </p:nvGrpSpPr>
              <p:grpSpPr bwMode="auto">
                <a:xfrm flipH="0" flipV="0">
                  <a:off x="1207641" y="0"/>
                  <a:ext cx="1220432" cy="148115"/>
                  <a:chOff x="0" y="0"/>
                  <a:chExt cx="1220432" cy="148115"/>
                </a:xfrm>
              </p:grpSpPr>
              <p:grpSp>
                <p:nvGrpSpPr>
                  <p:cNvPr id="1930721866" name=""/>
                  <p:cNvGrpSpPr/>
                  <p:nvPr/>
                </p:nvGrpSpPr>
                <p:grpSpPr bwMode="auto">
                  <a:xfrm flipH="0" flipV="0">
                    <a:off x="0" y="0"/>
                    <a:ext cx="612992" cy="148115"/>
                    <a:chOff x="0" y="0"/>
                    <a:chExt cx="612992" cy="148115"/>
                  </a:xfrm>
                </p:grpSpPr>
                <p:sp>
                  <p:nvSpPr>
                    <p:cNvPr id="1562547035" name=""/>
                    <p:cNvSpPr/>
                    <p:nvPr/>
                  </p:nvSpPr>
                  <p:spPr bwMode="auto">
                    <a:xfrm rot="0" flipH="0" flipV="0">
                      <a:off x="0" y="23697"/>
                      <a:ext cx="311124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775995621" name=""/>
                    <p:cNvSpPr/>
                    <p:nvPr/>
                  </p:nvSpPr>
                  <p:spPr bwMode="auto">
                    <a:xfrm rot="16199998" flipH="0" flipV="0">
                      <a:off x="93355" y="-69656"/>
                      <a:ext cx="124416" cy="311124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645341427" name=""/>
                    <p:cNvSpPr/>
                    <p:nvPr/>
                  </p:nvSpPr>
                  <p:spPr bwMode="auto">
                    <a:xfrm rot="10800000" flipH="0" flipV="0">
                      <a:off x="301864" y="0"/>
                      <a:ext cx="311124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559545454" name=""/>
                    <p:cNvSpPr/>
                    <p:nvPr/>
                  </p:nvSpPr>
                  <p:spPr bwMode="auto">
                    <a:xfrm rot="5400000" flipH="0" flipV="0">
                      <a:off x="395220" y="-93353"/>
                      <a:ext cx="124416" cy="311124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  <p:grpSp>
                <p:nvGrpSpPr>
                  <p:cNvPr id="735773494" name=""/>
                  <p:cNvGrpSpPr/>
                  <p:nvPr/>
                </p:nvGrpSpPr>
                <p:grpSpPr bwMode="auto">
                  <a:xfrm flipH="0" flipV="0">
                    <a:off x="607438" y="0"/>
                    <a:ext cx="612992" cy="148115"/>
                    <a:chOff x="0" y="0"/>
                    <a:chExt cx="612992" cy="148115"/>
                  </a:xfrm>
                </p:grpSpPr>
                <p:sp>
                  <p:nvSpPr>
                    <p:cNvPr id="523158604" name=""/>
                    <p:cNvSpPr/>
                    <p:nvPr/>
                  </p:nvSpPr>
                  <p:spPr bwMode="auto">
                    <a:xfrm rot="0" flipH="0" flipV="0">
                      <a:off x="0" y="23697"/>
                      <a:ext cx="311124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263272413" name=""/>
                    <p:cNvSpPr/>
                    <p:nvPr/>
                  </p:nvSpPr>
                  <p:spPr bwMode="auto">
                    <a:xfrm rot="16199998" flipH="0" flipV="0">
                      <a:off x="93355" y="-69656"/>
                      <a:ext cx="124416" cy="311124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490440506" name=""/>
                    <p:cNvSpPr/>
                    <p:nvPr/>
                  </p:nvSpPr>
                  <p:spPr bwMode="auto">
                    <a:xfrm rot="10800000" flipH="0" flipV="0">
                      <a:off x="301864" y="0"/>
                      <a:ext cx="311124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91324879" name=""/>
                    <p:cNvSpPr/>
                    <p:nvPr/>
                  </p:nvSpPr>
                  <p:spPr bwMode="auto">
                    <a:xfrm rot="5400000" flipH="0" flipV="0">
                      <a:off x="395220" y="-93353"/>
                      <a:ext cx="124416" cy="311124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anchor="ctr"/>
                    <a:p>
                      <a:pPr algn="ctr">
                        <a:defRPr/>
                      </a:pPr>
                      <a:endParaRPr/>
                    </a:p>
                  </p:txBody>
                </p:sp>
              </p:grpSp>
            </p:grpSp>
            <p:grpSp>
              <p:nvGrpSpPr>
                <p:cNvPr id="636277893" name=""/>
                <p:cNvGrpSpPr/>
                <p:nvPr/>
              </p:nvGrpSpPr>
              <p:grpSpPr bwMode="auto">
                <a:xfrm flipH="0" flipV="0">
                  <a:off x="2415287" y="0"/>
                  <a:ext cx="1220432" cy="148115"/>
                  <a:chOff x="0" y="0"/>
                  <a:chExt cx="1220432" cy="148115"/>
                </a:xfrm>
              </p:grpSpPr>
              <p:grpSp>
                <p:nvGrpSpPr>
                  <p:cNvPr id="1696305003" name=""/>
                  <p:cNvGrpSpPr/>
                  <p:nvPr/>
                </p:nvGrpSpPr>
                <p:grpSpPr bwMode="auto">
                  <a:xfrm flipH="0" flipV="0">
                    <a:off x="0" y="0"/>
                    <a:ext cx="612992" cy="148115"/>
                    <a:chOff x="0" y="0"/>
                    <a:chExt cx="612992" cy="148115"/>
                  </a:xfrm>
                </p:grpSpPr>
                <p:sp>
                  <p:nvSpPr>
                    <p:cNvPr id="1328483172" name=""/>
                    <p:cNvSpPr/>
                    <p:nvPr/>
                  </p:nvSpPr>
                  <p:spPr bwMode="auto">
                    <a:xfrm rot="0" flipH="0" flipV="0">
                      <a:off x="0" y="23697"/>
                      <a:ext cx="311124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915605274" name=""/>
                    <p:cNvSpPr/>
                    <p:nvPr/>
                  </p:nvSpPr>
                  <p:spPr bwMode="auto">
                    <a:xfrm rot="16199998" flipH="0" flipV="0">
                      <a:off x="93355" y="-69656"/>
                      <a:ext cx="124416" cy="311124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51184204" name=""/>
                    <p:cNvSpPr/>
                    <p:nvPr/>
                  </p:nvSpPr>
                  <p:spPr bwMode="auto">
                    <a:xfrm rot="10800000" flipH="0" flipV="0">
                      <a:off x="301864" y="0"/>
                      <a:ext cx="311124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535185775" name=""/>
                    <p:cNvSpPr/>
                    <p:nvPr/>
                  </p:nvSpPr>
                  <p:spPr bwMode="auto">
                    <a:xfrm rot="5400000" flipH="0" flipV="0">
                      <a:off x="395220" y="-93353"/>
                      <a:ext cx="124416" cy="311124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  <p:grpSp>
                <p:nvGrpSpPr>
                  <p:cNvPr id="1747089039" name=""/>
                  <p:cNvGrpSpPr/>
                  <p:nvPr/>
                </p:nvGrpSpPr>
                <p:grpSpPr bwMode="auto">
                  <a:xfrm flipH="0" flipV="0">
                    <a:off x="607438" y="0"/>
                    <a:ext cx="612992" cy="148115"/>
                    <a:chOff x="0" y="0"/>
                    <a:chExt cx="612992" cy="148115"/>
                  </a:xfrm>
                </p:grpSpPr>
                <p:sp>
                  <p:nvSpPr>
                    <p:cNvPr id="1321143087" name=""/>
                    <p:cNvSpPr/>
                    <p:nvPr/>
                  </p:nvSpPr>
                  <p:spPr bwMode="auto">
                    <a:xfrm rot="0" flipH="0" flipV="0">
                      <a:off x="0" y="23697"/>
                      <a:ext cx="311124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32551410" name=""/>
                    <p:cNvSpPr/>
                    <p:nvPr/>
                  </p:nvSpPr>
                  <p:spPr bwMode="auto">
                    <a:xfrm rot="16199998" flipH="0" flipV="0">
                      <a:off x="93355" y="-69656"/>
                      <a:ext cx="124416" cy="311124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anchor="ctr"/>
                    <a:p>
                      <a:pPr algn="ctr">
                        <a:defRPr/>
                      </a:pPr>
                      <a:endParaRPr/>
                    </a:p>
                  </p:txBody>
                </p:sp>
                <p:sp>
                  <p:nvSpPr>
                    <p:cNvPr id="739493216" name=""/>
                    <p:cNvSpPr/>
                    <p:nvPr/>
                  </p:nvSpPr>
                  <p:spPr bwMode="auto">
                    <a:xfrm rot="10800000" flipH="0" flipV="0">
                      <a:off x="301864" y="0"/>
                      <a:ext cx="311124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776894702" name=""/>
                    <p:cNvSpPr/>
                    <p:nvPr/>
                  </p:nvSpPr>
                  <p:spPr bwMode="auto">
                    <a:xfrm rot="5400000" flipH="0" flipV="0">
                      <a:off x="395220" y="-93353"/>
                      <a:ext cx="124416" cy="311124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</p:grpSp>
          </p:grpSp>
          <p:grpSp>
            <p:nvGrpSpPr>
              <p:cNvPr id="1603349847" name=""/>
              <p:cNvGrpSpPr/>
              <p:nvPr/>
            </p:nvGrpSpPr>
            <p:grpSpPr bwMode="auto">
              <a:xfrm rot="0" flipH="0" flipV="0">
                <a:off x="3633471" y="0"/>
                <a:ext cx="3635721" cy="148115"/>
                <a:chOff x="0" y="0"/>
                <a:chExt cx="3635721" cy="148115"/>
              </a:xfrm>
            </p:grpSpPr>
            <p:grpSp>
              <p:nvGrpSpPr>
                <p:cNvPr id="1478617598" name=""/>
                <p:cNvGrpSpPr/>
                <p:nvPr/>
              </p:nvGrpSpPr>
              <p:grpSpPr bwMode="auto">
                <a:xfrm flipH="0" flipV="0">
                  <a:off x="0" y="0"/>
                  <a:ext cx="1220431" cy="148115"/>
                  <a:chOff x="0" y="0"/>
                  <a:chExt cx="1220431" cy="148115"/>
                </a:xfrm>
              </p:grpSpPr>
              <p:grpSp>
                <p:nvGrpSpPr>
                  <p:cNvPr id="1324015631" name=""/>
                  <p:cNvGrpSpPr/>
                  <p:nvPr/>
                </p:nvGrpSpPr>
                <p:grpSpPr bwMode="auto">
                  <a:xfrm flipH="0" flipV="0">
                    <a:off x="0" y="0"/>
                    <a:ext cx="612992" cy="148115"/>
                    <a:chOff x="0" y="0"/>
                    <a:chExt cx="612992" cy="148115"/>
                  </a:xfrm>
                </p:grpSpPr>
                <p:sp>
                  <p:nvSpPr>
                    <p:cNvPr id="2098062524" name=""/>
                    <p:cNvSpPr/>
                    <p:nvPr/>
                  </p:nvSpPr>
                  <p:spPr bwMode="auto">
                    <a:xfrm rot="0" flipH="0" flipV="0">
                      <a:off x="0" y="23697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689220279" name=""/>
                    <p:cNvSpPr/>
                    <p:nvPr/>
                  </p:nvSpPr>
                  <p:spPr bwMode="auto">
                    <a:xfrm rot="16199998" flipH="0" flipV="0">
                      <a:off x="93354" y="-69655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456903499" name=""/>
                    <p:cNvSpPr/>
                    <p:nvPr/>
                  </p:nvSpPr>
                  <p:spPr bwMode="auto">
                    <a:xfrm rot="10800000" flipH="0" flipV="0">
                      <a:off x="301863" y="0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19192743" name=""/>
                    <p:cNvSpPr/>
                    <p:nvPr/>
                  </p:nvSpPr>
                  <p:spPr bwMode="auto">
                    <a:xfrm rot="5400000" flipH="0" flipV="0">
                      <a:off x="395220" y="-93352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  <p:grpSp>
                <p:nvGrpSpPr>
                  <p:cNvPr id="378173734" name=""/>
                  <p:cNvGrpSpPr/>
                  <p:nvPr/>
                </p:nvGrpSpPr>
                <p:grpSpPr bwMode="auto">
                  <a:xfrm flipH="0" flipV="0">
                    <a:off x="607438" y="0"/>
                    <a:ext cx="612992" cy="148115"/>
                    <a:chOff x="0" y="0"/>
                    <a:chExt cx="612992" cy="148115"/>
                  </a:xfrm>
                </p:grpSpPr>
                <p:sp>
                  <p:nvSpPr>
                    <p:cNvPr id="346659894" name=""/>
                    <p:cNvSpPr/>
                    <p:nvPr/>
                  </p:nvSpPr>
                  <p:spPr bwMode="auto">
                    <a:xfrm rot="0" flipH="0" flipV="0">
                      <a:off x="0" y="23697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62848104" name=""/>
                    <p:cNvSpPr/>
                    <p:nvPr/>
                  </p:nvSpPr>
                  <p:spPr bwMode="auto">
                    <a:xfrm rot="16199998" flipH="0" flipV="0">
                      <a:off x="93354" y="-69655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444005977" name=""/>
                    <p:cNvSpPr/>
                    <p:nvPr/>
                  </p:nvSpPr>
                  <p:spPr bwMode="auto">
                    <a:xfrm rot="10800000" flipH="0" flipV="0">
                      <a:off x="301863" y="0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033018990" name=""/>
                    <p:cNvSpPr/>
                    <p:nvPr/>
                  </p:nvSpPr>
                  <p:spPr bwMode="auto">
                    <a:xfrm rot="5400000" flipH="0" flipV="0">
                      <a:off x="395220" y="-93352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</p:grpSp>
            <p:grpSp>
              <p:nvGrpSpPr>
                <p:cNvPr id="549282993" name=""/>
                <p:cNvGrpSpPr/>
                <p:nvPr/>
              </p:nvGrpSpPr>
              <p:grpSpPr bwMode="auto">
                <a:xfrm flipH="0" flipV="0">
                  <a:off x="1207641" y="0"/>
                  <a:ext cx="1220431" cy="148115"/>
                  <a:chOff x="0" y="0"/>
                  <a:chExt cx="1220431" cy="148115"/>
                </a:xfrm>
              </p:grpSpPr>
              <p:grpSp>
                <p:nvGrpSpPr>
                  <p:cNvPr id="458548144" name=""/>
                  <p:cNvGrpSpPr/>
                  <p:nvPr/>
                </p:nvGrpSpPr>
                <p:grpSpPr bwMode="auto">
                  <a:xfrm flipH="0" flipV="0">
                    <a:off x="0" y="0"/>
                    <a:ext cx="612992" cy="148115"/>
                    <a:chOff x="0" y="0"/>
                    <a:chExt cx="612992" cy="148115"/>
                  </a:xfrm>
                </p:grpSpPr>
                <p:sp>
                  <p:nvSpPr>
                    <p:cNvPr id="30796867" name=""/>
                    <p:cNvSpPr/>
                    <p:nvPr/>
                  </p:nvSpPr>
                  <p:spPr bwMode="auto">
                    <a:xfrm rot="0" flipH="0" flipV="0">
                      <a:off x="0" y="23697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845534949" name=""/>
                    <p:cNvSpPr/>
                    <p:nvPr/>
                  </p:nvSpPr>
                  <p:spPr bwMode="auto">
                    <a:xfrm rot="16199998" flipH="0" flipV="0">
                      <a:off x="93354" y="-69655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93878397" name=""/>
                    <p:cNvSpPr/>
                    <p:nvPr/>
                  </p:nvSpPr>
                  <p:spPr bwMode="auto">
                    <a:xfrm rot="10800000" flipH="0" flipV="0">
                      <a:off x="301863" y="0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406764509" name=""/>
                    <p:cNvSpPr/>
                    <p:nvPr/>
                  </p:nvSpPr>
                  <p:spPr bwMode="auto">
                    <a:xfrm rot="5400000" flipH="0" flipV="0">
                      <a:off x="395220" y="-93352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  <p:grpSp>
                <p:nvGrpSpPr>
                  <p:cNvPr id="1301384663" name=""/>
                  <p:cNvGrpSpPr/>
                  <p:nvPr/>
                </p:nvGrpSpPr>
                <p:grpSpPr bwMode="auto">
                  <a:xfrm flipH="0" flipV="0">
                    <a:off x="607438" y="0"/>
                    <a:ext cx="612992" cy="148115"/>
                    <a:chOff x="0" y="0"/>
                    <a:chExt cx="612992" cy="148115"/>
                  </a:xfrm>
                </p:grpSpPr>
                <p:sp>
                  <p:nvSpPr>
                    <p:cNvPr id="55592306" name=""/>
                    <p:cNvSpPr/>
                    <p:nvPr/>
                  </p:nvSpPr>
                  <p:spPr bwMode="auto">
                    <a:xfrm rot="0" flipH="0" flipV="0">
                      <a:off x="0" y="23697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2032598004" name=""/>
                    <p:cNvSpPr/>
                    <p:nvPr/>
                  </p:nvSpPr>
                  <p:spPr bwMode="auto">
                    <a:xfrm rot="16199998" flipH="0" flipV="0">
                      <a:off x="93354" y="-69655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2038107848" name=""/>
                    <p:cNvSpPr/>
                    <p:nvPr/>
                  </p:nvSpPr>
                  <p:spPr bwMode="auto">
                    <a:xfrm rot="10800000" flipH="0" flipV="0">
                      <a:off x="301863" y="0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739174506" name=""/>
                    <p:cNvSpPr/>
                    <p:nvPr/>
                  </p:nvSpPr>
                  <p:spPr bwMode="auto">
                    <a:xfrm rot="5400000" flipH="0" flipV="0">
                      <a:off x="395220" y="-93352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</p:grpSp>
            <p:grpSp>
              <p:nvGrpSpPr>
                <p:cNvPr id="2008648969" name=""/>
                <p:cNvGrpSpPr/>
                <p:nvPr/>
              </p:nvGrpSpPr>
              <p:grpSpPr bwMode="auto">
                <a:xfrm flipH="0" flipV="0">
                  <a:off x="2415286" y="0"/>
                  <a:ext cx="1220431" cy="148115"/>
                  <a:chOff x="0" y="0"/>
                  <a:chExt cx="1220431" cy="148115"/>
                </a:xfrm>
              </p:grpSpPr>
              <p:grpSp>
                <p:nvGrpSpPr>
                  <p:cNvPr id="49001900" name=""/>
                  <p:cNvGrpSpPr/>
                  <p:nvPr/>
                </p:nvGrpSpPr>
                <p:grpSpPr bwMode="auto">
                  <a:xfrm flipH="0" flipV="0">
                    <a:off x="0" y="0"/>
                    <a:ext cx="612992" cy="148115"/>
                    <a:chOff x="0" y="0"/>
                    <a:chExt cx="612992" cy="148115"/>
                  </a:xfrm>
                </p:grpSpPr>
                <p:sp>
                  <p:nvSpPr>
                    <p:cNvPr id="771153655" name=""/>
                    <p:cNvSpPr/>
                    <p:nvPr/>
                  </p:nvSpPr>
                  <p:spPr bwMode="auto">
                    <a:xfrm rot="0" flipH="0" flipV="0">
                      <a:off x="0" y="23697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88856938" name=""/>
                    <p:cNvSpPr/>
                    <p:nvPr/>
                  </p:nvSpPr>
                  <p:spPr bwMode="auto">
                    <a:xfrm rot="16199998" flipH="0" flipV="0">
                      <a:off x="93354" y="-69655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668918472" name=""/>
                    <p:cNvSpPr/>
                    <p:nvPr/>
                  </p:nvSpPr>
                  <p:spPr bwMode="auto">
                    <a:xfrm rot="10800000" flipH="0" flipV="0">
                      <a:off x="301863" y="0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27212740" name=""/>
                    <p:cNvSpPr/>
                    <p:nvPr/>
                  </p:nvSpPr>
                  <p:spPr bwMode="auto">
                    <a:xfrm rot="5400000" flipH="0" flipV="0">
                      <a:off x="395220" y="-93352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  <p:grpSp>
                <p:nvGrpSpPr>
                  <p:cNvPr id="1847175820" name=""/>
                  <p:cNvGrpSpPr/>
                  <p:nvPr/>
                </p:nvGrpSpPr>
                <p:grpSpPr bwMode="auto">
                  <a:xfrm flipH="0" flipV="0">
                    <a:off x="607438" y="0"/>
                    <a:ext cx="612992" cy="148115"/>
                    <a:chOff x="0" y="0"/>
                    <a:chExt cx="612992" cy="148115"/>
                  </a:xfrm>
                </p:grpSpPr>
                <p:sp>
                  <p:nvSpPr>
                    <p:cNvPr id="515857771" name=""/>
                    <p:cNvSpPr/>
                    <p:nvPr/>
                  </p:nvSpPr>
                  <p:spPr bwMode="auto">
                    <a:xfrm rot="0" flipH="0" flipV="0">
                      <a:off x="0" y="23697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65883031" name=""/>
                    <p:cNvSpPr/>
                    <p:nvPr/>
                  </p:nvSpPr>
                  <p:spPr bwMode="auto">
                    <a:xfrm rot="16199998" flipH="0" flipV="0">
                      <a:off x="93354" y="-69655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827778033" name=""/>
                    <p:cNvSpPr/>
                    <p:nvPr/>
                  </p:nvSpPr>
                  <p:spPr bwMode="auto">
                    <a:xfrm rot="10800000" flipH="0" flipV="0">
                      <a:off x="301863" y="0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65699901" name=""/>
                    <p:cNvSpPr/>
                    <p:nvPr/>
                  </p:nvSpPr>
                  <p:spPr bwMode="auto">
                    <a:xfrm rot="5400000" flipH="0" flipV="0">
                      <a:off x="395220" y="-93352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</p:grpSp>
          </p:grpSp>
          <p:grpSp>
            <p:nvGrpSpPr>
              <p:cNvPr id="606397736" name=""/>
              <p:cNvGrpSpPr/>
              <p:nvPr/>
            </p:nvGrpSpPr>
            <p:grpSpPr bwMode="auto">
              <a:xfrm rot="0" flipH="0" flipV="0">
                <a:off x="7266942" y="0"/>
                <a:ext cx="3635721" cy="148115"/>
                <a:chOff x="0" y="0"/>
                <a:chExt cx="3635721" cy="148115"/>
              </a:xfrm>
            </p:grpSpPr>
            <p:grpSp>
              <p:nvGrpSpPr>
                <p:cNvPr id="1462091789" name=""/>
                <p:cNvGrpSpPr/>
                <p:nvPr/>
              </p:nvGrpSpPr>
              <p:grpSpPr bwMode="auto">
                <a:xfrm flipH="0" flipV="0">
                  <a:off x="0" y="0"/>
                  <a:ext cx="1220431" cy="148115"/>
                  <a:chOff x="0" y="0"/>
                  <a:chExt cx="1220431" cy="148115"/>
                </a:xfrm>
              </p:grpSpPr>
              <p:grpSp>
                <p:nvGrpSpPr>
                  <p:cNvPr id="1123100230" name=""/>
                  <p:cNvGrpSpPr/>
                  <p:nvPr/>
                </p:nvGrpSpPr>
                <p:grpSpPr bwMode="auto">
                  <a:xfrm flipH="0" flipV="0">
                    <a:off x="0" y="0"/>
                    <a:ext cx="612992" cy="148115"/>
                    <a:chOff x="0" y="0"/>
                    <a:chExt cx="612992" cy="148115"/>
                  </a:xfrm>
                </p:grpSpPr>
                <p:sp>
                  <p:nvSpPr>
                    <p:cNvPr id="109879293" name=""/>
                    <p:cNvSpPr/>
                    <p:nvPr/>
                  </p:nvSpPr>
                  <p:spPr bwMode="auto">
                    <a:xfrm rot="0" flipH="0" flipV="0">
                      <a:off x="0" y="23697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91664339" name=""/>
                    <p:cNvSpPr/>
                    <p:nvPr/>
                  </p:nvSpPr>
                  <p:spPr bwMode="auto">
                    <a:xfrm rot="16199998" flipH="0" flipV="0">
                      <a:off x="93354" y="-69655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973647071" name=""/>
                    <p:cNvSpPr/>
                    <p:nvPr/>
                  </p:nvSpPr>
                  <p:spPr bwMode="auto">
                    <a:xfrm rot="10800000" flipH="0" flipV="0">
                      <a:off x="301863" y="0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524622417" name=""/>
                    <p:cNvSpPr/>
                    <p:nvPr/>
                  </p:nvSpPr>
                  <p:spPr bwMode="auto">
                    <a:xfrm rot="5400000" flipH="0" flipV="0">
                      <a:off x="395220" y="-93352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  <p:grpSp>
                <p:nvGrpSpPr>
                  <p:cNvPr id="501915267" name=""/>
                  <p:cNvGrpSpPr/>
                  <p:nvPr/>
                </p:nvGrpSpPr>
                <p:grpSpPr bwMode="auto">
                  <a:xfrm flipH="0" flipV="0">
                    <a:off x="607438" y="0"/>
                    <a:ext cx="612992" cy="148115"/>
                    <a:chOff x="0" y="0"/>
                    <a:chExt cx="612992" cy="148115"/>
                  </a:xfrm>
                </p:grpSpPr>
                <p:sp>
                  <p:nvSpPr>
                    <p:cNvPr id="544567356" name=""/>
                    <p:cNvSpPr/>
                    <p:nvPr/>
                  </p:nvSpPr>
                  <p:spPr bwMode="auto">
                    <a:xfrm rot="0" flipH="0" flipV="0">
                      <a:off x="0" y="23697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884113390" name=""/>
                    <p:cNvSpPr/>
                    <p:nvPr/>
                  </p:nvSpPr>
                  <p:spPr bwMode="auto">
                    <a:xfrm rot="16199998" flipH="0" flipV="0">
                      <a:off x="93354" y="-69655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31688239" name=""/>
                    <p:cNvSpPr/>
                    <p:nvPr/>
                  </p:nvSpPr>
                  <p:spPr bwMode="auto">
                    <a:xfrm rot="10800000" flipH="0" flipV="0">
                      <a:off x="301863" y="0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839455717" name=""/>
                    <p:cNvSpPr/>
                    <p:nvPr/>
                  </p:nvSpPr>
                  <p:spPr bwMode="auto">
                    <a:xfrm rot="5400000" flipH="0" flipV="0">
                      <a:off x="395220" y="-93352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</p:grpSp>
            <p:grpSp>
              <p:nvGrpSpPr>
                <p:cNvPr id="2015493056" name=""/>
                <p:cNvGrpSpPr/>
                <p:nvPr/>
              </p:nvGrpSpPr>
              <p:grpSpPr bwMode="auto">
                <a:xfrm flipH="0" flipV="0">
                  <a:off x="1207641" y="0"/>
                  <a:ext cx="1220431" cy="148115"/>
                  <a:chOff x="0" y="0"/>
                  <a:chExt cx="1220431" cy="148115"/>
                </a:xfrm>
              </p:grpSpPr>
              <p:grpSp>
                <p:nvGrpSpPr>
                  <p:cNvPr id="536950592" name=""/>
                  <p:cNvGrpSpPr/>
                  <p:nvPr/>
                </p:nvGrpSpPr>
                <p:grpSpPr bwMode="auto">
                  <a:xfrm flipH="0" flipV="0">
                    <a:off x="0" y="0"/>
                    <a:ext cx="612992" cy="148115"/>
                    <a:chOff x="0" y="0"/>
                    <a:chExt cx="612992" cy="148115"/>
                  </a:xfrm>
                </p:grpSpPr>
                <p:sp>
                  <p:nvSpPr>
                    <p:cNvPr id="426276893" name=""/>
                    <p:cNvSpPr/>
                    <p:nvPr/>
                  </p:nvSpPr>
                  <p:spPr bwMode="auto">
                    <a:xfrm rot="0" flipH="0" flipV="0">
                      <a:off x="0" y="23697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924150691" name=""/>
                    <p:cNvSpPr/>
                    <p:nvPr/>
                  </p:nvSpPr>
                  <p:spPr bwMode="auto">
                    <a:xfrm rot="16199998" flipH="0" flipV="0">
                      <a:off x="93354" y="-69655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415935965" name=""/>
                    <p:cNvSpPr/>
                    <p:nvPr/>
                  </p:nvSpPr>
                  <p:spPr bwMode="auto">
                    <a:xfrm rot="10800000" flipH="0" flipV="0">
                      <a:off x="301863" y="0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987474383" name=""/>
                    <p:cNvSpPr/>
                    <p:nvPr/>
                  </p:nvSpPr>
                  <p:spPr bwMode="auto">
                    <a:xfrm rot="5400000" flipH="0" flipV="0">
                      <a:off x="395220" y="-93352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  <p:grpSp>
                <p:nvGrpSpPr>
                  <p:cNvPr id="1924084422" name=""/>
                  <p:cNvGrpSpPr/>
                  <p:nvPr/>
                </p:nvGrpSpPr>
                <p:grpSpPr bwMode="auto">
                  <a:xfrm flipH="0" flipV="0">
                    <a:off x="607438" y="0"/>
                    <a:ext cx="612992" cy="148115"/>
                    <a:chOff x="0" y="0"/>
                    <a:chExt cx="612992" cy="148115"/>
                  </a:xfrm>
                </p:grpSpPr>
                <p:sp>
                  <p:nvSpPr>
                    <p:cNvPr id="1435102908" name=""/>
                    <p:cNvSpPr/>
                    <p:nvPr/>
                  </p:nvSpPr>
                  <p:spPr bwMode="auto">
                    <a:xfrm rot="0" flipH="0" flipV="0">
                      <a:off x="0" y="23697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170741670" name=""/>
                    <p:cNvSpPr/>
                    <p:nvPr/>
                  </p:nvSpPr>
                  <p:spPr bwMode="auto">
                    <a:xfrm rot="16199998" flipH="0" flipV="0">
                      <a:off x="93354" y="-69655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571575275" name=""/>
                    <p:cNvSpPr/>
                    <p:nvPr/>
                  </p:nvSpPr>
                  <p:spPr bwMode="auto">
                    <a:xfrm rot="10800000" flipH="0" flipV="0">
                      <a:off x="301863" y="0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131053483" name=""/>
                    <p:cNvSpPr/>
                    <p:nvPr/>
                  </p:nvSpPr>
                  <p:spPr bwMode="auto">
                    <a:xfrm rot="5400000" flipH="0" flipV="0">
                      <a:off x="395220" y="-93352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</p:grpSp>
            <p:grpSp>
              <p:nvGrpSpPr>
                <p:cNvPr id="150345883" name=""/>
                <p:cNvGrpSpPr/>
                <p:nvPr/>
              </p:nvGrpSpPr>
              <p:grpSpPr bwMode="auto">
                <a:xfrm flipH="0" flipV="0">
                  <a:off x="2415286" y="0"/>
                  <a:ext cx="1220431" cy="148115"/>
                  <a:chOff x="0" y="0"/>
                  <a:chExt cx="1220431" cy="148115"/>
                </a:xfrm>
              </p:grpSpPr>
              <p:grpSp>
                <p:nvGrpSpPr>
                  <p:cNvPr id="77242630" name=""/>
                  <p:cNvGrpSpPr/>
                  <p:nvPr/>
                </p:nvGrpSpPr>
                <p:grpSpPr bwMode="auto">
                  <a:xfrm flipH="0" flipV="0">
                    <a:off x="0" y="0"/>
                    <a:ext cx="612992" cy="148115"/>
                    <a:chOff x="0" y="0"/>
                    <a:chExt cx="612992" cy="148115"/>
                  </a:xfrm>
                </p:grpSpPr>
                <p:sp>
                  <p:nvSpPr>
                    <p:cNvPr id="99789275" name=""/>
                    <p:cNvSpPr/>
                    <p:nvPr/>
                  </p:nvSpPr>
                  <p:spPr bwMode="auto">
                    <a:xfrm rot="0" flipH="0" flipV="0">
                      <a:off x="0" y="23697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705769479" name=""/>
                    <p:cNvSpPr/>
                    <p:nvPr/>
                  </p:nvSpPr>
                  <p:spPr bwMode="auto">
                    <a:xfrm rot="16199998" flipH="0" flipV="0">
                      <a:off x="93354" y="-69655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598883337" name=""/>
                    <p:cNvSpPr/>
                    <p:nvPr/>
                  </p:nvSpPr>
                  <p:spPr bwMode="auto">
                    <a:xfrm rot="10800000" flipH="0" flipV="0">
                      <a:off x="301863" y="0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815401790" name=""/>
                    <p:cNvSpPr/>
                    <p:nvPr/>
                  </p:nvSpPr>
                  <p:spPr bwMode="auto">
                    <a:xfrm rot="5400000" flipH="0" flipV="0">
                      <a:off x="395220" y="-93352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  <p:grpSp>
                <p:nvGrpSpPr>
                  <p:cNvPr id="94469613" name=""/>
                  <p:cNvGrpSpPr/>
                  <p:nvPr/>
                </p:nvGrpSpPr>
                <p:grpSpPr bwMode="auto">
                  <a:xfrm flipH="0" flipV="0">
                    <a:off x="607438" y="0"/>
                    <a:ext cx="612992" cy="148115"/>
                    <a:chOff x="0" y="0"/>
                    <a:chExt cx="612992" cy="148115"/>
                  </a:xfrm>
                </p:grpSpPr>
                <p:sp>
                  <p:nvSpPr>
                    <p:cNvPr id="597420306" name=""/>
                    <p:cNvSpPr/>
                    <p:nvPr/>
                  </p:nvSpPr>
                  <p:spPr bwMode="auto">
                    <a:xfrm rot="0" flipH="0" flipV="0">
                      <a:off x="0" y="23697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134063587" name=""/>
                    <p:cNvSpPr/>
                    <p:nvPr/>
                  </p:nvSpPr>
                  <p:spPr bwMode="auto">
                    <a:xfrm rot="16199998" flipH="0" flipV="0">
                      <a:off x="93354" y="-69655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397107088" name=""/>
                    <p:cNvSpPr/>
                    <p:nvPr/>
                  </p:nvSpPr>
                  <p:spPr bwMode="auto">
                    <a:xfrm rot="10800000" flipH="0" flipV="0">
                      <a:off x="301863" y="0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385211661" name=""/>
                    <p:cNvSpPr/>
                    <p:nvPr/>
                  </p:nvSpPr>
                  <p:spPr bwMode="auto">
                    <a:xfrm rot="5400000" flipH="0" flipV="0">
                      <a:off x="395220" y="-93352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</p:grpSp>
          </p:grpSp>
        </p:grpSp>
      </p:grpSp>
      <p:grpSp>
        <p:nvGrpSpPr>
          <p:cNvPr id="1023838203" name=""/>
          <p:cNvGrpSpPr/>
          <p:nvPr/>
        </p:nvGrpSpPr>
        <p:grpSpPr bwMode="auto">
          <a:xfrm>
            <a:off x="135653" y="1181254"/>
            <a:ext cx="11844783" cy="1666872"/>
            <a:chOff x="0" y="0"/>
            <a:chExt cx="11844783" cy="1666872"/>
          </a:xfrm>
        </p:grpSpPr>
        <p:grpSp>
          <p:nvGrpSpPr>
            <p:cNvPr id="1343662721" name=""/>
            <p:cNvGrpSpPr/>
            <p:nvPr/>
          </p:nvGrpSpPr>
          <p:grpSpPr bwMode="auto">
            <a:xfrm>
              <a:off x="0" y="0"/>
              <a:ext cx="11844783" cy="1666873"/>
              <a:chOff x="0" y="0"/>
              <a:chExt cx="11844783" cy="1666873"/>
            </a:xfrm>
          </p:grpSpPr>
          <p:grpSp>
            <p:nvGrpSpPr>
              <p:cNvPr id="2001403540" name=""/>
              <p:cNvGrpSpPr/>
              <p:nvPr/>
            </p:nvGrpSpPr>
            <p:grpSpPr bwMode="auto">
              <a:xfrm>
                <a:off x="0" y="0"/>
                <a:ext cx="11844783" cy="1666873"/>
                <a:chOff x="0" y="0"/>
                <a:chExt cx="11844783" cy="1666873"/>
              </a:xfrm>
            </p:grpSpPr>
            <p:sp>
              <p:nvSpPr>
                <p:cNvPr id="789781366" name=""/>
                <p:cNvSpPr/>
                <p:nvPr/>
              </p:nvSpPr>
              <p:spPr bwMode="auto">
                <a:xfrm rot="0" flipH="0" flipV="0">
                  <a:off x="943591" y="0"/>
                  <a:ext cx="2687643" cy="1666873"/>
                </a:xfrm>
                <a:prstGeom prst="flowChartAlternateProcess">
                  <a:avLst/>
                </a:prstGeom>
                <a:solidFill>
                  <a:schemeClr val="accent1">
                    <a:lumMod val="40000"/>
                    <a:lumOff val="60000"/>
                    <a:alpha val="24999"/>
                  </a:schemeClr>
                </a:solidFill>
                <a:ln w="28575" cap="flat" cmpd="sng" algn="ctr">
                  <a:solidFill>
                    <a:srgbClr val="0095FF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62931782" name=""/>
                <p:cNvSpPr/>
                <p:nvPr/>
              </p:nvSpPr>
              <p:spPr bwMode="auto">
                <a:xfrm rot="0" flipH="0" flipV="0">
                  <a:off x="3795538" y="0"/>
                  <a:ext cx="634998" cy="1666873"/>
                </a:xfrm>
                <a:prstGeom prst="flowChartAlternateProcess">
                  <a:avLst/>
                </a:prstGeom>
                <a:solidFill>
                  <a:srgbClr val="E173FF">
                    <a:alpha val="24999"/>
                  </a:srgbClr>
                </a:solidFill>
                <a:ln w="28575" cap="flat" cmpd="sng" algn="ctr">
                  <a:solidFill>
                    <a:srgbClr val="DB4CFF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388205450" name=""/>
                <p:cNvSpPr/>
                <p:nvPr/>
              </p:nvSpPr>
              <p:spPr bwMode="auto">
                <a:xfrm rot="0" flipH="0" flipV="0">
                  <a:off x="4594842" y="0"/>
                  <a:ext cx="2687643" cy="1666873"/>
                </a:xfrm>
                <a:prstGeom prst="flowChartAlternateProcess">
                  <a:avLst/>
                </a:prstGeom>
                <a:solidFill>
                  <a:schemeClr val="accent1">
                    <a:lumMod val="40000"/>
                    <a:lumOff val="60000"/>
                    <a:alpha val="24999"/>
                  </a:schemeClr>
                </a:solidFill>
                <a:ln w="28575" cap="flat" cmpd="sng" algn="ctr">
                  <a:solidFill>
                    <a:srgbClr val="0095FF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  <p:sp>
              <p:nvSpPr>
                <p:cNvPr id="1541930724" name=""/>
                <p:cNvSpPr/>
                <p:nvPr/>
              </p:nvSpPr>
              <p:spPr bwMode="auto">
                <a:xfrm rot="0" flipH="0" flipV="0">
                  <a:off x="7446787" y="0"/>
                  <a:ext cx="634998" cy="1666873"/>
                </a:xfrm>
                <a:prstGeom prst="flowChartAlternateProcess">
                  <a:avLst/>
                </a:prstGeom>
                <a:solidFill>
                  <a:srgbClr val="E173FF">
                    <a:alpha val="24999"/>
                  </a:srgbClr>
                </a:solidFill>
                <a:ln w="28575" cap="flat" cmpd="sng" algn="ctr">
                  <a:solidFill>
                    <a:srgbClr val="DB4CFF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238940872" name=""/>
                <p:cNvSpPr/>
                <p:nvPr/>
              </p:nvSpPr>
              <p:spPr bwMode="auto">
                <a:xfrm rot="0" flipH="0" flipV="0">
                  <a:off x="8265501" y="0"/>
                  <a:ext cx="2687643" cy="1666873"/>
                </a:xfrm>
                <a:prstGeom prst="flowChartAlternateProcess">
                  <a:avLst/>
                </a:prstGeom>
                <a:solidFill>
                  <a:schemeClr val="accent1">
                    <a:lumMod val="40000"/>
                    <a:lumOff val="60000"/>
                    <a:alpha val="24999"/>
                  </a:schemeClr>
                </a:solidFill>
                <a:ln w="28575" cap="flat" cmpd="sng" algn="ctr">
                  <a:solidFill>
                    <a:srgbClr val="0095FF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  <p:sp>
              <p:nvSpPr>
                <p:cNvPr id="1535196479" name=""/>
                <p:cNvSpPr/>
                <p:nvPr/>
              </p:nvSpPr>
              <p:spPr bwMode="auto">
                <a:xfrm rot="0" flipH="0" flipV="0">
                  <a:off x="11092296" y="0"/>
                  <a:ext cx="752486" cy="1666873"/>
                </a:xfrm>
                <a:prstGeom prst="flowChartAlternateProcess">
                  <a:avLst/>
                </a:prstGeom>
                <a:solidFill>
                  <a:srgbClr val="92D050">
                    <a:alpha val="24999"/>
                  </a:srgbClr>
                </a:solidFill>
                <a:ln w="28575" cap="flat" cmpd="sng" algn="ctr">
                  <a:solidFill>
                    <a:srgbClr val="00B05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  <p:sp>
              <p:nvSpPr>
                <p:cNvPr id="1908114431" name=""/>
                <p:cNvSpPr/>
                <p:nvPr/>
              </p:nvSpPr>
              <p:spPr bwMode="auto">
                <a:xfrm rot="0" flipH="0" flipV="0">
                  <a:off x="0" y="0"/>
                  <a:ext cx="752486" cy="1666873"/>
                </a:xfrm>
                <a:prstGeom prst="flowChartAlternateProcess">
                  <a:avLst/>
                </a:prstGeom>
                <a:solidFill>
                  <a:srgbClr val="92D050">
                    <a:alpha val="24999"/>
                  </a:srgbClr>
                </a:solidFill>
                <a:ln w="28575" cap="flat" cmpd="sng" algn="ctr">
                  <a:solidFill>
                    <a:srgbClr val="00B05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</p:grpSp>
          <p:grpSp>
            <p:nvGrpSpPr>
              <p:cNvPr id="737289036" name=""/>
              <p:cNvGrpSpPr/>
              <p:nvPr/>
            </p:nvGrpSpPr>
            <p:grpSpPr bwMode="auto">
              <a:xfrm rot="0" flipH="0" flipV="0">
                <a:off x="133958" y="136461"/>
                <a:ext cx="11615721" cy="1408948"/>
                <a:chOff x="0" y="0"/>
                <a:chExt cx="11615721" cy="1408948"/>
              </a:xfrm>
            </p:grpSpPr>
            <p:grpSp>
              <p:nvGrpSpPr>
                <p:cNvPr id="596493714" name=""/>
                <p:cNvGrpSpPr/>
                <p:nvPr/>
              </p:nvGrpSpPr>
              <p:grpSpPr bwMode="auto">
                <a:xfrm>
                  <a:off x="3067788" y="0"/>
                  <a:ext cx="1823464" cy="1408948"/>
                  <a:chOff x="0" y="0"/>
                  <a:chExt cx="1823464" cy="1408948"/>
                </a:xfrm>
              </p:grpSpPr>
              <p:cxnSp>
                <p:nvCxnSpPr>
                  <p:cNvPr id="53151102" name=""/>
                  <p:cNvCxnSpPr/>
                  <p:nvPr/>
                </p:nvCxnSpPr>
                <p:spPr bwMode="auto">
                  <a:xfrm rot="10800000" flipH="0" flipV="1">
                    <a:off x="349167" y="174582"/>
                    <a:ext cx="1125126" cy="1052280"/>
                  </a:xfrm>
                  <a:prstGeom prst="line">
                    <a:avLst/>
                  </a:prstGeom>
                  <a:ln w="3810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98720639" name=""/>
                  <p:cNvSpPr/>
                  <p:nvPr/>
                </p:nvSpPr>
                <p:spPr bwMode="auto">
                  <a:xfrm rot="10800000" flipH="0" flipV="0">
                    <a:off x="1474297" y="0"/>
                    <a:ext cx="349167" cy="349167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454526527" name=""/>
                  <p:cNvSpPr/>
                  <p:nvPr/>
                </p:nvSpPr>
                <p:spPr bwMode="auto">
                  <a:xfrm rot="0" flipH="0" flipV="0">
                    <a:off x="0" y="1059780"/>
                    <a:ext cx="349167" cy="349167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</p:grpSp>
            <p:grpSp>
              <p:nvGrpSpPr>
                <p:cNvPr id="766188032" name=""/>
                <p:cNvGrpSpPr/>
                <p:nvPr/>
              </p:nvGrpSpPr>
              <p:grpSpPr bwMode="auto">
                <a:xfrm>
                  <a:off x="0" y="529891"/>
                  <a:ext cx="1234577" cy="879057"/>
                  <a:chOff x="0" y="0"/>
                  <a:chExt cx="1234577" cy="879057"/>
                </a:xfrm>
              </p:grpSpPr>
              <p:sp>
                <p:nvSpPr>
                  <p:cNvPr id="855084600" name=""/>
                  <p:cNvSpPr/>
                  <p:nvPr/>
                </p:nvSpPr>
                <p:spPr bwMode="auto">
                  <a:xfrm rot="10800000" flipH="0" flipV="0">
                    <a:off x="885408" y="529887"/>
                    <a:ext cx="349168" cy="349168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p>
                    <a:pPr algn="ctr">
                      <a:defRPr/>
                    </a:pPr>
                    <a:endParaRPr/>
                  </a:p>
                </p:txBody>
              </p:sp>
              <p:cxnSp>
                <p:nvCxnSpPr>
                  <p:cNvPr id="1944483445" name=""/>
                  <p:cNvCxnSpPr/>
                  <p:nvPr/>
                </p:nvCxnSpPr>
                <p:spPr bwMode="auto">
                  <a:xfrm rot="10800000" flipH="0" flipV="0">
                    <a:off x="298032" y="298031"/>
                    <a:ext cx="587376" cy="406438"/>
                  </a:xfrm>
                  <a:prstGeom prst="line">
                    <a:avLst/>
                  </a:prstGeom>
                  <a:ln w="3810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33796038" name=""/>
                  <p:cNvSpPr/>
                  <p:nvPr/>
                </p:nvSpPr>
                <p:spPr bwMode="auto">
                  <a:xfrm rot="10800000" flipH="0" flipV="0">
                    <a:off x="0" y="0"/>
                    <a:ext cx="349167" cy="349167"/>
                  </a:xfrm>
                  <a:prstGeom prst="ellipse">
                    <a:avLst/>
                  </a:prstGeom>
                  <a:solidFill>
                    <a:srgbClr val="E173FF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</p:grpSp>
            <p:grpSp>
              <p:nvGrpSpPr>
                <p:cNvPr id="645250338" name=""/>
                <p:cNvGrpSpPr/>
                <p:nvPr/>
              </p:nvGrpSpPr>
              <p:grpSpPr bwMode="auto">
                <a:xfrm rot="10800000">
                  <a:off x="10381142" y="529889"/>
                  <a:ext cx="1234578" cy="349168"/>
                  <a:chOff x="0" y="0"/>
                  <a:chExt cx="1234578" cy="349168"/>
                </a:xfrm>
              </p:grpSpPr>
              <p:sp>
                <p:nvSpPr>
                  <p:cNvPr id="1846856090" name=""/>
                  <p:cNvSpPr/>
                  <p:nvPr/>
                </p:nvSpPr>
                <p:spPr bwMode="auto">
                  <a:xfrm rot="10800000" flipH="0" flipV="0">
                    <a:off x="885411" y="0"/>
                    <a:ext cx="349167" cy="349167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cxnSp>
                <p:nvCxnSpPr>
                  <p:cNvPr id="86657638" name=""/>
                  <p:cNvCxnSpPr/>
                  <p:nvPr/>
                </p:nvCxnSpPr>
                <p:spPr bwMode="auto">
                  <a:xfrm rot="10800000" flipH="0" flipV="1">
                    <a:off x="349167" y="174583"/>
                    <a:ext cx="536242" cy="0"/>
                  </a:xfrm>
                  <a:prstGeom prst="line">
                    <a:avLst/>
                  </a:prstGeom>
                  <a:ln w="3810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898451606" name=""/>
                  <p:cNvSpPr/>
                  <p:nvPr/>
                </p:nvSpPr>
                <p:spPr bwMode="auto">
                  <a:xfrm rot="10800000" flipH="0" flipV="0">
                    <a:off x="0" y="0"/>
                    <a:ext cx="349167" cy="349167"/>
                  </a:xfrm>
                  <a:prstGeom prst="ellipse">
                    <a:avLst/>
                  </a:prstGeom>
                  <a:solidFill>
                    <a:srgbClr val="E173FF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</p:grpSp>
            <p:grpSp>
              <p:nvGrpSpPr>
                <p:cNvPr id="1871019606" name=""/>
                <p:cNvGrpSpPr/>
                <p:nvPr/>
              </p:nvGrpSpPr>
              <p:grpSpPr bwMode="auto">
                <a:xfrm rot="10800000">
                  <a:off x="6724465" y="0"/>
                  <a:ext cx="2107789" cy="879058"/>
                  <a:chOff x="0" y="0"/>
                  <a:chExt cx="2107789" cy="879058"/>
                </a:xfrm>
              </p:grpSpPr>
              <p:cxnSp>
                <p:nvCxnSpPr>
                  <p:cNvPr id="1105523966" name=""/>
                  <p:cNvCxnSpPr/>
                  <p:nvPr/>
                </p:nvCxnSpPr>
                <p:spPr bwMode="auto">
                  <a:xfrm rot="10800000" flipH="0" flipV="0">
                    <a:off x="349169" y="167082"/>
                    <a:ext cx="1409450" cy="537390"/>
                  </a:xfrm>
                  <a:prstGeom prst="line">
                    <a:avLst/>
                  </a:prstGeom>
                  <a:ln w="3810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54328479" name=""/>
                  <p:cNvSpPr/>
                  <p:nvPr/>
                </p:nvSpPr>
                <p:spPr bwMode="auto">
                  <a:xfrm rot="10800000" flipH="0" flipV="0">
                    <a:off x="1758620" y="529889"/>
                    <a:ext cx="349168" cy="349168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456689659" name=""/>
                  <p:cNvSpPr/>
                  <p:nvPr/>
                </p:nvSpPr>
                <p:spPr bwMode="auto">
                  <a:xfrm rot="0" flipH="0" flipV="0">
                    <a:off x="0" y="0"/>
                    <a:ext cx="349167" cy="349167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</p:grpSp>
          </p:grpSp>
        </p:grpSp>
        <p:grpSp>
          <p:nvGrpSpPr>
            <p:cNvPr id="510456521" name=""/>
            <p:cNvGrpSpPr/>
            <p:nvPr/>
          </p:nvGrpSpPr>
          <p:grpSpPr bwMode="auto">
            <a:xfrm flipH="0" flipV="0">
              <a:off x="1404216" y="1292294"/>
              <a:ext cx="1797529" cy="148114"/>
              <a:chOff x="0" y="0"/>
              <a:chExt cx="1797529" cy="148114"/>
            </a:xfrm>
          </p:grpSpPr>
          <p:grpSp>
            <p:nvGrpSpPr>
              <p:cNvPr id="35191217" name=""/>
              <p:cNvGrpSpPr/>
              <p:nvPr/>
            </p:nvGrpSpPr>
            <p:grpSpPr bwMode="auto">
              <a:xfrm flipH="0" flipV="0">
                <a:off x="0" y="0"/>
                <a:ext cx="603392" cy="148114"/>
                <a:chOff x="0" y="0"/>
                <a:chExt cx="603392" cy="148114"/>
              </a:xfrm>
            </p:grpSpPr>
            <p:grpSp>
              <p:nvGrpSpPr>
                <p:cNvPr id="753402029" name=""/>
                <p:cNvGrpSpPr/>
                <p:nvPr/>
              </p:nvGrpSpPr>
              <p:grpSpPr bwMode="auto">
                <a:xfrm flipH="0" flipV="0">
                  <a:off x="0" y="0"/>
                  <a:ext cx="303069" cy="148114"/>
                  <a:chOff x="0" y="0"/>
                  <a:chExt cx="303069" cy="148114"/>
                </a:xfrm>
              </p:grpSpPr>
              <p:sp>
                <p:nvSpPr>
                  <p:cNvPr id="516573193" name=""/>
                  <p:cNvSpPr/>
                  <p:nvPr/>
                </p:nvSpPr>
                <p:spPr bwMode="auto">
                  <a:xfrm rot="0" flipH="0" flipV="0">
                    <a:off x="0" y="23697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715243868" name=""/>
                  <p:cNvSpPr/>
                  <p:nvPr/>
                </p:nvSpPr>
                <p:spPr bwMode="auto">
                  <a:xfrm rot="16199998" flipH="0" flipV="0">
                    <a:off x="14703" y="899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671591708" name=""/>
                  <p:cNvSpPr/>
                  <p:nvPr/>
                </p:nvSpPr>
                <p:spPr bwMode="auto">
                  <a:xfrm rot="10800000" flipH="0" flipV="0">
                    <a:off x="149244" y="0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420686153" name=""/>
                  <p:cNvSpPr/>
                  <p:nvPr/>
                </p:nvSpPr>
                <p:spPr bwMode="auto">
                  <a:xfrm rot="5400000" flipH="0" flipV="0">
                    <a:off x="163948" y="-1470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649488630" name=""/>
                <p:cNvGrpSpPr/>
                <p:nvPr/>
              </p:nvGrpSpPr>
              <p:grpSpPr bwMode="auto">
                <a:xfrm flipH="0" flipV="0">
                  <a:off x="300322" y="0"/>
                  <a:ext cx="303069" cy="148114"/>
                  <a:chOff x="0" y="0"/>
                  <a:chExt cx="303069" cy="148114"/>
                </a:xfrm>
              </p:grpSpPr>
              <p:sp>
                <p:nvSpPr>
                  <p:cNvPr id="698647813" name=""/>
                  <p:cNvSpPr/>
                  <p:nvPr/>
                </p:nvSpPr>
                <p:spPr bwMode="auto">
                  <a:xfrm rot="0" flipH="0" flipV="0">
                    <a:off x="0" y="23697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323712702" name=""/>
                  <p:cNvSpPr/>
                  <p:nvPr/>
                </p:nvSpPr>
                <p:spPr bwMode="auto">
                  <a:xfrm rot="16199998" flipH="0" flipV="0">
                    <a:off x="14703" y="899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35866808" name=""/>
                  <p:cNvSpPr/>
                  <p:nvPr/>
                </p:nvSpPr>
                <p:spPr bwMode="auto">
                  <a:xfrm rot="10800000" flipH="0" flipV="0">
                    <a:off x="149244" y="0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93389835" name=""/>
                  <p:cNvSpPr/>
                  <p:nvPr/>
                </p:nvSpPr>
                <p:spPr bwMode="auto">
                  <a:xfrm rot="5400000" flipH="0" flipV="0">
                    <a:off x="163948" y="-1470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  <p:grpSp>
            <p:nvGrpSpPr>
              <p:cNvPr id="1681203356" name=""/>
              <p:cNvGrpSpPr/>
              <p:nvPr/>
            </p:nvGrpSpPr>
            <p:grpSpPr bwMode="auto">
              <a:xfrm flipH="0" flipV="0">
                <a:off x="597066" y="0"/>
                <a:ext cx="603392" cy="148114"/>
                <a:chOff x="0" y="0"/>
                <a:chExt cx="603392" cy="148114"/>
              </a:xfrm>
            </p:grpSpPr>
            <p:grpSp>
              <p:nvGrpSpPr>
                <p:cNvPr id="983025544" name=""/>
                <p:cNvGrpSpPr/>
                <p:nvPr/>
              </p:nvGrpSpPr>
              <p:grpSpPr bwMode="auto">
                <a:xfrm flipH="0" flipV="0">
                  <a:off x="0" y="0"/>
                  <a:ext cx="303069" cy="148114"/>
                  <a:chOff x="0" y="0"/>
                  <a:chExt cx="303069" cy="148114"/>
                </a:xfrm>
              </p:grpSpPr>
              <p:sp>
                <p:nvSpPr>
                  <p:cNvPr id="793332493" name=""/>
                  <p:cNvSpPr/>
                  <p:nvPr/>
                </p:nvSpPr>
                <p:spPr bwMode="auto">
                  <a:xfrm rot="0" flipH="0" flipV="0">
                    <a:off x="0" y="23697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2054083140" name=""/>
                  <p:cNvSpPr/>
                  <p:nvPr/>
                </p:nvSpPr>
                <p:spPr bwMode="auto">
                  <a:xfrm rot="16199998" flipH="0" flipV="0">
                    <a:off x="14703" y="899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793026025" name=""/>
                  <p:cNvSpPr/>
                  <p:nvPr/>
                </p:nvSpPr>
                <p:spPr bwMode="auto">
                  <a:xfrm rot="10800000" flipH="0" flipV="0">
                    <a:off x="149244" y="0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96795243" name=""/>
                  <p:cNvSpPr/>
                  <p:nvPr/>
                </p:nvSpPr>
                <p:spPr bwMode="auto">
                  <a:xfrm rot="5400000" flipH="0" flipV="0">
                    <a:off x="163948" y="-1470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1470289388" name=""/>
                <p:cNvGrpSpPr/>
                <p:nvPr/>
              </p:nvGrpSpPr>
              <p:grpSpPr bwMode="auto">
                <a:xfrm flipH="0" flipV="0">
                  <a:off x="300322" y="0"/>
                  <a:ext cx="303069" cy="148114"/>
                  <a:chOff x="0" y="0"/>
                  <a:chExt cx="303069" cy="148114"/>
                </a:xfrm>
              </p:grpSpPr>
              <p:sp>
                <p:nvSpPr>
                  <p:cNvPr id="806982107" name=""/>
                  <p:cNvSpPr/>
                  <p:nvPr/>
                </p:nvSpPr>
                <p:spPr bwMode="auto">
                  <a:xfrm rot="0" flipH="0" flipV="0">
                    <a:off x="0" y="23697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206334554" name=""/>
                  <p:cNvSpPr/>
                  <p:nvPr/>
                </p:nvSpPr>
                <p:spPr bwMode="auto">
                  <a:xfrm rot="16199998" flipH="0" flipV="0">
                    <a:off x="14703" y="899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843192074" name=""/>
                  <p:cNvSpPr/>
                  <p:nvPr/>
                </p:nvSpPr>
                <p:spPr bwMode="auto">
                  <a:xfrm rot="10800000" flipH="0" flipV="0">
                    <a:off x="149244" y="0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382897612" name=""/>
                  <p:cNvSpPr/>
                  <p:nvPr/>
                </p:nvSpPr>
                <p:spPr bwMode="auto">
                  <a:xfrm rot="5400000" flipH="0" flipV="0">
                    <a:off x="163948" y="-1470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  <p:grpSp>
            <p:nvGrpSpPr>
              <p:cNvPr id="1116142465" name=""/>
              <p:cNvGrpSpPr/>
              <p:nvPr/>
            </p:nvGrpSpPr>
            <p:grpSpPr bwMode="auto">
              <a:xfrm flipH="0" flipV="0">
                <a:off x="1194133" y="0"/>
                <a:ext cx="603392" cy="148114"/>
                <a:chOff x="0" y="0"/>
                <a:chExt cx="603392" cy="148114"/>
              </a:xfrm>
            </p:grpSpPr>
            <p:grpSp>
              <p:nvGrpSpPr>
                <p:cNvPr id="1115630225" name=""/>
                <p:cNvGrpSpPr/>
                <p:nvPr/>
              </p:nvGrpSpPr>
              <p:grpSpPr bwMode="auto">
                <a:xfrm flipH="0" flipV="0">
                  <a:off x="0" y="0"/>
                  <a:ext cx="303069" cy="148114"/>
                  <a:chOff x="0" y="0"/>
                  <a:chExt cx="303069" cy="148114"/>
                </a:xfrm>
              </p:grpSpPr>
              <p:sp>
                <p:nvSpPr>
                  <p:cNvPr id="379795419" name=""/>
                  <p:cNvSpPr/>
                  <p:nvPr/>
                </p:nvSpPr>
                <p:spPr bwMode="auto">
                  <a:xfrm rot="0" flipH="0" flipV="0">
                    <a:off x="0" y="23697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951733379" name=""/>
                  <p:cNvSpPr/>
                  <p:nvPr/>
                </p:nvSpPr>
                <p:spPr bwMode="auto">
                  <a:xfrm rot="16199998" flipH="0" flipV="0">
                    <a:off x="14703" y="899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209556267" name=""/>
                  <p:cNvSpPr/>
                  <p:nvPr/>
                </p:nvSpPr>
                <p:spPr bwMode="auto">
                  <a:xfrm rot="10800000" flipH="0" flipV="0">
                    <a:off x="149244" y="0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081452789" name=""/>
                  <p:cNvSpPr/>
                  <p:nvPr/>
                </p:nvSpPr>
                <p:spPr bwMode="auto">
                  <a:xfrm rot="5400000" flipH="0" flipV="0">
                    <a:off x="163948" y="-1470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1784601832" name=""/>
                <p:cNvGrpSpPr/>
                <p:nvPr/>
              </p:nvGrpSpPr>
              <p:grpSpPr bwMode="auto">
                <a:xfrm flipH="0" flipV="0">
                  <a:off x="300322" y="0"/>
                  <a:ext cx="303069" cy="148114"/>
                  <a:chOff x="0" y="0"/>
                  <a:chExt cx="303069" cy="148114"/>
                </a:xfrm>
              </p:grpSpPr>
              <p:sp>
                <p:nvSpPr>
                  <p:cNvPr id="2044088552" name=""/>
                  <p:cNvSpPr/>
                  <p:nvPr/>
                </p:nvSpPr>
                <p:spPr bwMode="auto">
                  <a:xfrm rot="0" flipH="0" flipV="0">
                    <a:off x="0" y="23697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681172962" name=""/>
                  <p:cNvSpPr/>
                  <p:nvPr/>
                </p:nvSpPr>
                <p:spPr bwMode="auto">
                  <a:xfrm rot="16199998" flipH="0" flipV="0">
                    <a:off x="14703" y="899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394560495" name=""/>
                  <p:cNvSpPr/>
                  <p:nvPr/>
                </p:nvSpPr>
                <p:spPr bwMode="auto">
                  <a:xfrm rot="10800000" flipH="0" flipV="0">
                    <a:off x="149244" y="0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467096735" name=""/>
                  <p:cNvSpPr/>
                  <p:nvPr/>
                </p:nvSpPr>
                <p:spPr bwMode="auto">
                  <a:xfrm rot="5400000" flipH="0" flipV="0">
                    <a:off x="163948" y="-1470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</p:grpSp>
        <p:grpSp>
          <p:nvGrpSpPr>
            <p:cNvPr id="737353718" name=""/>
            <p:cNvGrpSpPr/>
            <p:nvPr/>
          </p:nvGrpSpPr>
          <p:grpSpPr bwMode="auto">
            <a:xfrm flipH="0" flipV="0">
              <a:off x="5046230" y="223762"/>
              <a:ext cx="1797529" cy="148114"/>
              <a:chOff x="0" y="0"/>
              <a:chExt cx="1797529" cy="148114"/>
            </a:xfrm>
          </p:grpSpPr>
          <p:grpSp>
            <p:nvGrpSpPr>
              <p:cNvPr id="775085777" name=""/>
              <p:cNvGrpSpPr/>
              <p:nvPr/>
            </p:nvGrpSpPr>
            <p:grpSpPr bwMode="auto">
              <a:xfrm flipH="0" flipV="0">
                <a:off x="0" y="0"/>
                <a:ext cx="603392" cy="148114"/>
                <a:chOff x="0" y="0"/>
                <a:chExt cx="603392" cy="148114"/>
              </a:xfrm>
            </p:grpSpPr>
            <p:grpSp>
              <p:nvGrpSpPr>
                <p:cNvPr id="1134339484" name=""/>
                <p:cNvGrpSpPr/>
                <p:nvPr/>
              </p:nvGrpSpPr>
              <p:grpSpPr bwMode="auto">
                <a:xfrm flipH="0" flipV="0">
                  <a:off x="0" y="0"/>
                  <a:ext cx="303069" cy="148114"/>
                  <a:chOff x="0" y="0"/>
                  <a:chExt cx="303069" cy="148114"/>
                </a:xfrm>
              </p:grpSpPr>
              <p:sp>
                <p:nvSpPr>
                  <p:cNvPr id="1942012681" name=""/>
                  <p:cNvSpPr/>
                  <p:nvPr/>
                </p:nvSpPr>
                <p:spPr bwMode="auto">
                  <a:xfrm rot="0" flipH="0" flipV="0">
                    <a:off x="0" y="23697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513290383" name=""/>
                  <p:cNvSpPr/>
                  <p:nvPr/>
                </p:nvSpPr>
                <p:spPr bwMode="auto">
                  <a:xfrm rot="16199998" flipH="0" flipV="0">
                    <a:off x="14703" y="899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717554409" name=""/>
                  <p:cNvSpPr/>
                  <p:nvPr/>
                </p:nvSpPr>
                <p:spPr bwMode="auto">
                  <a:xfrm rot="10800000" flipH="0" flipV="0">
                    <a:off x="149244" y="0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887906600" name=""/>
                  <p:cNvSpPr/>
                  <p:nvPr/>
                </p:nvSpPr>
                <p:spPr bwMode="auto">
                  <a:xfrm rot="5400000" flipH="0" flipV="0">
                    <a:off x="163948" y="-1470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840260895" name=""/>
                <p:cNvGrpSpPr/>
                <p:nvPr/>
              </p:nvGrpSpPr>
              <p:grpSpPr bwMode="auto">
                <a:xfrm flipH="0" flipV="0">
                  <a:off x="300322" y="0"/>
                  <a:ext cx="303069" cy="148114"/>
                  <a:chOff x="0" y="0"/>
                  <a:chExt cx="303069" cy="148114"/>
                </a:xfrm>
              </p:grpSpPr>
              <p:sp>
                <p:nvSpPr>
                  <p:cNvPr id="1290427500" name=""/>
                  <p:cNvSpPr/>
                  <p:nvPr/>
                </p:nvSpPr>
                <p:spPr bwMode="auto">
                  <a:xfrm rot="0" flipH="0" flipV="0">
                    <a:off x="0" y="23697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004423132" name=""/>
                  <p:cNvSpPr/>
                  <p:nvPr/>
                </p:nvSpPr>
                <p:spPr bwMode="auto">
                  <a:xfrm rot="16199998" flipH="0" flipV="0">
                    <a:off x="14703" y="899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259694129" name=""/>
                  <p:cNvSpPr/>
                  <p:nvPr/>
                </p:nvSpPr>
                <p:spPr bwMode="auto">
                  <a:xfrm rot="10800000" flipH="0" flipV="0">
                    <a:off x="149244" y="0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835582720" name=""/>
                  <p:cNvSpPr/>
                  <p:nvPr/>
                </p:nvSpPr>
                <p:spPr bwMode="auto">
                  <a:xfrm rot="5400000" flipH="0" flipV="0">
                    <a:off x="163948" y="-1470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  <p:grpSp>
            <p:nvGrpSpPr>
              <p:cNvPr id="1902241979" name=""/>
              <p:cNvGrpSpPr/>
              <p:nvPr/>
            </p:nvGrpSpPr>
            <p:grpSpPr bwMode="auto">
              <a:xfrm flipH="0" flipV="0">
                <a:off x="597066" y="0"/>
                <a:ext cx="603392" cy="148114"/>
                <a:chOff x="0" y="0"/>
                <a:chExt cx="603392" cy="148114"/>
              </a:xfrm>
            </p:grpSpPr>
            <p:grpSp>
              <p:nvGrpSpPr>
                <p:cNvPr id="1414834948" name=""/>
                <p:cNvGrpSpPr/>
                <p:nvPr/>
              </p:nvGrpSpPr>
              <p:grpSpPr bwMode="auto">
                <a:xfrm flipH="0" flipV="0">
                  <a:off x="0" y="0"/>
                  <a:ext cx="303069" cy="148114"/>
                  <a:chOff x="0" y="0"/>
                  <a:chExt cx="303069" cy="148114"/>
                </a:xfrm>
              </p:grpSpPr>
              <p:sp>
                <p:nvSpPr>
                  <p:cNvPr id="1237306191" name=""/>
                  <p:cNvSpPr/>
                  <p:nvPr/>
                </p:nvSpPr>
                <p:spPr bwMode="auto">
                  <a:xfrm rot="0" flipH="0" flipV="0">
                    <a:off x="0" y="23697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706220187" name=""/>
                  <p:cNvSpPr/>
                  <p:nvPr/>
                </p:nvSpPr>
                <p:spPr bwMode="auto">
                  <a:xfrm rot="16199998" flipH="0" flipV="0">
                    <a:off x="14703" y="899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282147422" name=""/>
                  <p:cNvSpPr/>
                  <p:nvPr/>
                </p:nvSpPr>
                <p:spPr bwMode="auto">
                  <a:xfrm rot="10800000" flipH="0" flipV="0">
                    <a:off x="149244" y="0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598831445" name=""/>
                  <p:cNvSpPr/>
                  <p:nvPr/>
                </p:nvSpPr>
                <p:spPr bwMode="auto">
                  <a:xfrm rot="5400000" flipH="0" flipV="0">
                    <a:off x="163948" y="-1470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871292393" name=""/>
                <p:cNvGrpSpPr/>
                <p:nvPr/>
              </p:nvGrpSpPr>
              <p:grpSpPr bwMode="auto">
                <a:xfrm flipH="0" flipV="0">
                  <a:off x="300322" y="0"/>
                  <a:ext cx="303069" cy="148114"/>
                  <a:chOff x="0" y="0"/>
                  <a:chExt cx="303069" cy="148114"/>
                </a:xfrm>
              </p:grpSpPr>
              <p:sp>
                <p:nvSpPr>
                  <p:cNvPr id="268233770" name=""/>
                  <p:cNvSpPr/>
                  <p:nvPr/>
                </p:nvSpPr>
                <p:spPr bwMode="auto">
                  <a:xfrm rot="0" flipH="0" flipV="0">
                    <a:off x="0" y="23697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813370183" name=""/>
                  <p:cNvSpPr/>
                  <p:nvPr/>
                </p:nvSpPr>
                <p:spPr bwMode="auto">
                  <a:xfrm rot="16199998" flipH="0" flipV="0">
                    <a:off x="14703" y="899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208140227" name=""/>
                  <p:cNvSpPr/>
                  <p:nvPr/>
                </p:nvSpPr>
                <p:spPr bwMode="auto">
                  <a:xfrm rot="10800000" flipH="0" flipV="0">
                    <a:off x="149244" y="0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877784987" name=""/>
                  <p:cNvSpPr/>
                  <p:nvPr/>
                </p:nvSpPr>
                <p:spPr bwMode="auto">
                  <a:xfrm rot="5400000" flipH="0" flipV="0">
                    <a:off x="163948" y="-1470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  <p:grpSp>
            <p:nvGrpSpPr>
              <p:cNvPr id="1521719403" name=""/>
              <p:cNvGrpSpPr/>
              <p:nvPr/>
            </p:nvGrpSpPr>
            <p:grpSpPr bwMode="auto">
              <a:xfrm flipH="0" flipV="0">
                <a:off x="1194133" y="0"/>
                <a:ext cx="603392" cy="148114"/>
                <a:chOff x="0" y="0"/>
                <a:chExt cx="603392" cy="148114"/>
              </a:xfrm>
            </p:grpSpPr>
            <p:grpSp>
              <p:nvGrpSpPr>
                <p:cNvPr id="1832911025" name=""/>
                <p:cNvGrpSpPr/>
                <p:nvPr/>
              </p:nvGrpSpPr>
              <p:grpSpPr bwMode="auto">
                <a:xfrm flipH="0" flipV="0">
                  <a:off x="0" y="0"/>
                  <a:ext cx="303069" cy="148114"/>
                  <a:chOff x="0" y="0"/>
                  <a:chExt cx="303069" cy="148114"/>
                </a:xfrm>
              </p:grpSpPr>
              <p:sp>
                <p:nvSpPr>
                  <p:cNvPr id="1281734539" name=""/>
                  <p:cNvSpPr/>
                  <p:nvPr/>
                </p:nvSpPr>
                <p:spPr bwMode="auto">
                  <a:xfrm rot="0" flipH="0" flipV="0">
                    <a:off x="0" y="23697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60900408" name=""/>
                  <p:cNvSpPr/>
                  <p:nvPr/>
                </p:nvSpPr>
                <p:spPr bwMode="auto">
                  <a:xfrm rot="16199998" flipH="0" flipV="0">
                    <a:off x="14703" y="899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878909396" name=""/>
                  <p:cNvSpPr/>
                  <p:nvPr/>
                </p:nvSpPr>
                <p:spPr bwMode="auto">
                  <a:xfrm rot="10800000" flipH="0" flipV="0">
                    <a:off x="149244" y="0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257734552" name=""/>
                  <p:cNvSpPr/>
                  <p:nvPr/>
                </p:nvSpPr>
                <p:spPr bwMode="auto">
                  <a:xfrm rot="5400000" flipH="0" flipV="0">
                    <a:off x="163948" y="-1470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1261831208" name=""/>
                <p:cNvGrpSpPr/>
                <p:nvPr/>
              </p:nvGrpSpPr>
              <p:grpSpPr bwMode="auto">
                <a:xfrm flipH="0" flipV="0">
                  <a:off x="300322" y="0"/>
                  <a:ext cx="303069" cy="148114"/>
                  <a:chOff x="0" y="0"/>
                  <a:chExt cx="303069" cy="148114"/>
                </a:xfrm>
              </p:grpSpPr>
              <p:sp>
                <p:nvSpPr>
                  <p:cNvPr id="424194961" name=""/>
                  <p:cNvSpPr/>
                  <p:nvPr/>
                </p:nvSpPr>
                <p:spPr bwMode="auto">
                  <a:xfrm rot="0" flipH="0" flipV="0">
                    <a:off x="0" y="23697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53868949" name=""/>
                  <p:cNvSpPr/>
                  <p:nvPr/>
                </p:nvSpPr>
                <p:spPr bwMode="auto">
                  <a:xfrm rot="16199998" flipH="0" flipV="0">
                    <a:off x="14703" y="899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857916705" name=""/>
                  <p:cNvSpPr/>
                  <p:nvPr/>
                </p:nvSpPr>
                <p:spPr bwMode="auto">
                  <a:xfrm rot="10800000" flipH="0" flipV="0">
                    <a:off x="149244" y="0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896737074" name=""/>
                  <p:cNvSpPr/>
                  <p:nvPr/>
                </p:nvSpPr>
                <p:spPr bwMode="auto">
                  <a:xfrm rot="5400000" flipH="0" flipV="0">
                    <a:off x="163948" y="-1470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</p:grpSp>
        <p:grpSp>
          <p:nvGrpSpPr>
            <p:cNvPr id="1680459073" name=""/>
            <p:cNvGrpSpPr/>
            <p:nvPr/>
          </p:nvGrpSpPr>
          <p:grpSpPr bwMode="auto">
            <a:xfrm flipH="0" flipV="0">
              <a:off x="8994096" y="774479"/>
              <a:ext cx="1521004" cy="148114"/>
              <a:chOff x="0" y="0"/>
              <a:chExt cx="1521004" cy="148114"/>
            </a:xfrm>
          </p:grpSpPr>
          <p:grpSp>
            <p:nvGrpSpPr>
              <p:cNvPr id="434688499" name=""/>
              <p:cNvGrpSpPr/>
              <p:nvPr/>
            </p:nvGrpSpPr>
            <p:grpSpPr bwMode="auto">
              <a:xfrm flipH="0" flipV="0">
                <a:off x="0" y="0"/>
                <a:ext cx="510568" cy="148114"/>
                <a:chOff x="0" y="0"/>
                <a:chExt cx="510568" cy="148114"/>
              </a:xfrm>
            </p:grpSpPr>
            <p:grpSp>
              <p:nvGrpSpPr>
                <p:cNvPr id="549793104" name=""/>
                <p:cNvGrpSpPr/>
                <p:nvPr/>
              </p:nvGrpSpPr>
              <p:grpSpPr bwMode="auto">
                <a:xfrm flipH="0" flipV="0">
                  <a:off x="0" y="0"/>
                  <a:ext cx="256446" cy="148114"/>
                  <a:chOff x="0" y="0"/>
                  <a:chExt cx="256446" cy="148114"/>
                </a:xfrm>
              </p:grpSpPr>
              <p:sp>
                <p:nvSpPr>
                  <p:cNvPr id="2028570663" name=""/>
                  <p:cNvSpPr/>
                  <p:nvPr/>
                </p:nvSpPr>
                <p:spPr bwMode="auto">
                  <a:xfrm rot="0" flipH="0" flipV="0">
                    <a:off x="0" y="23697"/>
                    <a:ext cx="13015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409808123" name=""/>
                  <p:cNvSpPr/>
                  <p:nvPr/>
                </p:nvSpPr>
                <p:spPr bwMode="auto">
                  <a:xfrm rot="16199998" flipH="0" flipV="0">
                    <a:off x="2871" y="20824"/>
                    <a:ext cx="124416" cy="1301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903000045" name=""/>
                  <p:cNvSpPr/>
                  <p:nvPr/>
                </p:nvSpPr>
                <p:spPr bwMode="auto">
                  <a:xfrm rot="10800000" flipH="0" flipV="0">
                    <a:off x="126284" y="0"/>
                    <a:ext cx="13015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609350345" name=""/>
                  <p:cNvSpPr/>
                  <p:nvPr/>
                </p:nvSpPr>
                <p:spPr bwMode="auto">
                  <a:xfrm rot="5400000" flipH="0" flipV="0">
                    <a:off x="129156" y="-2871"/>
                    <a:ext cx="124416" cy="1301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1798247781" name=""/>
                <p:cNvGrpSpPr/>
                <p:nvPr/>
              </p:nvGrpSpPr>
              <p:grpSpPr bwMode="auto">
                <a:xfrm flipH="0" flipV="0">
                  <a:off x="254121" y="0"/>
                  <a:ext cx="256446" cy="148114"/>
                  <a:chOff x="0" y="0"/>
                  <a:chExt cx="256446" cy="148114"/>
                </a:xfrm>
              </p:grpSpPr>
              <p:sp>
                <p:nvSpPr>
                  <p:cNvPr id="1108524661" name=""/>
                  <p:cNvSpPr/>
                  <p:nvPr/>
                </p:nvSpPr>
                <p:spPr bwMode="auto">
                  <a:xfrm rot="0" flipH="0" flipV="0">
                    <a:off x="0" y="23697"/>
                    <a:ext cx="13015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395319338" name=""/>
                  <p:cNvSpPr/>
                  <p:nvPr/>
                </p:nvSpPr>
                <p:spPr bwMode="auto">
                  <a:xfrm rot="16199998" flipH="0" flipV="0">
                    <a:off x="2871" y="20824"/>
                    <a:ext cx="124416" cy="1301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733643491" name=""/>
                  <p:cNvSpPr/>
                  <p:nvPr/>
                </p:nvSpPr>
                <p:spPr bwMode="auto">
                  <a:xfrm rot="10800000" flipH="0" flipV="0">
                    <a:off x="126284" y="0"/>
                    <a:ext cx="13015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967601190" name=""/>
                  <p:cNvSpPr/>
                  <p:nvPr/>
                </p:nvSpPr>
                <p:spPr bwMode="auto">
                  <a:xfrm rot="5400000" flipH="0" flipV="0">
                    <a:off x="129156" y="-2871"/>
                    <a:ext cx="124416" cy="1301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  <p:grpSp>
            <p:nvGrpSpPr>
              <p:cNvPr id="997374290" name=""/>
              <p:cNvGrpSpPr/>
              <p:nvPr/>
            </p:nvGrpSpPr>
            <p:grpSpPr bwMode="auto">
              <a:xfrm flipH="0" flipV="0">
                <a:off x="505215" y="0"/>
                <a:ext cx="510568" cy="148114"/>
                <a:chOff x="0" y="0"/>
                <a:chExt cx="510568" cy="148114"/>
              </a:xfrm>
            </p:grpSpPr>
            <p:grpSp>
              <p:nvGrpSpPr>
                <p:cNvPr id="280266476" name=""/>
                <p:cNvGrpSpPr/>
                <p:nvPr/>
              </p:nvGrpSpPr>
              <p:grpSpPr bwMode="auto">
                <a:xfrm flipH="0" flipV="0">
                  <a:off x="0" y="0"/>
                  <a:ext cx="256446" cy="148114"/>
                  <a:chOff x="0" y="0"/>
                  <a:chExt cx="256446" cy="148114"/>
                </a:xfrm>
              </p:grpSpPr>
              <p:sp>
                <p:nvSpPr>
                  <p:cNvPr id="835649315" name=""/>
                  <p:cNvSpPr/>
                  <p:nvPr/>
                </p:nvSpPr>
                <p:spPr bwMode="auto">
                  <a:xfrm rot="0" flipH="0" flipV="0">
                    <a:off x="0" y="23697"/>
                    <a:ext cx="13015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935684476" name=""/>
                  <p:cNvSpPr/>
                  <p:nvPr/>
                </p:nvSpPr>
                <p:spPr bwMode="auto">
                  <a:xfrm rot="16199998" flipH="0" flipV="0">
                    <a:off x="2871" y="20824"/>
                    <a:ext cx="124416" cy="1301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2021897407" name=""/>
                  <p:cNvSpPr/>
                  <p:nvPr/>
                </p:nvSpPr>
                <p:spPr bwMode="auto">
                  <a:xfrm rot="10800000" flipH="0" flipV="0">
                    <a:off x="126284" y="0"/>
                    <a:ext cx="13015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040848485" name=""/>
                  <p:cNvSpPr/>
                  <p:nvPr/>
                </p:nvSpPr>
                <p:spPr bwMode="auto">
                  <a:xfrm rot="5400000" flipH="0" flipV="0">
                    <a:off x="129156" y="-2871"/>
                    <a:ext cx="124416" cy="1301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1915404528" name=""/>
                <p:cNvGrpSpPr/>
                <p:nvPr/>
              </p:nvGrpSpPr>
              <p:grpSpPr bwMode="auto">
                <a:xfrm flipH="0" flipV="0">
                  <a:off x="254121" y="0"/>
                  <a:ext cx="256446" cy="148114"/>
                  <a:chOff x="0" y="0"/>
                  <a:chExt cx="256446" cy="148114"/>
                </a:xfrm>
              </p:grpSpPr>
              <p:sp>
                <p:nvSpPr>
                  <p:cNvPr id="1012682690" name=""/>
                  <p:cNvSpPr/>
                  <p:nvPr/>
                </p:nvSpPr>
                <p:spPr bwMode="auto">
                  <a:xfrm rot="0" flipH="0" flipV="0">
                    <a:off x="0" y="23697"/>
                    <a:ext cx="13015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547445570" name=""/>
                  <p:cNvSpPr/>
                  <p:nvPr/>
                </p:nvSpPr>
                <p:spPr bwMode="auto">
                  <a:xfrm rot="16199998" flipH="0" flipV="0">
                    <a:off x="2871" y="20824"/>
                    <a:ext cx="124416" cy="1301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85696056" name=""/>
                  <p:cNvSpPr/>
                  <p:nvPr/>
                </p:nvSpPr>
                <p:spPr bwMode="auto">
                  <a:xfrm rot="10800000" flipH="0" flipV="0">
                    <a:off x="126284" y="0"/>
                    <a:ext cx="13015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510648263" name=""/>
                  <p:cNvSpPr/>
                  <p:nvPr/>
                </p:nvSpPr>
                <p:spPr bwMode="auto">
                  <a:xfrm rot="5400000" flipH="0" flipV="0">
                    <a:off x="129156" y="-2871"/>
                    <a:ext cx="124416" cy="1301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  <p:grpSp>
            <p:nvGrpSpPr>
              <p:cNvPr id="116229259" name=""/>
              <p:cNvGrpSpPr/>
              <p:nvPr/>
            </p:nvGrpSpPr>
            <p:grpSpPr bwMode="auto">
              <a:xfrm flipH="0" flipV="0">
                <a:off x="1010432" y="0"/>
                <a:ext cx="510568" cy="148114"/>
                <a:chOff x="0" y="0"/>
                <a:chExt cx="510568" cy="148114"/>
              </a:xfrm>
            </p:grpSpPr>
            <p:grpSp>
              <p:nvGrpSpPr>
                <p:cNvPr id="244838229" name=""/>
                <p:cNvGrpSpPr/>
                <p:nvPr/>
              </p:nvGrpSpPr>
              <p:grpSpPr bwMode="auto">
                <a:xfrm flipH="0" flipV="0">
                  <a:off x="0" y="0"/>
                  <a:ext cx="256446" cy="148114"/>
                  <a:chOff x="0" y="0"/>
                  <a:chExt cx="256446" cy="148114"/>
                </a:xfrm>
              </p:grpSpPr>
              <p:sp>
                <p:nvSpPr>
                  <p:cNvPr id="2020212476" name=""/>
                  <p:cNvSpPr/>
                  <p:nvPr/>
                </p:nvSpPr>
                <p:spPr bwMode="auto">
                  <a:xfrm rot="0" flipH="0" flipV="0">
                    <a:off x="0" y="23697"/>
                    <a:ext cx="13015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616290827" name=""/>
                  <p:cNvSpPr/>
                  <p:nvPr/>
                </p:nvSpPr>
                <p:spPr bwMode="auto">
                  <a:xfrm rot="16199998" flipH="0" flipV="0">
                    <a:off x="2871" y="20824"/>
                    <a:ext cx="124416" cy="1301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855359766" name=""/>
                  <p:cNvSpPr/>
                  <p:nvPr/>
                </p:nvSpPr>
                <p:spPr bwMode="auto">
                  <a:xfrm rot="10800000" flipH="0" flipV="0">
                    <a:off x="126284" y="0"/>
                    <a:ext cx="13015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155985630" name=""/>
                  <p:cNvSpPr/>
                  <p:nvPr/>
                </p:nvSpPr>
                <p:spPr bwMode="auto">
                  <a:xfrm rot="5400000" flipH="0" flipV="0">
                    <a:off x="129156" y="-2871"/>
                    <a:ext cx="124416" cy="1301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1549455387" name=""/>
                <p:cNvGrpSpPr/>
                <p:nvPr/>
              </p:nvGrpSpPr>
              <p:grpSpPr bwMode="auto">
                <a:xfrm flipH="0" flipV="0">
                  <a:off x="254121" y="0"/>
                  <a:ext cx="256446" cy="148114"/>
                  <a:chOff x="0" y="0"/>
                  <a:chExt cx="256446" cy="148114"/>
                </a:xfrm>
              </p:grpSpPr>
              <p:sp>
                <p:nvSpPr>
                  <p:cNvPr id="1185458330" name=""/>
                  <p:cNvSpPr/>
                  <p:nvPr/>
                </p:nvSpPr>
                <p:spPr bwMode="auto">
                  <a:xfrm rot="0" flipH="0" flipV="0">
                    <a:off x="0" y="23697"/>
                    <a:ext cx="13015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943828017" name=""/>
                  <p:cNvSpPr/>
                  <p:nvPr/>
                </p:nvSpPr>
                <p:spPr bwMode="auto">
                  <a:xfrm rot="16199998" flipH="0" flipV="0">
                    <a:off x="2871" y="20824"/>
                    <a:ext cx="124416" cy="1301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627807649" name=""/>
                  <p:cNvSpPr/>
                  <p:nvPr/>
                </p:nvSpPr>
                <p:spPr bwMode="auto">
                  <a:xfrm rot="10800000" flipH="0" flipV="0">
                    <a:off x="126284" y="0"/>
                    <a:ext cx="13015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374133488" name=""/>
                  <p:cNvSpPr/>
                  <p:nvPr/>
                </p:nvSpPr>
                <p:spPr bwMode="auto">
                  <a:xfrm rot="5400000" flipH="0" flipV="0">
                    <a:off x="129156" y="-2871"/>
                    <a:ext cx="124416" cy="1301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7033449" name=""/>
          <p:cNvSpPr txBox="1"/>
          <p:nvPr/>
        </p:nvSpPr>
        <p:spPr bwMode="auto">
          <a:xfrm rot="0" flipH="0" flipV="0">
            <a:off x="0" y="0"/>
            <a:ext cx="8369034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figure to represent entanglement swapping and/or span concept ?</a:t>
            </a:r>
            <a:br>
              <a:rPr lang="fr-FR"/>
            </a:br>
            <a:r>
              <a:rPr lang="fr-FR"/>
              <a:t>maybe enough if fig 3 &amp; 4 are given</a:t>
            </a:r>
            <a:endParaRPr/>
          </a:p>
        </p:txBody>
      </p:sp>
      <p:sp>
        <p:nvSpPr>
          <p:cNvPr id="75862885" name=""/>
          <p:cNvSpPr txBox="1"/>
          <p:nvPr/>
        </p:nvSpPr>
        <p:spPr bwMode="auto">
          <a:xfrm rot="0" flipH="0" flipV="0">
            <a:off x="3562875" y="2971798"/>
            <a:ext cx="5397429" cy="14634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9000"/>
              <a:t>TODO ?</a:t>
            </a:r>
            <a:endParaRPr sz="9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33169796" name=""/>
          <p:cNvGrpSpPr/>
          <p:nvPr/>
        </p:nvGrpSpPr>
        <p:grpSpPr bwMode="auto">
          <a:xfrm>
            <a:off x="3299963" y="981235"/>
            <a:ext cx="5020229" cy="5420827"/>
            <a:chOff x="0" y="0"/>
            <a:chExt cx="5020229" cy="5420827"/>
          </a:xfrm>
        </p:grpSpPr>
        <p:grpSp>
          <p:nvGrpSpPr>
            <p:cNvPr id="1017621890" name=""/>
            <p:cNvGrpSpPr/>
            <p:nvPr/>
          </p:nvGrpSpPr>
          <p:grpSpPr bwMode="auto">
            <a:xfrm rot="10800000">
              <a:off x="680617" y="837018"/>
              <a:ext cx="3974220" cy="3337515"/>
              <a:chOff x="0" y="0"/>
              <a:chExt cx="3974220" cy="3337515"/>
            </a:xfrm>
          </p:grpSpPr>
          <p:cxnSp>
            <p:nvCxnSpPr>
              <p:cNvPr id="1063751197" name=""/>
              <p:cNvCxnSpPr/>
              <p:nvPr/>
            </p:nvCxnSpPr>
            <p:spPr bwMode="auto">
              <a:xfrm rot="10800000" flipH="0" flipV="0">
                <a:off x="2436300" y="1668755"/>
                <a:ext cx="805230" cy="0"/>
              </a:xfrm>
              <a:prstGeom prst="line">
                <a:avLst/>
              </a:prstGeom>
              <a:ln w="38100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7840371" name=""/>
              <p:cNvCxnSpPr/>
              <p:nvPr/>
            </p:nvCxnSpPr>
            <p:spPr bwMode="auto">
              <a:xfrm rot="16199998" flipH="0" flipV="1">
                <a:off x="2370881" y="431760"/>
                <a:ext cx="1043367" cy="912530"/>
              </a:xfrm>
              <a:prstGeom prst="line">
                <a:avLst/>
              </a:prstGeom>
              <a:ln w="38100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1957999" name=""/>
              <p:cNvCxnSpPr/>
              <p:nvPr/>
            </p:nvCxnSpPr>
            <p:spPr bwMode="auto">
              <a:xfrm rot="5399997" flipH="0" flipV="0">
                <a:off x="2370883" y="1993221"/>
                <a:ext cx="1043365" cy="912530"/>
              </a:xfrm>
              <a:prstGeom prst="line">
                <a:avLst/>
              </a:prstGeom>
              <a:ln w="38100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5767294" name=""/>
              <p:cNvSpPr/>
              <p:nvPr/>
            </p:nvSpPr>
            <p:spPr bwMode="auto">
              <a:xfrm rot="0" flipH="0" flipV="0">
                <a:off x="3241530" y="1302408"/>
                <a:ext cx="732690" cy="732690"/>
              </a:xfrm>
              <a:prstGeom prst="ellipse">
                <a:avLst/>
              </a:prstGeom>
              <a:solidFill>
                <a:srgbClr val="E173FF"/>
              </a:solidFill>
              <a:ln w="38100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cxnSp>
            <p:nvCxnSpPr>
              <p:cNvPr id="695121882" name=""/>
              <p:cNvCxnSpPr/>
              <p:nvPr/>
            </p:nvCxnSpPr>
            <p:spPr bwMode="auto">
              <a:xfrm rot="10800000" flipH="0" flipV="0">
                <a:off x="732690" y="2971170"/>
                <a:ext cx="970920" cy="0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990950" name=""/>
              <p:cNvCxnSpPr/>
              <p:nvPr/>
            </p:nvCxnSpPr>
            <p:spPr bwMode="auto">
              <a:xfrm rot="10800000" flipH="0" flipV="1">
                <a:off x="732690" y="1668753"/>
                <a:ext cx="970921" cy="0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3675704" name=""/>
              <p:cNvCxnSpPr/>
              <p:nvPr/>
            </p:nvCxnSpPr>
            <p:spPr bwMode="auto">
              <a:xfrm rot="10800000" flipH="0" flipV="0">
                <a:off x="732690" y="366345"/>
                <a:ext cx="970920" cy="0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32796590" name=""/>
              <p:cNvGrpSpPr/>
              <p:nvPr/>
            </p:nvGrpSpPr>
            <p:grpSpPr bwMode="auto">
              <a:xfrm>
                <a:off x="0" y="0"/>
                <a:ext cx="732690" cy="3337515"/>
                <a:chOff x="0" y="0"/>
                <a:chExt cx="732690" cy="3337515"/>
              </a:xfrm>
            </p:grpSpPr>
            <p:sp>
              <p:nvSpPr>
                <p:cNvPr id="1574800068" name=""/>
                <p:cNvSpPr/>
                <p:nvPr/>
              </p:nvSpPr>
              <p:spPr bwMode="auto">
                <a:xfrm rot="0" flipH="0" flipV="0">
                  <a:off x="0" y="2604825"/>
                  <a:ext cx="732690" cy="732690"/>
                </a:xfrm>
                <a:prstGeom prst="ellipse">
                  <a:avLst/>
                </a:prstGeom>
                <a:solidFill>
                  <a:srgbClr val="FF4C4C"/>
                </a:solidFill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029715383" name=""/>
                <p:cNvSpPr/>
                <p:nvPr/>
              </p:nvSpPr>
              <p:spPr bwMode="auto">
                <a:xfrm rot="0" flipH="0" flipV="0">
                  <a:off x="0" y="1302408"/>
                  <a:ext cx="732690" cy="732690"/>
                </a:xfrm>
                <a:prstGeom prst="ellipse">
                  <a:avLst/>
                </a:prstGeom>
                <a:solidFill>
                  <a:srgbClr val="FF4C4C"/>
                </a:solidFill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561805984" name=""/>
                <p:cNvSpPr/>
                <p:nvPr/>
              </p:nvSpPr>
              <p:spPr bwMode="auto">
                <a:xfrm rot="0" flipH="0" flipV="0">
                  <a:off x="0" y="0"/>
                  <a:ext cx="732690" cy="732690"/>
                </a:xfrm>
                <a:prstGeom prst="ellipse">
                  <a:avLst/>
                </a:prstGeom>
                <a:solidFill>
                  <a:srgbClr val="FF4C4C"/>
                </a:solidFill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  <p:grpSp>
            <p:nvGrpSpPr>
              <p:cNvPr id="551237808" name=""/>
              <p:cNvGrpSpPr/>
              <p:nvPr/>
            </p:nvGrpSpPr>
            <p:grpSpPr bwMode="auto">
              <a:xfrm>
                <a:off x="1703610" y="0"/>
                <a:ext cx="732690" cy="3337515"/>
                <a:chOff x="0" y="0"/>
                <a:chExt cx="732690" cy="3337515"/>
              </a:xfrm>
            </p:grpSpPr>
            <p:sp>
              <p:nvSpPr>
                <p:cNvPr id="906432303" name=""/>
                <p:cNvSpPr/>
                <p:nvPr/>
              </p:nvSpPr>
              <p:spPr bwMode="auto">
                <a:xfrm rot="0" flipH="0" flipV="0">
                  <a:off x="0" y="2604825"/>
                  <a:ext cx="732690" cy="732690"/>
                </a:xfrm>
                <a:prstGeom prst="ellipse">
                  <a:avLst/>
                </a:prstGeom>
                <a:solidFill>
                  <a:srgbClr val="FFC926"/>
                </a:solidFill>
                <a:ln w="381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89754989" name=""/>
                <p:cNvSpPr/>
                <p:nvPr/>
              </p:nvSpPr>
              <p:spPr bwMode="auto">
                <a:xfrm rot="0" flipH="0" flipV="0">
                  <a:off x="0" y="1302408"/>
                  <a:ext cx="732690" cy="732690"/>
                </a:xfrm>
                <a:prstGeom prst="ellipse">
                  <a:avLst/>
                </a:prstGeom>
                <a:solidFill>
                  <a:srgbClr val="FFC926"/>
                </a:solidFill>
                <a:ln w="381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597887070" name=""/>
                <p:cNvSpPr/>
                <p:nvPr/>
              </p:nvSpPr>
              <p:spPr bwMode="auto">
                <a:xfrm rot="0" flipH="0" flipV="0">
                  <a:off x="0" y="0"/>
                  <a:ext cx="732690" cy="732690"/>
                </a:xfrm>
                <a:prstGeom prst="ellipse">
                  <a:avLst/>
                </a:prstGeom>
                <a:solidFill>
                  <a:srgbClr val="FFC926"/>
                </a:solidFill>
                <a:ln w="381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</p:grpSp>
        <p:grpSp>
          <p:nvGrpSpPr>
            <p:cNvPr id="1330893085" name=""/>
            <p:cNvGrpSpPr/>
            <p:nvPr/>
          </p:nvGrpSpPr>
          <p:grpSpPr bwMode="auto">
            <a:xfrm>
              <a:off x="875828" y="4333519"/>
              <a:ext cx="3924297" cy="1087308"/>
              <a:chOff x="0" y="0"/>
              <a:chExt cx="3924297" cy="1087308"/>
            </a:xfrm>
          </p:grpSpPr>
          <p:sp>
            <p:nvSpPr>
              <p:cNvPr id="1333423444" name=""/>
              <p:cNvSpPr/>
              <p:nvPr/>
            </p:nvSpPr>
            <p:spPr bwMode="auto">
              <a:xfrm rot="16199998" flipH="0" flipV="0">
                <a:off x="1851862" y="-1851862"/>
                <a:ext cx="220572" cy="3924298"/>
              </a:xfrm>
              <a:prstGeom prst="leftBrace">
                <a:avLst>
                  <a:gd name="adj1" fmla="val 101801"/>
                  <a:gd name="adj2" fmla="val 50000"/>
                </a:avLst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sp>
          <p:sp>
            <p:nvSpPr>
              <p:cNvPr id="451463884" name=""/>
              <p:cNvSpPr txBox="1"/>
              <p:nvPr/>
            </p:nvSpPr>
            <p:spPr bwMode="auto">
              <a:xfrm rot="0" flipH="0" flipV="0">
                <a:off x="1268190" y="324409"/>
                <a:ext cx="1400876" cy="762897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fr-FR" sz="2200" b="0">
                    <a:latin typeface="CMU Serif"/>
                    <a:ea typeface="CMU Serif"/>
                    <a:cs typeface="CMU Serif"/>
                  </a:rPr>
                  <a:t>Half-RGS</a:t>
                </a:r>
                <a:br>
                  <a:rPr sz="2200" b="0">
                    <a:latin typeface="CMU Serif"/>
                    <a:cs typeface="CMU Serif"/>
                  </a:rPr>
                </a:br>
                <a:r>
                  <a:rPr lang="fr-FR" sz="2200" b="0">
                    <a:latin typeface="CMU Serif"/>
                    <a:cs typeface="CMU Serif"/>
                  </a:rPr>
                  <a:t>(</a:t>
                </a:r>
                <a:r>
                  <a:rPr lang="fr-FR" sz="2200" b="0" i="1" u="none" strike="noStrike" cap="none" spc="0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m </a:t>
                </a:r>
                <a:r>
                  <a:rPr lang="fr-FR" sz="2200" b="0" i="0" u="none" strike="noStrike" cap="none" spc="0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arms)</a:t>
                </a:r>
                <a:endParaRPr sz="2200" b="0">
                  <a:latin typeface="CMU Serif"/>
                  <a:cs typeface="CMU Serif"/>
                </a:endParaRPr>
              </a:p>
            </p:txBody>
          </p:sp>
        </p:grpSp>
        <p:sp>
          <p:nvSpPr>
            <p:cNvPr id="1567320251" name=""/>
            <p:cNvSpPr txBox="1"/>
            <p:nvPr/>
          </p:nvSpPr>
          <p:spPr bwMode="auto">
            <a:xfrm rot="0" flipH="0" flipV="0">
              <a:off x="1866897" y="0"/>
              <a:ext cx="1455722" cy="76235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 sz="2200" b="1" i="0">
                  <a:solidFill>
                    <a:srgbClr val="E6B31C"/>
                  </a:solidFill>
                  <a:latin typeface="CMU Serif"/>
                  <a:ea typeface="CMU Serif"/>
                  <a:cs typeface="CMU Serif"/>
                </a:rPr>
                <a:t>I</a:t>
              </a:r>
              <a:r>
                <a:rPr lang="fr-FR" sz="2200" b="1">
                  <a:solidFill>
                    <a:srgbClr val="E6B31C"/>
                  </a:solidFill>
                  <a:latin typeface="CMU Serif"/>
                  <a:ea typeface="CMU Serif"/>
                  <a:cs typeface="CMU Serif"/>
                </a:rPr>
                <a:t>nner qubits</a:t>
              </a:r>
              <a:endParaRPr sz="2200" b="1">
                <a:solidFill>
                  <a:srgbClr val="E6B31C"/>
                </a:solidFill>
                <a:latin typeface="CMU Serif"/>
                <a:cs typeface="CMU Serif"/>
              </a:endParaRPr>
            </a:p>
          </p:txBody>
        </p:sp>
        <p:sp>
          <p:nvSpPr>
            <p:cNvPr id="203964407" name=""/>
            <p:cNvSpPr txBox="1"/>
            <p:nvPr/>
          </p:nvSpPr>
          <p:spPr bwMode="auto">
            <a:xfrm rot="5400000" flipH="0" flipV="0">
              <a:off x="3259198" y="2849940"/>
              <a:ext cx="667605" cy="640440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sz="3600" b="1" i="0" u="none" strike="noStrike" cap="none" spc="0"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…</a:t>
              </a:r>
              <a:endParaRPr sz="3600" b="1"/>
            </a:p>
          </p:txBody>
        </p:sp>
        <p:sp>
          <p:nvSpPr>
            <p:cNvPr id="631647007" name=""/>
            <p:cNvSpPr txBox="1"/>
            <p:nvPr/>
          </p:nvSpPr>
          <p:spPr bwMode="auto">
            <a:xfrm rot="0" flipH="0" flipV="0">
              <a:off x="3562347" y="0"/>
              <a:ext cx="1457882" cy="76235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 sz="2200" b="1" i="0">
                  <a:solidFill>
                    <a:srgbClr val="FF4C4C"/>
                  </a:solidFill>
                  <a:latin typeface="CMU Serif"/>
                  <a:ea typeface="CMU Serif"/>
                  <a:cs typeface="CMU Serif"/>
                </a:rPr>
                <a:t>Outer </a:t>
              </a:r>
              <a:r>
                <a:rPr lang="fr-FR" sz="2200" b="1">
                  <a:solidFill>
                    <a:srgbClr val="FF4C4C"/>
                  </a:solidFill>
                  <a:latin typeface="CMU Serif"/>
                  <a:ea typeface="CMU Serif"/>
                  <a:cs typeface="CMU Serif"/>
                </a:rPr>
                <a:t>qubits</a:t>
              </a:r>
              <a:endParaRPr sz="2200" b="1">
                <a:solidFill>
                  <a:srgbClr val="FFD34F"/>
                </a:solidFill>
                <a:latin typeface="CMU Serif"/>
                <a:cs typeface="CMU Serif"/>
              </a:endParaRPr>
            </a:p>
          </p:txBody>
        </p:sp>
        <p:sp>
          <p:nvSpPr>
            <p:cNvPr id="17055502" name=""/>
            <p:cNvSpPr txBox="1"/>
            <p:nvPr/>
          </p:nvSpPr>
          <p:spPr bwMode="auto">
            <a:xfrm rot="0" flipH="0" flipV="0">
              <a:off x="0" y="1333497"/>
              <a:ext cx="1511793" cy="76235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 sz="2200" b="1" i="0">
                  <a:solidFill>
                    <a:srgbClr val="DB4CFF"/>
                  </a:solidFill>
                  <a:latin typeface="CMU Serif"/>
                  <a:ea typeface="CMU Serif"/>
                  <a:cs typeface="CMU Serif"/>
                </a:rPr>
                <a:t>Anchor qubit</a:t>
              </a:r>
              <a:endParaRPr sz="2200" b="1" i="0">
                <a:solidFill>
                  <a:srgbClr val="DB4CFF"/>
                </a:solidFill>
                <a:latin typeface="CMU Serif"/>
                <a:cs typeface="CMU Serif"/>
              </a:endParaRPr>
            </a:p>
          </p:txBody>
        </p:sp>
      </p:grpSp>
      <p:sp>
        <p:nvSpPr>
          <p:cNvPr id="67846459" name=""/>
          <p:cNvSpPr txBox="1"/>
          <p:nvPr/>
        </p:nvSpPr>
        <p:spPr bwMode="auto">
          <a:xfrm rot="0" flipH="0" flipV="0">
            <a:off x="1352549" y="400050"/>
            <a:ext cx="680157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Figure 3 </a:t>
            </a:r>
            <a:r>
              <a:rPr lang="fr-FR"/>
              <a:t>- </a:t>
            </a:r>
            <a:r>
              <a:rPr lang="fr-FR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solo</a:t>
            </a:r>
            <a:r>
              <a:rPr lang="fr-FR"/>
              <a:t> HRGS </a:t>
            </a: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5833437" name=""/>
          <p:cNvSpPr txBox="1"/>
          <p:nvPr/>
        </p:nvSpPr>
        <p:spPr bwMode="auto">
          <a:xfrm rot="0" flipH="0" flipV="0">
            <a:off x="1352549" y="400050"/>
            <a:ext cx="939560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Figure 3 - HRGS joining procedure into RGS</a:t>
            </a:r>
            <a:endParaRPr lang="fr-FR"/>
          </a:p>
        </p:txBody>
      </p:sp>
      <p:grpSp>
        <p:nvGrpSpPr>
          <p:cNvPr id="1775944520" name=""/>
          <p:cNvGrpSpPr/>
          <p:nvPr/>
        </p:nvGrpSpPr>
        <p:grpSpPr bwMode="auto">
          <a:xfrm>
            <a:off x="964423" y="1071331"/>
            <a:ext cx="9778923" cy="5087066"/>
            <a:chOff x="0" y="0"/>
            <a:chExt cx="9778923" cy="5087066"/>
          </a:xfrm>
        </p:grpSpPr>
        <p:grpSp>
          <p:nvGrpSpPr>
            <p:cNvPr id="938686487" name=""/>
            <p:cNvGrpSpPr/>
            <p:nvPr/>
          </p:nvGrpSpPr>
          <p:grpSpPr bwMode="auto">
            <a:xfrm>
              <a:off x="0" y="0"/>
              <a:ext cx="9778923" cy="5087066"/>
              <a:chOff x="0" y="0"/>
              <a:chExt cx="9778923" cy="5087066"/>
            </a:xfrm>
          </p:grpSpPr>
          <p:cxnSp>
            <p:nvCxnSpPr>
              <p:cNvPr id="452288250" name=""/>
              <p:cNvCxnSpPr>
                <a:stCxn id="1690367939" idx="6"/>
                <a:endCxn id="628318772" idx="6"/>
              </p:cNvCxnSpPr>
              <p:nvPr/>
            </p:nvCxnSpPr>
            <p:spPr bwMode="auto">
              <a:xfrm rot="0" flipH="0" flipV="1">
                <a:off x="4368969" y="2507832"/>
                <a:ext cx="1290443" cy="0"/>
              </a:xfrm>
              <a:prstGeom prst="line">
                <a:avLst/>
              </a:prstGeom>
              <a:ln w="50800" cap="flat" cmpd="sng" algn="ctr">
                <a:solidFill>
                  <a:srgbClr val="FF9900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773661" name=""/>
              <p:cNvSpPr txBox="1"/>
              <p:nvPr/>
            </p:nvSpPr>
            <p:spPr bwMode="auto">
              <a:xfrm rot="0" flipH="0" flipV="0">
                <a:off x="1469197" y="0"/>
                <a:ext cx="1075527" cy="76235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2200" b="1">
                    <a:solidFill>
                      <a:srgbClr val="E6B31C"/>
                    </a:solidFill>
                    <a:latin typeface="CMU Serif"/>
                    <a:ea typeface="CMU Serif"/>
                    <a:cs typeface="CMU Serif"/>
                  </a:rPr>
                  <a:t>Inner qubits</a:t>
                </a:r>
                <a:endParaRPr sz="2200" b="1">
                  <a:solidFill>
                    <a:srgbClr val="E6B31C"/>
                  </a:solidFill>
                  <a:latin typeface="CMU Serif"/>
                  <a:cs typeface="CMU Serif"/>
                </a:endParaRPr>
              </a:p>
            </p:txBody>
          </p:sp>
          <p:sp>
            <p:nvSpPr>
              <p:cNvPr id="2141693964" name=""/>
              <p:cNvSpPr txBox="1"/>
              <p:nvPr/>
            </p:nvSpPr>
            <p:spPr bwMode="auto">
              <a:xfrm rot="0" flipH="0" flipV="0">
                <a:off x="0" y="4324348"/>
                <a:ext cx="1127434" cy="76235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2200" b="1">
                    <a:solidFill>
                      <a:srgbClr val="FF4C4C"/>
                    </a:solidFill>
                    <a:latin typeface="CMU Serif"/>
                    <a:ea typeface="CMU Serif"/>
                    <a:cs typeface="CMU Serif"/>
                  </a:rPr>
                  <a:t>Outer qubits</a:t>
                </a:r>
                <a:endParaRPr sz="2200" b="1">
                  <a:solidFill>
                    <a:srgbClr val="FF4C4C"/>
                  </a:solidFill>
                  <a:latin typeface="CMU Serif"/>
                  <a:cs typeface="CMU Serif"/>
                </a:endParaRPr>
              </a:p>
            </p:txBody>
          </p:sp>
          <p:grpSp>
            <p:nvGrpSpPr>
              <p:cNvPr id="1388802417" name=""/>
              <p:cNvGrpSpPr/>
              <p:nvPr/>
            </p:nvGrpSpPr>
            <p:grpSpPr bwMode="auto">
              <a:xfrm>
                <a:off x="394742" y="839073"/>
                <a:ext cx="3974222" cy="3337515"/>
                <a:chOff x="0" y="0"/>
                <a:chExt cx="3974222" cy="3337515"/>
              </a:xfrm>
            </p:grpSpPr>
            <p:cxnSp>
              <p:nvCxnSpPr>
                <p:cNvPr id="238677943" name=""/>
                <p:cNvCxnSpPr/>
                <p:nvPr/>
              </p:nvCxnSpPr>
              <p:spPr bwMode="auto">
                <a:xfrm rot="10800000" flipH="0" flipV="0">
                  <a:off x="2436302" y="1668756"/>
                  <a:ext cx="805230" cy="0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450698" name=""/>
                <p:cNvCxnSpPr/>
                <p:nvPr/>
              </p:nvCxnSpPr>
              <p:spPr bwMode="auto">
                <a:xfrm rot="16199998" flipH="0" flipV="1">
                  <a:off x="2370883" y="431762"/>
                  <a:ext cx="1043367" cy="912530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05539551" name=""/>
                <p:cNvCxnSpPr/>
                <p:nvPr/>
              </p:nvCxnSpPr>
              <p:spPr bwMode="auto">
                <a:xfrm rot="5399997" flipH="0" flipV="0">
                  <a:off x="2370884" y="1993221"/>
                  <a:ext cx="1043365" cy="912530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90367939" name=""/>
                <p:cNvSpPr/>
                <p:nvPr/>
              </p:nvSpPr>
              <p:spPr bwMode="auto">
                <a:xfrm rot="0" flipH="0" flipV="0">
                  <a:off x="3241532" y="1302411"/>
                  <a:ext cx="732690" cy="732690"/>
                </a:xfrm>
                <a:prstGeom prst="ellipse">
                  <a:avLst/>
                </a:prstGeom>
                <a:solidFill>
                  <a:srgbClr val="E173FF"/>
                </a:solidFill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cxnSp>
              <p:nvCxnSpPr>
                <p:cNvPr id="1983538632" name=""/>
                <p:cNvCxnSpPr>
                  <a:stCxn id="254667520" idx="2"/>
                  <a:endCxn id="1253465757" idx="6"/>
                </p:cNvCxnSpPr>
                <p:nvPr/>
              </p:nvCxnSpPr>
              <p:spPr bwMode="auto">
                <a:xfrm rot="10800000" flipH="0" flipV="0">
                  <a:off x="732690" y="2971170"/>
                  <a:ext cx="970920" cy="0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530879" name=""/>
                <p:cNvCxnSpPr>
                  <a:stCxn id="1408712568" idx="2"/>
                  <a:endCxn id="1312772892" idx="6"/>
                </p:cNvCxnSpPr>
                <p:nvPr/>
              </p:nvCxnSpPr>
              <p:spPr bwMode="auto">
                <a:xfrm rot="10800000" flipH="0" flipV="1">
                  <a:off x="732690" y="1668756"/>
                  <a:ext cx="970921" cy="0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1625967" name=""/>
                <p:cNvCxnSpPr>
                  <a:stCxn id="885037124" idx="2"/>
                  <a:endCxn id="1728386857" idx="6"/>
                </p:cNvCxnSpPr>
                <p:nvPr/>
              </p:nvCxnSpPr>
              <p:spPr bwMode="auto">
                <a:xfrm rot="10800000" flipH="0" flipV="0">
                  <a:off x="732690" y="366345"/>
                  <a:ext cx="970920" cy="0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251667172" name=""/>
                <p:cNvGrpSpPr/>
                <p:nvPr/>
              </p:nvGrpSpPr>
              <p:grpSpPr bwMode="auto">
                <a:xfrm>
                  <a:off x="0" y="0"/>
                  <a:ext cx="732690" cy="3337515"/>
                  <a:chOff x="0" y="0"/>
                  <a:chExt cx="732690" cy="3337515"/>
                </a:xfrm>
              </p:grpSpPr>
              <p:sp>
                <p:nvSpPr>
                  <p:cNvPr id="1253465757" name=""/>
                  <p:cNvSpPr/>
                  <p:nvPr/>
                </p:nvSpPr>
                <p:spPr bwMode="auto">
                  <a:xfrm rot="0" flipH="0" flipV="0">
                    <a:off x="0" y="2604825"/>
                    <a:ext cx="732690" cy="732690"/>
                  </a:xfrm>
                  <a:prstGeom prst="ellipse">
                    <a:avLst/>
                  </a:prstGeom>
                  <a:solidFill>
                    <a:srgbClr val="FF4C4C"/>
                  </a:solidFill>
                  <a:ln w="381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312772892" name=""/>
                  <p:cNvSpPr/>
                  <p:nvPr/>
                </p:nvSpPr>
                <p:spPr bwMode="auto">
                  <a:xfrm rot="0" flipH="0" flipV="0">
                    <a:off x="0" y="1302409"/>
                    <a:ext cx="732690" cy="732690"/>
                  </a:xfrm>
                  <a:prstGeom prst="ellipse">
                    <a:avLst/>
                  </a:prstGeom>
                  <a:solidFill>
                    <a:srgbClr val="FF4C4C"/>
                  </a:solidFill>
                  <a:ln w="381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728386857" name=""/>
                  <p:cNvSpPr/>
                  <p:nvPr/>
                </p:nvSpPr>
                <p:spPr bwMode="auto">
                  <a:xfrm rot="0" flipH="0" flipV="0">
                    <a:off x="0" y="0"/>
                    <a:ext cx="732690" cy="732690"/>
                  </a:xfrm>
                  <a:prstGeom prst="ellipse">
                    <a:avLst/>
                  </a:prstGeom>
                  <a:solidFill>
                    <a:srgbClr val="FF4C4C"/>
                  </a:solidFill>
                  <a:ln w="381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</p:grpSp>
            <p:grpSp>
              <p:nvGrpSpPr>
                <p:cNvPr id="1643355375" name=""/>
                <p:cNvGrpSpPr/>
                <p:nvPr/>
              </p:nvGrpSpPr>
              <p:grpSpPr bwMode="auto">
                <a:xfrm>
                  <a:off x="1703610" y="0"/>
                  <a:ext cx="732690" cy="3337515"/>
                  <a:chOff x="0" y="0"/>
                  <a:chExt cx="732690" cy="3337515"/>
                </a:xfrm>
              </p:grpSpPr>
              <p:sp>
                <p:nvSpPr>
                  <p:cNvPr id="254667520" name=""/>
                  <p:cNvSpPr/>
                  <p:nvPr/>
                </p:nvSpPr>
                <p:spPr bwMode="auto">
                  <a:xfrm rot="0" flipH="0" flipV="0">
                    <a:off x="0" y="2604825"/>
                    <a:ext cx="732690" cy="732690"/>
                  </a:xfrm>
                  <a:prstGeom prst="ellipse">
                    <a:avLst/>
                  </a:prstGeom>
                  <a:solidFill>
                    <a:srgbClr val="FFC926"/>
                  </a:solidFill>
                  <a:ln w="381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408712568" name=""/>
                  <p:cNvSpPr/>
                  <p:nvPr/>
                </p:nvSpPr>
                <p:spPr bwMode="auto">
                  <a:xfrm rot="0" flipH="0" flipV="0">
                    <a:off x="0" y="1302409"/>
                    <a:ext cx="732690" cy="732690"/>
                  </a:xfrm>
                  <a:prstGeom prst="ellipse">
                    <a:avLst/>
                  </a:prstGeom>
                  <a:solidFill>
                    <a:srgbClr val="FFC926"/>
                  </a:solidFill>
                  <a:ln w="381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885037124" name=""/>
                  <p:cNvSpPr/>
                  <p:nvPr/>
                </p:nvSpPr>
                <p:spPr bwMode="auto">
                  <a:xfrm rot="0" flipH="0" flipV="0">
                    <a:off x="0" y="0"/>
                    <a:ext cx="732690" cy="732690"/>
                  </a:xfrm>
                  <a:prstGeom prst="ellipse">
                    <a:avLst/>
                  </a:prstGeom>
                  <a:solidFill>
                    <a:srgbClr val="FFC926"/>
                  </a:solidFill>
                  <a:ln w="381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</p:grpSp>
          </p:grpSp>
          <p:grpSp>
            <p:nvGrpSpPr>
              <p:cNvPr id="1779618887" name=""/>
              <p:cNvGrpSpPr/>
              <p:nvPr/>
            </p:nvGrpSpPr>
            <p:grpSpPr bwMode="auto">
              <a:xfrm rot="10800000">
                <a:off x="5659413" y="839073"/>
                <a:ext cx="3974221" cy="3337515"/>
                <a:chOff x="0" y="0"/>
                <a:chExt cx="3974221" cy="3337515"/>
              </a:xfrm>
            </p:grpSpPr>
            <p:cxnSp>
              <p:nvCxnSpPr>
                <p:cNvPr id="853645407" name=""/>
                <p:cNvCxnSpPr/>
                <p:nvPr/>
              </p:nvCxnSpPr>
              <p:spPr bwMode="auto">
                <a:xfrm rot="10800000" flipH="0" flipV="0">
                  <a:off x="2436300" y="1668756"/>
                  <a:ext cx="805230" cy="0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7244845" name=""/>
                <p:cNvCxnSpPr/>
                <p:nvPr/>
              </p:nvCxnSpPr>
              <p:spPr bwMode="auto">
                <a:xfrm rot="16199998" flipH="0" flipV="1">
                  <a:off x="2370882" y="431761"/>
                  <a:ext cx="1043367" cy="912530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26850686" name=""/>
                <p:cNvCxnSpPr/>
                <p:nvPr/>
              </p:nvCxnSpPr>
              <p:spPr bwMode="auto">
                <a:xfrm rot="5399997" flipH="0" flipV="0">
                  <a:off x="2370884" y="1993221"/>
                  <a:ext cx="1043365" cy="912530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28318772" name=""/>
                <p:cNvSpPr/>
                <p:nvPr/>
              </p:nvSpPr>
              <p:spPr bwMode="auto">
                <a:xfrm rot="0" flipH="0" flipV="0">
                  <a:off x="3241531" y="1302409"/>
                  <a:ext cx="732690" cy="732690"/>
                </a:xfrm>
                <a:prstGeom prst="ellipse">
                  <a:avLst/>
                </a:prstGeom>
                <a:solidFill>
                  <a:srgbClr val="E173FF"/>
                </a:solidFill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cxnSp>
              <p:nvCxnSpPr>
                <p:cNvPr id="1575910645" name=""/>
                <p:cNvCxnSpPr/>
                <p:nvPr/>
              </p:nvCxnSpPr>
              <p:spPr bwMode="auto">
                <a:xfrm rot="10800000" flipH="0" flipV="0">
                  <a:off x="732690" y="2971170"/>
                  <a:ext cx="970920" cy="0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33827335" name=""/>
                <p:cNvCxnSpPr/>
                <p:nvPr/>
              </p:nvCxnSpPr>
              <p:spPr bwMode="auto">
                <a:xfrm rot="10800000" flipH="0" flipV="1">
                  <a:off x="732690" y="1668755"/>
                  <a:ext cx="970921" cy="0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00137356" name=""/>
                <p:cNvCxnSpPr/>
                <p:nvPr/>
              </p:nvCxnSpPr>
              <p:spPr bwMode="auto">
                <a:xfrm rot="10800000" flipH="0" flipV="0">
                  <a:off x="732690" y="366345"/>
                  <a:ext cx="970920" cy="0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07868700" name=""/>
                <p:cNvGrpSpPr/>
                <p:nvPr/>
              </p:nvGrpSpPr>
              <p:grpSpPr bwMode="auto">
                <a:xfrm>
                  <a:off x="0" y="0"/>
                  <a:ext cx="732690" cy="3337515"/>
                  <a:chOff x="0" y="0"/>
                  <a:chExt cx="732690" cy="3337515"/>
                </a:xfrm>
              </p:grpSpPr>
              <p:sp>
                <p:nvSpPr>
                  <p:cNvPr id="1317136761" name=""/>
                  <p:cNvSpPr/>
                  <p:nvPr/>
                </p:nvSpPr>
                <p:spPr bwMode="auto">
                  <a:xfrm rot="0" flipH="0" flipV="0">
                    <a:off x="0" y="2604825"/>
                    <a:ext cx="732690" cy="732690"/>
                  </a:xfrm>
                  <a:prstGeom prst="ellipse">
                    <a:avLst/>
                  </a:prstGeom>
                  <a:solidFill>
                    <a:srgbClr val="FF4C4C"/>
                  </a:solidFill>
                  <a:ln w="381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627868752" name=""/>
                  <p:cNvSpPr/>
                  <p:nvPr/>
                </p:nvSpPr>
                <p:spPr bwMode="auto">
                  <a:xfrm rot="0" flipH="0" flipV="0">
                    <a:off x="0" y="1302409"/>
                    <a:ext cx="732690" cy="732690"/>
                  </a:xfrm>
                  <a:prstGeom prst="ellipse">
                    <a:avLst/>
                  </a:prstGeom>
                  <a:solidFill>
                    <a:srgbClr val="FF4C4C"/>
                  </a:solidFill>
                  <a:ln w="381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195880697" name=""/>
                  <p:cNvSpPr/>
                  <p:nvPr/>
                </p:nvSpPr>
                <p:spPr bwMode="auto">
                  <a:xfrm rot="0" flipH="0" flipV="0">
                    <a:off x="0" y="0"/>
                    <a:ext cx="732690" cy="732690"/>
                  </a:xfrm>
                  <a:prstGeom prst="ellipse">
                    <a:avLst/>
                  </a:prstGeom>
                  <a:solidFill>
                    <a:srgbClr val="FF4C4C"/>
                  </a:solidFill>
                  <a:ln w="381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</p:grpSp>
            <p:grpSp>
              <p:nvGrpSpPr>
                <p:cNvPr id="479028163" name=""/>
                <p:cNvGrpSpPr/>
                <p:nvPr/>
              </p:nvGrpSpPr>
              <p:grpSpPr bwMode="auto">
                <a:xfrm>
                  <a:off x="1703610" y="0"/>
                  <a:ext cx="732690" cy="3337515"/>
                  <a:chOff x="0" y="0"/>
                  <a:chExt cx="732690" cy="3337515"/>
                </a:xfrm>
              </p:grpSpPr>
              <p:sp>
                <p:nvSpPr>
                  <p:cNvPr id="106346199" name=""/>
                  <p:cNvSpPr/>
                  <p:nvPr/>
                </p:nvSpPr>
                <p:spPr bwMode="auto">
                  <a:xfrm rot="0" flipH="0" flipV="0">
                    <a:off x="0" y="2604825"/>
                    <a:ext cx="732690" cy="732690"/>
                  </a:xfrm>
                  <a:prstGeom prst="ellipse">
                    <a:avLst/>
                  </a:prstGeom>
                  <a:solidFill>
                    <a:srgbClr val="FFC926"/>
                  </a:solidFill>
                  <a:ln w="381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603677290" name=""/>
                  <p:cNvSpPr/>
                  <p:nvPr/>
                </p:nvSpPr>
                <p:spPr bwMode="auto">
                  <a:xfrm rot="0" flipH="0" flipV="0">
                    <a:off x="0" y="1302409"/>
                    <a:ext cx="732690" cy="732690"/>
                  </a:xfrm>
                  <a:prstGeom prst="ellipse">
                    <a:avLst/>
                  </a:prstGeom>
                  <a:solidFill>
                    <a:srgbClr val="FFC926"/>
                  </a:solidFill>
                  <a:ln w="381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313829607" name=""/>
                  <p:cNvSpPr/>
                  <p:nvPr/>
                </p:nvSpPr>
                <p:spPr bwMode="auto">
                  <a:xfrm rot="0" flipH="0" flipV="0">
                    <a:off x="0" y="0"/>
                    <a:ext cx="732690" cy="732690"/>
                  </a:xfrm>
                  <a:prstGeom prst="ellipse">
                    <a:avLst/>
                  </a:prstGeom>
                  <a:solidFill>
                    <a:srgbClr val="FFC926"/>
                  </a:solidFill>
                  <a:ln w="381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</p:grpSp>
          </p:grpSp>
          <p:grpSp>
            <p:nvGrpSpPr>
              <p:cNvPr id="266524055" name=""/>
              <p:cNvGrpSpPr/>
              <p:nvPr/>
            </p:nvGrpSpPr>
            <p:grpSpPr bwMode="auto">
              <a:xfrm>
                <a:off x="5854624" y="4335573"/>
                <a:ext cx="3924297" cy="751492"/>
                <a:chOff x="0" y="0"/>
                <a:chExt cx="3924297" cy="751492"/>
              </a:xfrm>
            </p:grpSpPr>
            <p:sp>
              <p:nvSpPr>
                <p:cNvPr id="742574945" name=""/>
                <p:cNvSpPr/>
                <p:nvPr/>
              </p:nvSpPr>
              <p:spPr bwMode="auto">
                <a:xfrm rot="16199998" flipH="0" flipV="0">
                  <a:off x="1851862" y="-1851862"/>
                  <a:ext cx="220572" cy="3924298"/>
                </a:xfrm>
                <a:prstGeom prst="leftBrace">
                  <a:avLst>
                    <a:gd name="adj1" fmla="val 101801"/>
                    <a:gd name="adj2" fmla="val 50000"/>
                  </a:avLst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sp>
            <p:sp>
              <p:nvSpPr>
                <p:cNvPr id="439742750" name=""/>
                <p:cNvSpPr txBox="1"/>
                <p:nvPr/>
              </p:nvSpPr>
              <p:spPr bwMode="auto">
                <a:xfrm rot="0" flipH="0" flipV="0">
                  <a:off x="1268190" y="324414"/>
                  <a:ext cx="1388278" cy="42707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2200" b="0">
                      <a:latin typeface="CMU Serif"/>
                      <a:ea typeface="CMU Serif"/>
                      <a:cs typeface="CMU Serif"/>
                    </a:rPr>
                    <a:t>Half-RGS</a:t>
                  </a:r>
                  <a:endParaRPr sz="2200" b="0">
                    <a:latin typeface="CMU Serif"/>
                    <a:cs typeface="CMU Serif"/>
                  </a:endParaRPr>
                </a:p>
              </p:txBody>
            </p:sp>
          </p:grpSp>
          <p:sp>
            <p:nvSpPr>
              <p:cNvPr id="1850970034" name=""/>
              <p:cNvSpPr txBox="1"/>
              <p:nvPr/>
            </p:nvSpPr>
            <p:spPr bwMode="auto">
              <a:xfrm rot="0" flipH="0" flipV="0">
                <a:off x="4629005" y="1877016"/>
                <a:ext cx="790384" cy="51851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2800" b="1" i="1">
                    <a:solidFill>
                      <a:srgbClr val="FF9900"/>
                    </a:solidFill>
                    <a:latin typeface="CMU Serif"/>
                    <a:ea typeface="CMU Serif"/>
                    <a:cs typeface="CMU Serif"/>
                  </a:rPr>
                  <a:t>CZ</a:t>
                </a:r>
                <a:endParaRPr sz="2800" b="1" i="1">
                  <a:solidFill>
                    <a:srgbClr val="FF9900"/>
                  </a:solidFill>
                  <a:latin typeface="CMU Serif"/>
                  <a:cs typeface="CMU Serif"/>
                </a:endParaRPr>
              </a:p>
            </p:txBody>
          </p:sp>
          <p:sp>
            <p:nvSpPr>
              <p:cNvPr id="1490923440" name=""/>
              <p:cNvSpPr txBox="1"/>
              <p:nvPr/>
            </p:nvSpPr>
            <p:spPr bwMode="auto">
              <a:xfrm rot="0" flipH="0" flipV="0">
                <a:off x="4258113" y="2780166"/>
                <a:ext cx="1512513" cy="76235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fr-FR" sz="2200" b="1" i="0">
                    <a:solidFill>
                      <a:srgbClr val="DB4CFF"/>
                    </a:solidFill>
                    <a:latin typeface="CMU Serif"/>
                    <a:ea typeface="CMU Serif"/>
                    <a:cs typeface="CMU Serif"/>
                  </a:rPr>
                  <a:t>Anchor qubit</a:t>
                </a:r>
                <a:r>
                  <a:rPr lang="fr-FR" sz="2200" b="1" i="0">
                    <a:solidFill>
                      <a:srgbClr val="DB4CFF"/>
                    </a:solidFill>
                    <a:latin typeface="CMU Serif"/>
                    <a:cs typeface="CMU Serif"/>
                  </a:rPr>
                  <a:t>s</a:t>
                </a:r>
                <a:endParaRPr sz="2200" b="1" i="0">
                  <a:solidFill>
                    <a:srgbClr val="DB4CFF"/>
                  </a:solidFill>
                  <a:latin typeface="CMU Serif"/>
                  <a:cs typeface="CMU Serif"/>
                </a:endParaRPr>
              </a:p>
            </p:txBody>
          </p:sp>
        </p:grpSp>
        <p:sp>
          <p:nvSpPr>
            <p:cNvPr id="123211675" name=""/>
            <p:cNvSpPr txBox="1"/>
            <p:nvPr/>
          </p:nvSpPr>
          <p:spPr bwMode="auto">
            <a:xfrm rot="0" flipH="0" flipV="0">
              <a:off x="4634091" y="957312"/>
              <a:ext cx="795063" cy="5185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/>
                      <m:oMath>
                        <m:sSub>
                          <m:sSubPr>
                            <m:ctrlPr>
                              <a:rPr lang="en-US" sz="2800" b="1" i="1" u="none" strike="noStrike" cap="none" spc="0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bi"/>
                              </m:rPr>
                              <a:rPr lang="en-US" sz="2800" u="none" strike="noStrike" cap="none" spc="0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e>
                          <m:sub>
                            <m:r>
                              <m:rPr>
                                <m:sty m:val="bi"/>
                              </m:rPr>
                              <a:rPr lang="en-US" sz="2800" u="none" strike="noStrike" cap="none" spc="0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sub>
                        </m:sSub>
                      </m:oMath>
                    </m:oMathPara>
                  </a14:m>
                </mc:Choice>
                <mc:Fallback/>
              </mc:AlternateContent>
              <a:endParaRPr sz="2800" b="1" i="1">
                <a:solidFill>
                  <a:schemeClr val="tx1"/>
                </a:solidFill>
                <a:latin typeface="C059"/>
                <a:cs typeface="C059"/>
              </a:endParaRPr>
            </a:p>
          </p:txBody>
        </p:sp>
        <p:cxnSp>
          <p:nvCxnSpPr>
            <p:cNvPr id="1548667952" name=""/>
            <p:cNvCxnSpPr/>
            <p:nvPr/>
          </p:nvCxnSpPr>
          <p:spPr bwMode="auto">
            <a:xfrm rot="10800000" flipH="0" flipV="1">
              <a:off x="4253231" y="1484766"/>
              <a:ext cx="514349" cy="590549"/>
            </a:xfrm>
            <a:prstGeom prst="line">
              <a:avLst/>
            </a:prstGeom>
            <a:ln w="28575" cap="flat" cmpd="sng" algn="ctr">
              <a:solidFill>
                <a:schemeClr val="tx1"/>
              </a:solidFill>
              <a:prstDash val="solid"/>
              <a:miter lim="800000"/>
              <a:tailEnd type="arrow" len="me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1830772" name=""/>
            <p:cNvCxnSpPr/>
            <p:nvPr/>
          </p:nvCxnSpPr>
          <p:spPr bwMode="auto">
            <a:xfrm rot="10800000" flipH="1" flipV="1">
              <a:off x="5262880" y="1446665"/>
              <a:ext cx="514348" cy="590549"/>
            </a:xfrm>
            <a:prstGeom prst="line">
              <a:avLst/>
            </a:prstGeom>
            <a:ln w="28575" cap="flat" cmpd="sng" algn="ctr">
              <a:solidFill>
                <a:schemeClr val="tx1"/>
              </a:solidFill>
              <a:prstDash val="solid"/>
              <a:miter lim="800000"/>
              <a:tailEnd type="arrow" len="me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8535743" name=""/>
            <p:cNvSpPr txBox="1"/>
            <p:nvPr/>
          </p:nvSpPr>
          <p:spPr bwMode="auto">
            <a:xfrm rot="5400000" flipH="0" flipV="0">
              <a:off x="1385568" y="2894151"/>
              <a:ext cx="667246" cy="640440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sz="3600" b="1" i="0" u="none" strike="noStrike" cap="none" spc="0"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…</a:t>
              </a:r>
              <a:endParaRPr sz="3600" b="1"/>
            </a:p>
          </p:txBody>
        </p:sp>
        <p:sp>
          <p:nvSpPr>
            <p:cNvPr id="662654405" name=""/>
            <p:cNvSpPr txBox="1"/>
            <p:nvPr/>
          </p:nvSpPr>
          <p:spPr bwMode="auto">
            <a:xfrm rot="5400000" flipH="0" flipV="0">
              <a:off x="8302537" y="2894331"/>
              <a:ext cx="667605" cy="640440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sz="3600" b="1" i="0" u="none" strike="noStrike" cap="none" spc="0"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…</a:t>
              </a:r>
              <a:endParaRPr sz="3600" b="1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0822102" name=""/>
          <p:cNvSpPr txBox="1"/>
          <p:nvPr/>
        </p:nvSpPr>
        <p:spPr bwMode="auto">
          <a:xfrm rot="0" flipH="0" flipV="0">
            <a:off x="1352548" y="400050"/>
            <a:ext cx="940892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Figure 3 bis - tree encoded inner qubit helper</a:t>
            </a:r>
            <a:endParaRPr lang="fr-FR"/>
          </a:p>
        </p:txBody>
      </p:sp>
      <p:grpSp>
        <p:nvGrpSpPr>
          <p:cNvPr id="1610068536" name=""/>
          <p:cNvGrpSpPr/>
          <p:nvPr/>
        </p:nvGrpSpPr>
        <p:grpSpPr bwMode="auto">
          <a:xfrm>
            <a:off x="1562531" y="1832304"/>
            <a:ext cx="9885765" cy="4029048"/>
            <a:chOff x="0" y="0"/>
            <a:chExt cx="9885765" cy="4029048"/>
          </a:xfrm>
        </p:grpSpPr>
        <p:grpSp>
          <p:nvGrpSpPr>
            <p:cNvPr id="390891251" name=""/>
            <p:cNvGrpSpPr/>
            <p:nvPr/>
          </p:nvGrpSpPr>
          <p:grpSpPr bwMode="auto">
            <a:xfrm>
              <a:off x="2447685" y="0"/>
              <a:ext cx="7438080" cy="4029049"/>
              <a:chOff x="0" y="0"/>
              <a:chExt cx="7438080" cy="4029049"/>
            </a:xfrm>
          </p:grpSpPr>
          <p:sp>
            <p:nvSpPr>
              <p:cNvPr id="1446163310" name=""/>
              <p:cNvSpPr/>
              <p:nvPr/>
            </p:nvSpPr>
            <p:spPr bwMode="auto">
              <a:xfrm rot="10800000" flipH="0" flipV="0">
                <a:off x="1175726" y="1296059"/>
                <a:ext cx="707711" cy="707711"/>
              </a:xfrm>
              <a:prstGeom prst="ellipse">
                <a:avLst/>
              </a:prstGeom>
              <a:solidFill>
                <a:srgbClr val="45B5FF"/>
              </a:solidFill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770805513" name=""/>
              <p:cNvSpPr/>
              <p:nvPr/>
            </p:nvSpPr>
            <p:spPr bwMode="auto">
              <a:xfrm rot="10800000" flipH="0" flipV="0">
                <a:off x="1692938" y="2254537"/>
                <a:ext cx="707711" cy="707711"/>
              </a:xfrm>
              <a:prstGeom prst="ellipse">
                <a:avLst/>
              </a:prstGeom>
              <a:solidFill>
                <a:srgbClr val="45B5FF"/>
              </a:solidFill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960000027" name=""/>
              <p:cNvSpPr/>
              <p:nvPr/>
            </p:nvSpPr>
            <p:spPr bwMode="auto">
              <a:xfrm rot="10800000" flipH="0" flipV="0">
                <a:off x="687255" y="2254537"/>
                <a:ext cx="707711" cy="707711"/>
              </a:xfrm>
              <a:prstGeom prst="ellipse">
                <a:avLst/>
              </a:prstGeom>
              <a:solidFill>
                <a:srgbClr val="45B5FF"/>
              </a:solidFill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cxnSp>
            <p:nvCxnSpPr>
              <p:cNvPr id="1662698144" name=""/>
              <p:cNvCxnSpPr/>
              <p:nvPr/>
            </p:nvCxnSpPr>
            <p:spPr bwMode="auto">
              <a:xfrm rot="16199998" flipH="0" flipV="1">
                <a:off x="1736091" y="1943834"/>
                <a:ext cx="354408" cy="266997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421755" name=""/>
              <p:cNvCxnSpPr/>
              <p:nvPr/>
            </p:nvCxnSpPr>
            <p:spPr bwMode="auto">
              <a:xfrm rot="16199998" flipH="0" flipV="0">
                <a:off x="983035" y="1958203"/>
                <a:ext cx="354407" cy="238258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94302022" name=""/>
              <p:cNvSpPr/>
              <p:nvPr/>
            </p:nvSpPr>
            <p:spPr bwMode="auto">
              <a:xfrm rot="10800000" flipH="0" flipV="0">
                <a:off x="3075317" y="1296059"/>
                <a:ext cx="707711" cy="707711"/>
              </a:xfrm>
              <a:prstGeom prst="ellipse">
                <a:avLst/>
              </a:prstGeom>
              <a:solidFill>
                <a:srgbClr val="45B5FF"/>
              </a:solidFill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/>
                </a:pPr>
                <a:endParaRPr/>
              </a:p>
            </p:txBody>
          </p:sp>
          <p:sp>
            <p:nvSpPr>
              <p:cNvPr id="1089055257" name=""/>
              <p:cNvSpPr/>
              <p:nvPr/>
            </p:nvSpPr>
            <p:spPr bwMode="auto">
              <a:xfrm rot="10800000" flipH="0" flipV="0">
                <a:off x="3589119" y="2254537"/>
                <a:ext cx="707711" cy="707711"/>
              </a:xfrm>
              <a:prstGeom prst="ellipse">
                <a:avLst/>
              </a:prstGeom>
              <a:solidFill>
                <a:srgbClr val="45B5FF"/>
              </a:solidFill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501041805" name=""/>
              <p:cNvSpPr/>
              <p:nvPr/>
            </p:nvSpPr>
            <p:spPr bwMode="auto">
              <a:xfrm rot="10800000" flipH="0" flipV="0">
                <a:off x="2583436" y="2254537"/>
                <a:ext cx="707711" cy="707711"/>
              </a:xfrm>
              <a:prstGeom prst="ellipse">
                <a:avLst/>
              </a:prstGeom>
              <a:solidFill>
                <a:srgbClr val="45B5FF"/>
              </a:solidFill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cxnSp>
            <p:nvCxnSpPr>
              <p:cNvPr id="1412123166" name=""/>
              <p:cNvCxnSpPr/>
              <p:nvPr/>
            </p:nvCxnSpPr>
            <p:spPr bwMode="auto">
              <a:xfrm rot="16199998" flipH="0" flipV="1">
                <a:off x="3632272" y="1943835"/>
                <a:ext cx="354409" cy="266996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5745416" name=""/>
              <p:cNvCxnSpPr/>
              <p:nvPr/>
            </p:nvCxnSpPr>
            <p:spPr bwMode="auto">
              <a:xfrm rot="16199998" flipH="0" flipV="0">
                <a:off x="2879217" y="1958203"/>
                <a:ext cx="354408" cy="238258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725984" name=""/>
              <p:cNvSpPr/>
              <p:nvPr/>
            </p:nvSpPr>
            <p:spPr bwMode="auto">
              <a:xfrm rot="10800000" flipH="0" flipV="0">
                <a:off x="4968091" y="1315108"/>
                <a:ext cx="707711" cy="707711"/>
              </a:xfrm>
              <a:prstGeom prst="ellipse">
                <a:avLst/>
              </a:prstGeom>
              <a:solidFill>
                <a:srgbClr val="45B5FF"/>
              </a:solidFill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499681572" name=""/>
              <p:cNvSpPr/>
              <p:nvPr/>
            </p:nvSpPr>
            <p:spPr bwMode="auto">
              <a:xfrm rot="10800000" flipH="0" flipV="0">
                <a:off x="5485301" y="2273586"/>
                <a:ext cx="707711" cy="707711"/>
              </a:xfrm>
              <a:prstGeom prst="ellipse">
                <a:avLst/>
              </a:prstGeom>
              <a:solidFill>
                <a:srgbClr val="45B5FF"/>
              </a:solidFill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08677027" name=""/>
              <p:cNvSpPr/>
              <p:nvPr/>
            </p:nvSpPr>
            <p:spPr bwMode="auto">
              <a:xfrm rot="10800000" flipH="0" flipV="0">
                <a:off x="4479618" y="2273586"/>
                <a:ext cx="707711" cy="707711"/>
              </a:xfrm>
              <a:prstGeom prst="ellipse">
                <a:avLst/>
              </a:prstGeom>
              <a:solidFill>
                <a:srgbClr val="45B5FF"/>
              </a:solidFill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cxnSp>
            <p:nvCxnSpPr>
              <p:cNvPr id="445977489" name=""/>
              <p:cNvCxnSpPr/>
              <p:nvPr/>
            </p:nvCxnSpPr>
            <p:spPr bwMode="auto">
              <a:xfrm rot="16199998" flipH="0" flipV="1">
                <a:off x="5528454" y="1962883"/>
                <a:ext cx="354409" cy="266996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9907524" name=""/>
              <p:cNvCxnSpPr/>
              <p:nvPr/>
            </p:nvCxnSpPr>
            <p:spPr bwMode="auto">
              <a:xfrm rot="16199998" flipH="0" flipV="0">
                <a:off x="4775399" y="1977252"/>
                <a:ext cx="354408" cy="238258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67219599" name=""/>
              <p:cNvSpPr/>
              <p:nvPr/>
            </p:nvSpPr>
            <p:spPr bwMode="auto">
              <a:xfrm rot="10800000" flipH="0" flipV="0">
                <a:off x="1692938" y="3302287"/>
                <a:ext cx="707711" cy="707711"/>
              </a:xfrm>
              <a:prstGeom prst="ellipse">
                <a:avLst/>
              </a:prstGeom>
              <a:solidFill>
                <a:srgbClr val="45B5FF"/>
              </a:solidFill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208453778" name=""/>
              <p:cNvSpPr/>
              <p:nvPr/>
            </p:nvSpPr>
            <p:spPr bwMode="auto">
              <a:xfrm rot="10800000" flipH="0" flipV="0">
                <a:off x="687255" y="3302286"/>
                <a:ext cx="707711" cy="707711"/>
              </a:xfrm>
              <a:prstGeom prst="ellipse">
                <a:avLst/>
              </a:prstGeom>
              <a:solidFill>
                <a:srgbClr val="45B5FF"/>
              </a:solidFill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848933455" name=""/>
              <p:cNvSpPr/>
              <p:nvPr/>
            </p:nvSpPr>
            <p:spPr bwMode="auto">
              <a:xfrm rot="10800000" flipH="0" flipV="0">
                <a:off x="3589118" y="3302287"/>
                <a:ext cx="707711" cy="707711"/>
              </a:xfrm>
              <a:prstGeom prst="ellipse">
                <a:avLst/>
              </a:prstGeom>
              <a:solidFill>
                <a:srgbClr val="45B5FF"/>
              </a:solidFill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132609869" name=""/>
              <p:cNvSpPr/>
              <p:nvPr/>
            </p:nvSpPr>
            <p:spPr bwMode="auto">
              <a:xfrm rot="10800000" flipH="0" flipV="0">
                <a:off x="2583435" y="3302286"/>
                <a:ext cx="707711" cy="707711"/>
              </a:xfrm>
              <a:prstGeom prst="ellipse">
                <a:avLst/>
              </a:prstGeom>
              <a:solidFill>
                <a:srgbClr val="45B5FF"/>
              </a:solidFill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978425660" name=""/>
              <p:cNvSpPr/>
              <p:nvPr/>
            </p:nvSpPr>
            <p:spPr bwMode="auto">
              <a:xfrm rot="10800000" flipH="0" flipV="0">
                <a:off x="5485300" y="3321338"/>
                <a:ext cx="707711" cy="707711"/>
              </a:xfrm>
              <a:prstGeom prst="ellipse">
                <a:avLst/>
              </a:prstGeom>
              <a:solidFill>
                <a:srgbClr val="45B5FF"/>
              </a:solidFill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869743258" name=""/>
              <p:cNvSpPr/>
              <p:nvPr/>
            </p:nvSpPr>
            <p:spPr bwMode="auto">
              <a:xfrm rot="10800000" flipH="0" flipV="0">
                <a:off x="4479617" y="3321336"/>
                <a:ext cx="707711" cy="707711"/>
              </a:xfrm>
              <a:prstGeom prst="ellipse">
                <a:avLst/>
              </a:prstGeom>
              <a:solidFill>
                <a:srgbClr val="45B5FF"/>
              </a:solidFill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cxnSp>
            <p:nvCxnSpPr>
              <p:cNvPr id="1167815183" name=""/>
              <p:cNvCxnSpPr>
                <a:stCxn id="1208453778" idx="4"/>
                <a:endCxn id="960000027" idx="0"/>
              </p:cNvCxnSpPr>
              <p:nvPr/>
            </p:nvCxnSpPr>
            <p:spPr bwMode="auto">
              <a:xfrm rot="16199998" flipH="0" flipV="1">
                <a:off x="871091" y="3132267"/>
                <a:ext cx="340037" cy="0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1413538" name=""/>
              <p:cNvCxnSpPr>
                <a:stCxn id="1767219599" idx="4"/>
                <a:endCxn id="770805513" idx="0"/>
              </p:cNvCxnSpPr>
              <p:nvPr/>
            </p:nvCxnSpPr>
            <p:spPr bwMode="auto">
              <a:xfrm rot="16199998" flipH="0" flipV="0">
                <a:off x="1876776" y="3132268"/>
                <a:ext cx="340037" cy="0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9672006" name=""/>
              <p:cNvCxnSpPr>
                <a:stCxn id="1132609869" idx="4"/>
                <a:endCxn id="501041805" idx="0"/>
              </p:cNvCxnSpPr>
              <p:nvPr/>
            </p:nvCxnSpPr>
            <p:spPr bwMode="auto">
              <a:xfrm rot="16199998" flipH="0" flipV="0">
                <a:off x="2767273" y="3132267"/>
                <a:ext cx="340037" cy="0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3987790" name=""/>
              <p:cNvCxnSpPr>
                <a:stCxn id="848933455" idx="4"/>
                <a:endCxn id="1089055257" idx="0"/>
              </p:cNvCxnSpPr>
              <p:nvPr/>
            </p:nvCxnSpPr>
            <p:spPr bwMode="auto">
              <a:xfrm rot="16199998" flipH="0" flipV="0">
                <a:off x="3772956" y="3132268"/>
                <a:ext cx="340037" cy="0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6772716" name=""/>
              <p:cNvCxnSpPr>
                <a:stCxn id="1869743258" idx="4"/>
                <a:endCxn id="208677027" idx="0"/>
              </p:cNvCxnSpPr>
              <p:nvPr/>
            </p:nvCxnSpPr>
            <p:spPr bwMode="auto">
              <a:xfrm rot="16199998" flipH="0" flipV="0">
                <a:off x="4663455" y="3151317"/>
                <a:ext cx="340037" cy="0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4288228" name=""/>
              <p:cNvCxnSpPr>
                <a:stCxn id="978425660" idx="4"/>
                <a:endCxn id="499681572" idx="0"/>
              </p:cNvCxnSpPr>
              <p:nvPr/>
            </p:nvCxnSpPr>
            <p:spPr bwMode="auto">
              <a:xfrm rot="16199998" flipH="0" flipV="0">
                <a:off x="5669138" y="3151317"/>
                <a:ext cx="340037" cy="0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4081993" name=""/>
              <p:cNvCxnSpPr>
                <a:stCxn id="34725984" idx="4"/>
              </p:cNvCxnSpPr>
              <p:nvPr/>
            </p:nvCxnSpPr>
            <p:spPr bwMode="auto">
              <a:xfrm rot="16199998" flipH="0" flipV="1">
                <a:off x="3983893" y="-22944"/>
                <a:ext cx="1033546" cy="1642560"/>
              </a:xfrm>
              <a:prstGeom prst="line">
                <a:avLst/>
              </a:prstGeom>
              <a:ln w="38100" cap="flat" cmpd="sng" algn="ctr">
                <a:solidFill>
                  <a:srgbClr val="000000"/>
                </a:solidFill>
                <a:prstDash val="dash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2499768" name=""/>
              <p:cNvCxnSpPr/>
              <p:nvPr/>
            </p:nvCxnSpPr>
            <p:spPr bwMode="auto">
              <a:xfrm rot="16199998" flipH="0" flipV="0">
                <a:off x="2973745" y="859680"/>
                <a:ext cx="910855" cy="0"/>
              </a:xfrm>
              <a:prstGeom prst="line">
                <a:avLst/>
              </a:prstGeom>
              <a:ln w="38100" cap="flat" cmpd="sng" algn="ctr">
                <a:solidFill>
                  <a:srgbClr val="000000"/>
                </a:solidFill>
                <a:prstDash val="dash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2136477" name=""/>
              <p:cNvCxnSpPr>
                <a:stCxn id="1446163310" idx="4"/>
              </p:cNvCxnSpPr>
              <p:nvPr/>
            </p:nvCxnSpPr>
            <p:spPr bwMode="auto">
              <a:xfrm rot="16199998" flipH="0" flipV="0">
                <a:off x="1847022" y="-35877"/>
                <a:ext cx="1014497" cy="1649377"/>
              </a:xfrm>
              <a:prstGeom prst="line">
                <a:avLst/>
              </a:prstGeom>
              <a:ln w="38100" cap="flat" cmpd="sng" algn="ctr">
                <a:solidFill>
                  <a:srgbClr val="000000"/>
                </a:solidFill>
                <a:prstDash val="dash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9176216" name=""/>
              <p:cNvSpPr txBox="1"/>
              <p:nvPr/>
            </p:nvSpPr>
            <p:spPr bwMode="auto">
              <a:xfrm rot="0" flipH="0" flipV="0">
                <a:off x="0" y="0"/>
                <a:ext cx="2400649" cy="808505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fr-FR" sz="2200" b="1" i="0">
                    <a:solidFill>
                      <a:srgbClr val="45B5FF"/>
                    </a:solidFill>
                    <a:latin typeface="CMU Serif"/>
                    <a:ea typeface="CMU Serif"/>
                    <a:cs typeface="CMU Serif"/>
                  </a:rPr>
                  <a:t>Tree-Encoding with </a:t>
                </a:r>
                <mc:AlternateContent xmlns:mc="http://schemas.openxmlformats.org/markup-compatibility/2006" xmlns:m="http://schemas.openxmlformats.org/officeDocument/2006/math">
                  <mc:Choice xmlns:a14="http://schemas.microsoft.com/office/drawing/2010/main" Requires="a14">
                    <a14:m>
                      <m:oMathPara>
                        <m:oMathParaPr/>
                        <m:oMath>
                          <m:box>
                            <m:boxPr>
                              <m:aln m:val="off"/>
                              <m:diff m:val="off"/>
                              <m:noBreak m:val="off"/>
                              <m:opEmu m:val="on"/>
                              <m:ctrlPr>
                                <a:rPr lang="fr-FR" sz="2200" b="1" i="0" u="none" strike="noStrike" cap="none" spc="0">
                                  <a:solidFill>
                                    <a:srgbClr val="45B5F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boxPr>
                            <m:e>
                              <m:acc>
                                <m:accPr>
                                  <m:chr m:val="⃗"/>
                                  <m:ctrlPr>
                                    <a:rPr lang="fr-FR" sz="2200" b="1" i="1" u="none" strike="noStrike" cap="none" spc="0">
                                      <a:solidFill>
                                        <a:srgbClr val="45B5FF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bi"/>
                                    </m:rPr>
                                    <a:rPr lang="fr-FR" sz="2200" u="none" strike="noStrike" cap="none" spc="0">
                                      <a:solidFill>
                                        <a:srgbClr val="45B5FF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b</m:t>
                                  </m:r>
                                </m:e>
                              </m:acc>
                              <m:r>
                                <m:rPr>
                                  <m:sty m:val="b"/>
                                </m:rPr>
                                <a:rPr lang="fr-FR" sz="2200" u="none" strike="noStrike" cap="none" spc="0">
                                  <a:solidFill>
                                    <a:srgbClr val="45B5F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=(3,2,1)</m:t>
                              </m:r>
                            </m:e>
                          </m:box>
                        </m:oMath>
                      </m:oMathPara>
                    </a14:m>
                  </mc:Choice>
                  <mc:Fallback/>
                </mc:AlternateContent>
                <a:endParaRPr sz="2200" b="1">
                  <a:solidFill>
                    <a:srgbClr val="45B5FF"/>
                  </a:solidFill>
                  <a:latin typeface="CMU Serif"/>
                  <a:cs typeface="CMU Serif"/>
                </a:endParaRPr>
              </a:p>
            </p:txBody>
          </p:sp>
          <p:cxnSp>
            <p:nvCxnSpPr>
              <p:cNvPr id="591759770" name=""/>
              <p:cNvCxnSpPr/>
              <p:nvPr/>
            </p:nvCxnSpPr>
            <p:spPr bwMode="auto">
              <a:xfrm rot="0" flipH="0" flipV="0">
                <a:off x="677146" y="2111043"/>
                <a:ext cx="5581649" cy="0"/>
              </a:xfrm>
              <a:prstGeom prst="line">
                <a:avLst/>
              </a:prstGeom>
              <a:ln w="28575" cap="flat" cmpd="sng" algn="ctr">
                <a:solidFill>
                  <a:srgbClr val="595959"/>
                </a:solidFill>
                <a:prstDash val="sysDot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741353" name=""/>
              <p:cNvCxnSpPr/>
              <p:nvPr/>
            </p:nvCxnSpPr>
            <p:spPr bwMode="auto">
              <a:xfrm rot="0" flipH="0" flipV="0">
                <a:off x="677146" y="3114649"/>
                <a:ext cx="5581649" cy="0"/>
              </a:xfrm>
              <a:prstGeom prst="line">
                <a:avLst/>
              </a:prstGeom>
              <a:ln w="28575" cap="flat" cmpd="sng" algn="ctr">
                <a:solidFill>
                  <a:srgbClr val="595959"/>
                </a:solidFill>
                <a:prstDash val="sysDot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4993116" name=""/>
              <p:cNvCxnSpPr/>
              <p:nvPr/>
            </p:nvCxnSpPr>
            <p:spPr bwMode="auto">
              <a:xfrm rot="0" flipH="0" flipV="0">
                <a:off x="1068949" y="1038198"/>
                <a:ext cx="4798044" cy="0"/>
              </a:xfrm>
              <a:prstGeom prst="line">
                <a:avLst/>
              </a:prstGeom>
              <a:ln w="28575" cap="flat" cmpd="sng" algn="ctr">
                <a:solidFill>
                  <a:srgbClr val="595959"/>
                </a:solidFill>
                <a:prstDash val="sysDot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7957834" name=""/>
              <p:cNvSpPr txBox="1"/>
              <p:nvPr/>
            </p:nvSpPr>
            <p:spPr bwMode="auto">
              <a:xfrm rot="0" flipH="0" flipV="0">
                <a:off x="6033263" y="1378572"/>
                <a:ext cx="1100924" cy="42707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mc:AlternateContent xmlns:mc="http://schemas.openxmlformats.org/markup-compatibility/2006" xmlns:m="http://schemas.openxmlformats.org/officeDocument/2006/math">
                  <mc:Choice xmlns:a14="http://schemas.microsoft.com/office/drawing/2010/main" Requires="a14">
                    <a14:m>
                      <m:oMathPara>
                        <m:oMathParaPr/>
                        <m:oMath>
                          <m:sSub>
                            <m:sSubPr>
                              <m:ctrlPr>
                                <a:rPr lang="fr-FR" sz="2200" b="1" i="0" u="none" strike="noStrike" cap="none" spc="0">
                                  <a:solidFill>
                                    <a:srgbClr val="45B5F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b"/>
                                </m:rPr>
                                <a:rPr lang="fr-FR" sz="2200" u="none" strike="noStrike" cap="none" spc="0">
                                  <a:solidFill>
                                    <a:srgbClr val="45B5F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  <m:sub>
                              <m:r>
                                <m:rPr>
                                  <m:sty m:val="b"/>
                                </m:rPr>
                                <a:rPr lang="fr-FR" sz="2200" u="none" strike="noStrike" cap="none" spc="0">
                                  <a:solidFill>
                                    <a:srgbClr val="45B5F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sty m:val="b"/>
                            </m:rPr>
                            <a:rPr lang="fr-FR" sz="2200" u="none" strike="noStrike" cap="none" spc="0">
                              <a:solidFill>
                                <a:srgbClr val="45B5F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=3</m:t>
                          </m:r>
                        </m:oMath>
                      </m:oMathPara>
                    </a14:m>
                  </mc:Choice>
                  <mc:Fallback/>
                </mc:AlternateContent>
                <a:endParaRPr sz="2200" b="1">
                  <a:solidFill>
                    <a:srgbClr val="45B5FF"/>
                  </a:solidFill>
                  <a:latin typeface="CMU Serif"/>
                  <a:cs typeface="CMU Serif"/>
                </a:endParaRPr>
              </a:p>
            </p:txBody>
          </p:sp>
          <p:sp>
            <p:nvSpPr>
              <p:cNvPr id="1166610753" name=""/>
              <p:cNvSpPr txBox="1"/>
              <p:nvPr/>
            </p:nvSpPr>
            <p:spPr bwMode="auto">
              <a:xfrm rot="0" flipH="0" flipV="0">
                <a:off x="6334996" y="2415431"/>
                <a:ext cx="1102723" cy="42707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mc:AlternateContent xmlns:mc="http://schemas.openxmlformats.org/markup-compatibility/2006" xmlns:m="http://schemas.openxmlformats.org/officeDocument/2006/math">
                  <mc:Choice xmlns:a14="http://schemas.microsoft.com/office/drawing/2010/main" Requires="a14">
                    <a14:m>
                      <m:oMathPara>
                        <m:oMathParaPr/>
                        <m:oMath>
                          <m:sSub>
                            <m:sSubPr>
                              <m:ctrlPr>
                                <a:rPr lang="fr-FR" sz="2200" b="1" i="0" u="none" strike="noStrike" cap="none" spc="0">
                                  <a:solidFill>
                                    <a:srgbClr val="45B5F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b"/>
                                </m:rPr>
                                <a:rPr lang="fr-FR" sz="2200" u="none" strike="noStrike" cap="none" spc="0">
                                  <a:solidFill>
                                    <a:srgbClr val="45B5F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  <m:sub>
                              <m:r>
                                <m:rPr>
                                  <m:sty m:val="b"/>
                                </m:rPr>
                                <a:rPr lang="fr-FR" sz="2200" u="none" strike="noStrike" cap="none" spc="0">
                                  <a:solidFill>
                                    <a:srgbClr val="45B5F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b"/>
                            </m:rPr>
                            <a:rPr lang="fr-FR" sz="2200" u="none" strike="noStrike" cap="none" spc="0">
                              <a:solidFill>
                                <a:srgbClr val="45B5F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=2</m:t>
                          </m:r>
                        </m:oMath>
                      </m:oMathPara>
                    </a14:m>
                  </mc:Choice>
                  <mc:Fallback/>
                </mc:AlternateContent>
                <a:endParaRPr sz="2200" b="1">
                  <a:solidFill>
                    <a:srgbClr val="45B5FF"/>
                  </a:solidFill>
                  <a:latin typeface="CMU Serif"/>
                  <a:cs typeface="CMU Serif"/>
                </a:endParaRPr>
              </a:p>
            </p:txBody>
          </p:sp>
          <p:sp>
            <p:nvSpPr>
              <p:cNvPr id="743866029" name=""/>
              <p:cNvSpPr txBox="1"/>
              <p:nvPr/>
            </p:nvSpPr>
            <p:spPr bwMode="auto">
              <a:xfrm rot="0" flipH="0" flipV="0">
                <a:off x="6334996" y="3461652"/>
                <a:ext cx="1103083" cy="42707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mc:AlternateContent xmlns:mc="http://schemas.openxmlformats.org/markup-compatibility/2006" xmlns:m="http://schemas.openxmlformats.org/officeDocument/2006/math">
                  <mc:Choice xmlns:a14="http://schemas.microsoft.com/office/drawing/2010/main" Requires="a14">
                    <a14:m>
                      <m:oMathPara>
                        <m:oMathParaPr/>
                        <m:oMath>
                          <m:sSub>
                            <m:sSubPr>
                              <m:ctrlPr>
                                <a:rPr lang="fr-FR" sz="2200" b="1" i="0" u="none" strike="noStrike" cap="none" spc="0">
                                  <a:solidFill>
                                    <a:srgbClr val="45B5F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b"/>
                                </m:rPr>
                                <a:rPr lang="fr-FR" sz="2200" u="none" strike="noStrike" cap="none" spc="0">
                                  <a:solidFill>
                                    <a:srgbClr val="45B5F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  <m:sub>
                              <m:r>
                                <m:rPr>
                                  <m:sty m:val="b"/>
                                </m:rPr>
                                <a:rPr lang="fr-FR" sz="2200" u="none" strike="noStrike" cap="none" spc="0">
                                  <a:solidFill>
                                    <a:srgbClr val="45B5F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sty m:val="b"/>
                            </m:rPr>
                            <a:rPr lang="fr-FR" sz="2200" u="none" strike="noStrike" cap="none" spc="0">
                              <a:solidFill>
                                <a:srgbClr val="45B5F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=1</m:t>
                          </m:r>
                        </m:oMath>
                      </m:oMathPara>
                    </a14:m>
                  </mc:Choice>
                  <mc:Fallback/>
                </mc:AlternateContent>
                <a:endParaRPr sz="2200" b="1">
                  <a:solidFill>
                    <a:srgbClr val="45B5FF"/>
                  </a:solidFill>
                  <a:latin typeface="CMU Serif"/>
                  <a:cs typeface="CMU Serif"/>
                </a:endParaRPr>
              </a:p>
            </p:txBody>
          </p:sp>
        </p:grpSp>
        <p:grpSp>
          <p:nvGrpSpPr>
            <p:cNvPr id="1668539843" name=""/>
            <p:cNvGrpSpPr/>
            <p:nvPr/>
          </p:nvGrpSpPr>
          <p:grpSpPr bwMode="auto">
            <a:xfrm>
              <a:off x="0" y="1046994"/>
              <a:ext cx="2611364" cy="1883196"/>
              <a:chOff x="0" y="0"/>
              <a:chExt cx="2611364" cy="1883196"/>
            </a:xfrm>
          </p:grpSpPr>
          <p:grpSp>
            <p:nvGrpSpPr>
              <p:cNvPr id="150784941" name=""/>
              <p:cNvGrpSpPr/>
              <p:nvPr/>
            </p:nvGrpSpPr>
            <p:grpSpPr bwMode="auto">
              <a:xfrm>
                <a:off x="0" y="0"/>
                <a:ext cx="2611364" cy="1585676"/>
                <a:chOff x="0" y="0"/>
                <a:chExt cx="2611364" cy="1585676"/>
              </a:xfrm>
            </p:grpSpPr>
            <p:sp>
              <p:nvSpPr>
                <p:cNvPr id="1125391816" name=""/>
                <p:cNvSpPr txBox="1"/>
                <p:nvPr/>
              </p:nvSpPr>
              <p:spPr bwMode="auto">
                <a:xfrm rot="0" flipH="0" flipV="0">
                  <a:off x="0" y="0"/>
                  <a:ext cx="2230140" cy="76235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 algn="ctr">
                    <a:defRPr/>
                  </a:pPr>
                  <a:r>
                    <a:rPr lang="fr-FR" sz="2200" b="1" i="0">
                      <a:solidFill>
                        <a:srgbClr val="E6B31C"/>
                      </a:solidFill>
                      <a:latin typeface="CMU Serif"/>
                      <a:ea typeface="CMU Serif"/>
                      <a:cs typeface="CMU Serif"/>
                    </a:rPr>
                    <a:t>Tree-Encoded I</a:t>
                  </a:r>
                  <a:r>
                    <a:rPr lang="fr-FR" sz="2200" b="1">
                      <a:solidFill>
                        <a:srgbClr val="E6B31C"/>
                      </a:solidFill>
                      <a:latin typeface="CMU Serif"/>
                      <a:ea typeface="CMU Serif"/>
                      <a:cs typeface="CMU Serif"/>
                    </a:rPr>
                    <a:t>nner qubit</a:t>
                  </a:r>
                  <a:endParaRPr sz="2200" b="1">
                    <a:solidFill>
                      <a:srgbClr val="E6B31C"/>
                    </a:solidFill>
                    <a:latin typeface="CMU Serif"/>
                    <a:ea typeface="CMU Serif"/>
                    <a:cs typeface="CMU Serif"/>
                  </a:endParaRPr>
                </a:p>
              </p:txBody>
            </p:sp>
            <p:grpSp>
              <p:nvGrpSpPr>
                <p:cNvPr id="2081531008" name=""/>
                <p:cNvGrpSpPr/>
                <p:nvPr/>
              </p:nvGrpSpPr>
              <p:grpSpPr bwMode="auto">
                <a:xfrm>
                  <a:off x="768032" y="667108"/>
                  <a:ext cx="1843331" cy="918567"/>
                  <a:chOff x="0" y="0"/>
                  <a:chExt cx="1843331" cy="918567"/>
                </a:xfrm>
              </p:grpSpPr>
              <p:sp>
                <p:nvSpPr>
                  <p:cNvPr id="956073024" name=""/>
                  <p:cNvSpPr/>
                  <p:nvPr/>
                </p:nvSpPr>
                <p:spPr bwMode="auto">
                  <a:xfrm rot="10800000" flipH="0" flipV="0">
                    <a:off x="0" y="210857"/>
                    <a:ext cx="707710" cy="707710"/>
                  </a:xfrm>
                  <a:prstGeom prst="ellipse">
                    <a:avLst/>
                  </a:prstGeom>
                  <a:solidFill>
                    <a:srgbClr val="FFC926"/>
                  </a:solidFill>
                  <a:ln w="38100" cap="flat" cmpd="sng" algn="ctr">
                    <a:solidFill>
                      <a:srgbClr val="000000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p>
                    <a:pPr algn="ctr">
                      <a:defRPr/>
                    </a:pPr>
                    <a:endParaRPr/>
                  </a:p>
                </p:txBody>
              </p:sp>
              <p:sp>
                <p:nvSpPr>
                  <p:cNvPr id="508557913" name=""/>
                  <p:cNvSpPr txBox="1"/>
                  <p:nvPr/>
                </p:nvSpPr>
                <p:spPr bwMode="auto">
                  <a:xfrm rot="0" flipH="0" flipV="0">
                    <a:off x="869981" y="0"/>
                    <a:ext cx="973350" cy="823320"/>
                  </a:xfrm>
                  <a:prstGeom prst="rect">
                    <a:avLst/>
                  </a:prstGeom>
                  <a:noFill/>
                </p:spPr>
                <p:txBody>
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<a:spAutoFit/>
                  </a:bodyPr>
                  <a:p>
                    <a:pPr>
                      <a:defRPr/>
                    </a:pPr>
                    <a:r>
                      <a:rPr lang="fr-FR" sz="4800" b="1">
                        <a:latin typeface="CMU Serif"/>
                        <a:ea typeface="CMU Serif"/>
                        <a:cs typeface="CMU Serif"/>
                      </a:rPr>
                      <a:t>=</a:t>
                    </a:r>
                    <a:endParaRPr/>
                  </a:p>
                </p:txBody>
              </p:sp>
            </p:grpSp>
          </p:grpSp>
          <p:cxnSp>
            <p:nvCxnSpPr>
              <p:cNvPr id="1842681935" name=""/>
              <p:cNvCxnSpPr/>
              <p:nvPr/>
            </p:nvCxnSpPr>
            <p:spPr bwMode="auto">
              <a:xfrm rot="16199998" flipH="0" flipV="1">
                <a:off x="1517661" y="1335198"/>
                <a:ext cx="423287" cy="672708"/>
              </a:xfrm>
              <a:prstGeom prst="line">
                <a:avLst/>
              </a:prstGeom>
              <a:ln w="38100" cap="flat" cmpd="sng" algn="ctr">
                <a:solidFill>
                  <a:srgbClr val="000000"/>
                </a:solidFill>
                <a:prstDash val="dash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1955449" name=""/>
              <p:cNvCxnSpPr/>
              <p:nvPr/>
            </p:nvCxnSpPr>
            <p:spPr bwMode="auto">
              <a:xfrm rot="16199998" flipH="0" flipV="0">
                <a:off x="992379" y="1732837"/>
                <a:ext cx="300597" cy="118"/>
              </a:xfrm>
              <a:prstGeom prst="line">
                <a:avLst/>
              </a:prstGeom>
              <a:ln w="38100" cap="flat" cmpd="sng" algn="ctr">
                <a:solidFill>
                  <a:srgbClr val="000000"/>
                </a:solidFill>
                <a:prstDash val="dash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081601" name=""/>
              <p:cNvCxnSpPr/>
              <p:nvPr/>
            </p:nvCxnSpPr>
            <p:spPr bwMode="auto">
              <a:xfrm rot="16199998" flipH="0" flipV="0">
                <a:off x="336787" y="1327460"/>
                <a:ext cx="423287" cy="688184"/>
              </a:xfrm>
              <a:prstGeom prst="line">
                <a:avLst/>
              </a:prstGeom>
              <a:ln w="38100" cap="flat" cmpd="sng" algn="ctr">
                <a:solidFill>
                  <a:srgbClr val="000000"/>
                </a:solidFill>
                <a:prstDash val="dash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3358991" name=""/>
          <p:cNvSpPr txBox="1"/>
          <p:nvPr/>
        </p:nvSpPr>
        <p:spPr bwMode="auto">
          <a:xfrm rot="0" flipH="0" flipV="0">
            <a:off x="1314450" y="285749"/>
            <a:ext cx="869267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Figure 4 vizualization of multiple hops ; maybe to merge with step by step ?</a:t>
            </a:r>
            <a:endParaRPr/>
          </a:p>
        </p:txBody>
      </p:sp>
      <p:sp>
        <p:nvSpPr>
          <p:cNvPr id="2094080839" name=""/>
          <p:cNvSpPr txBox="1"/>
          <p:nvPr/>
        </p:nvSpPr>
        <p:spPr bwMode="auto">
          <a:xfrm rot="0" flipH="0" flipV="0">
            <a:off x="879403" y="4045305"/>
            <a:ext cx="6895664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simplified version ? probably top as SbS will have been shown b4</a:t>
            </a:r>
            <a:endParaRPr/>
          </a:p>
        </p:txBody>
      </p:sp>
      <p:grpSp>
        <p:nvGrpSpPr>
          <p:cNvPr id="815162303" name=""/>
          <p:cNvGrpSpPr/>
          <p:nvPr/>
        </p:nvGrpSpPr>
        <p:grpSpPr bwMode="auto">
          <a:xfrm>
            <a:off x="716172" y="4475190"/>
            <a:ext cx="10718982" cy="2125199"/>
            <a:chOff x="0" y="0"/>
            <a:chExt cx="10718982" cy="2125199"/>
          </a:xfrm>
        </p:grpSpPr>
        <p:grpSp>
          <p:nvGrpSpPr>
            <p:cNvPr id="541948999" name=""/>
            <p:cNvGrpSpPr/>
            <p:nvPr/>
          </p:nvGrpSpPr>
          <p:grpSpPr bwMode="auto">
            <a:xfrm rot="0" flipH="0" flipV="0">
              <a:off x="4910922" y="32874"/>
              <a:ext cx="669046" cy="1516737"/>
              <a:chOff x="0" y="0"/>
              <a:chExt cx="669046" cy="1516737"/>
            </a:xfrm>
          </p:grpSpPr>
          <p:sp>
            <p:nvSpPr>
              <p:cNvPr id="973358059" name=""/>
              <p:cNvSpPr txBox="1"/>
              <p:nvPr/>
            </p:nvSpPr>
            <p:spPr bwMode="auto">
              <a:xfrm rot="0" flipH="0" flipV="0">
                <a:off x="357" y="0"/>
                <a:ext cx="668326" cy="640440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3600" b="1" i="0" u="none" strike="noStrike" cap="none" spc="0">
                    <a:solidFill>
                      <a:schemeClr val="tx1"/>
                    </a:solidFill>
                    <a:latin typeface="Arial"/>
                    <a:ea typeface="Arial"/>
                    <a:cs typeface="Arial"/>
                  </a:rPr>
                  <a:t>…</a:t>
                </a:r>
                <a:endParaRPr/>
              </a:p>
            </p:txBody>
          </p:sp>
          <p:sp>
            <p:nvSpPr>
              <p:cNvPr id="58747563" name=""/>
              <p:cNvSpPr txBox="1"/>
              <p:nvPr/>
            </p:nvSpPr>
            <p:spPr bwMode="auto">
              <a:xfrm rot="0" flipH="0" flipV="0">
                <a:off x="177" y="438147"/>
                <a:ext cx="668686" cy="640440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3600" b="1" i="0" u="none" strike="noStrike" cap="none" spc="0">
                    <a:solidFill>
                      <a:schemeClr val="tx1"/>
                    </a:solidFill>
                    <a:latin typeface="Arial"/>
                    <a:ea typeface="Arial"/>
                    <a:cs typeface="Arial"/>
                  </a:rPr>
                  <a:t>…</a:t>
                </a:r>
                <a:endParaRPr/>
              </a:p>
            </p:txBody>
          </p:sp>
          <p:sp>
            <p:nvSpPr>
              <p:cNvPr id="73433821" name=""/>
              <p:cNvSpPr txBox="1"/>
              <p:nvPr/>
            </p:nvSpPr>
            <p:spPr bwMode="auto">
              <a:xfrm rot="0" flipH="0" flipV="0">
                <a:off x="0" y="876297"/>
                <a:ext cx="669046" cy="640440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3600" b="1" i="0" u="none" strike="noStrike" cap="none" spc="0">
                    <a:solidFill>
                      <a:schemeClr val="tx1"/>
                    </a:solidFill>
                    <a:latin typeface="Arial"/>
                    <a:ea typeface="Arial"/>
                    <a:cs typeface="Arial"/>
                  </a:rPr>
                  <a:t>…</a:t>
                </a:r>
                <a:endParaRPr/>
              </a:p>
            </p:txBody>
          </p:sp>
        </p:grpSp>
        <p:sp>
          <p:nvSpPr>
            <p:cNvPr id="273392637" name=""/>
            <p:cNvSpPr txBox="1"/>
            <p:nvPr/>
          </p:nvSpPr>
          <p:spPr bwMode="auto">
            <a:xfrm rot="0" flipH="0" flipV="0">
              <a:off x="45779" y="1819784"/>
              <a:ext cx="1016653" cy="30515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sz="1400" b="1" i="1">
                  <a:solidFill>
                    <a:schemeClr val="tx1"/>
                  </a:solidFill>
                  <a:latin typeface="CMU Serif"/>
                  <a:ea typeface="CMU Serif"/>
                  <a:cs typeface="CMU Serif"/>
                </a:rPr>
                <a:t>Station 0</a:t>
              </a:r>
              <a:endParaRPr sz="1400" b="1" i="1">
                <a:solidFill>
                  <a:schemeClr val="tx1"/>
                </a:solidFill>
                <a:latin typeface="CMU Serif"/>
                <a:cs typeface="CMU Serif"/>
              </a:endParaRPr>
            </a:p>
          </p:txBody>
        </p:sp>
        <p:sp>
          <p:nvSpPr>
            <p:cNvPr id="281853739" name=""/>
            <p:cNvSpPr txBox="1"/>
            <p:nvPr/>
          </p:nvSpPr>
          <p:spPr bwMode="auto">
            <a:xfrm rot="0" flipH="0" flipV="0">
              <a:off x="3714080" y="1819784"/>
              <a:ext cx="1017013" cy="30515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sz="1400" b="1" i="1">
                  <a:solidFill>
                    <a:schemeClr val="tx1"/>
                  </a:solidFill>
                  <a:latin typeface="CMU Serif"/>
                  <a:ea typeface="CMU Serif"/>
                  <a:cs typeface="CMU Serif"/>
                </a:rPr>
                <a:t>Station 1</a:t>
              </a:r>
              <a:endParaRPr sz="1400" b="1" i="1">
                <a:solidFill>
                  <a:schemeClr val="tx1"/>
                </a:solidFill>
                <a:latin typeface="CMU Serif"/>
                <a:cs typeface="CMU Serif"/>
              </a:endParaRPr>
            </a:p>
          </p:txBody>
        </p:sp>
        <p:sp>
          <p:nvSpPr>
            <p:cNvPr id="663712744" name=""/>
            <p:cNvSpPr txBox="1"/>
            <p:nvPr/>
          </p:nvSpPr>
          <p:spPr bwMode="auto">
            <a:xfrm rot="0" flipH="0" flipV="0">
              <a:off x="1996903" y="1819784"/>
              <a:ext cx="819364" cy="30515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sz="1400" b="1" i="1">
                  <a:solidFill>
                    <a:schemeClr val="tx1"/>
                  </a:solidFill>
                  <a:latin typeface="CMU Serif"/>
                  <a:ea typeface="CMU Serif"/>
                  <a:cs typeface="CMU Serif"/>
                </a:rPr>
                <a:t>Hop 1</a:t>
              </a:r>
              <a:endParaRPr sz="1400" b="1" i="1">
                <a:solidFill>
                  <a:schemeClr val="tx1"/>
                </a:solidFill>
                <a:latin typeface="CMU Serif"/>
                <a:cs typeface="CMU Serif"/>
              </a:endParaRPr>
            </a:p>
          </p:txBody>
        </p:sp>
        <p:grpSp>
          <p:nvGrpSpPr>
            <p:cNvPr id="454468788" name=""/>
            <p:cNvGrpSpPr/>
            <p:nvPr/>
          </p:nvGrpSpPr>
          <p:grpSpPr bwMode="auto">
            <a:xfrm>
              <a:off x="0" y="54087"/>
              <a:ext cx="4865172" cy="1666872"/>
              <a:chOff x="0" y="0"/>
              <a:chExt cx="4865172" cy="1666872"/>
            </a:xfrm>
          </p:grpSpPr>
          <p:grpSp>
            <p:nvGrpSpPr>
              <p:cNvPr id="452190417" name=""/>
              <p:cNvGrpSpPr/>
              <p:nvPr/>
            </p:nvGrpSpPr>
            <p:grpSpPr bwMode="auto">
              <a:xfrm>
                <a:off x="0" y="0"/>
                <a:ext cx="948726" cy="1666872"/>
                <a:chOff x="0" y="0"/>
                <a:chExt cx="948726" cy="1666872"/>
              </a:xfrm>
            </p:grpSpPr>
            <p:sp>
              <p:nvSpPr>
                <p:cNvPr id="2137463688" name=""/>
                <p:cNvSpPr/>
                <p:nvPr/>
              </p:nvSpPr>
              <p:spPr bwMode="auto">
                <a:xfrm rot="0" flipH="0" flipV="0">
                  <a:off x="0" y="0"/>
                  <a:ext cx="918703" cy="1666873"/>
                </a:xfrm>
                <a:prstGeom prst="flowChartAlternateProcess">
                  <a:avLst/>
                </a:prstGeom>
                <a:solidFill>
                  <a:srgbClr val="92D050">
                    <a:alpha val="24999"/>
                  </a:srgbClr>
                </a:solidFill>
                <a:ln w="28575" cap="flat" cmpd="sng" algn="ctr">
                  <a:solidFill>
                    <a:srgbClr val="00B05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  <p:sp>
              <p:nvSpPr>
                <p:cNvPr id="1134392296" name=""/>
                <p:cNvSpPr txBox="1"/>
                <p:nvPr/>
              </p:nvSpPr>
              <p:spPr bwMode="auto">
                <a:xfrm rot="0" flipH="0" flipV="0">
                  <a:off x="8073" y="619894"/>
                  <a:ext cx="940653" cy="42707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2200" b="1">
                      <a:solidFill>
                        <a:srgbClr val="00B050"/>
                      </a:solidFill>
                      <a:latin typeface="CMU Serif"/>
                      <a:ea typeface="CMU Serif"/>
                      <a:cs typeface="CMU Serif"/>
                    </a:rPr>
                    <a:t>Alice</a:t>
                  </a:r>
                  <a:endParaRPr sz="2200" b="1">
                    <a:solidFill>
                      <a:srgbClr val="00B050"/>
                    </a:solidFill>
                    <a:latin typeface="CMU Serif"/>
                    <a:cs typeface="CMU Serif"/>
                  </a:endParaRPr>
                </a:p>
              </p:txBody>
            </p:sp>
          </p:grpSp>
          <p:grpSp>
            <p:nvGrpSpPr>
              <p:cNvPr id="1111518575" name=""/>
              <p:cNvGrpSpPr/>
              <p:nvPr/>
            </p:nvGrpSpPr>
            <p:grpSpPr bwMode="auto">
              <a:xfrm>
                <a:off x="1026127" y="0"/>
                <a:ext cx="2687643" cy="1666872"/>
                <a:chOff x="0" y="0"/>
                <a:chExt cx="2687643" cy="1666872"/>
              </a:xfrm>
            </p:grpSpPr>
            <p:sp>
              <p:nvSpPr>
                <p:cNvPr id="156898416" name=""/>
                <p:cNvSpPr/>
                <p:nvPr/>
              </p:nvSpPr>
              <p:spPr bwMode="auto">
                <a:xfrm rot="0" flipH="0" flipV="0">
                  <a:off x="0" y="0"/>
                  <a:ext cx="2687643" cy="1666873"/>
                </a:xfrm>
                <a:prstGeom prst="flowChartAlternateProcess">
                  <a:avLst/>
                </a:prstGeom>
                <a:solidFill>
                  <a:schemeClr val="accent1">
                    <a:lumMod val="40000"/>
                    <a:lumOff val="60000"/>
                    <a:alpha val="24999"/>
                  </a:schemeClr>
                </a:solidFill>
                <a:ln w="28575" cap="flat" cmpd="sng" algn="ctr">
                  <a:solidFill>
                    <a:srgbClr val="0095FF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76868735" name=""/>
                <p:cNvSpPr txBox="1"/>
                <p:nvPr/>
              </p:nvSpPr>
              <p:spPr bwMode="auto">
                <a:xfrm rot="0" flipH="0" flipV="0">
                  <a:off x="803676" y="619894"/>
                  <a:ext cx="1080286" cy="42707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2200" b="1">
                      <a:solidFill>
                        <a:srgbClr val="45B5FF"/>
                      </a:solidFill>
                      <a:latin typeface="CMU Serif"/>
                      <a:ea typeface="CMU Serif"/>
                      <a:cs typeface="CMU Serif"/>
                    </a:rPr>
                    <a:t>ABSA</a:t>
                  </a:r>
                  <a:endParaRPr sz="2200" b="1">
                    <a:solidFill>
                      <a:srgbClr val="45B5FF"/>
                    </a:solidFill>
                    <a:latin typeface="CMU Serif"/>
                    <a:cs typeface="CMU Serif"/>
                  </a:endParaRPr>
                </a:p>
              </p:txBody>
            </p:sp>
          </p:grpSp>
          <p:grpSp>
            <p:nvGrpSpPr>
              <p:cNvPr id="1973728346" name=""/>
              <p:cNvGrpSpPr/>
              <p:nvPr/>
            </p:nvGrpSpPr>
            <p:grpSpPr bwMode="auto">
              <a:xfrm>
                <a:off x="3791169" y="0"/>
                <a:ext cx="1074002" cy="1666872"/>
                <a:chOff x="0" y="0"/>
                <a:chExt cx="1074002" cy="1666872"/>
              </a:xfrm>
            </p:grpSpPr>
            <p:sp>
              <p:nvSpPr>
                <p:cNvPr id="1676875023" name=""/>
                <p:cNvSpPr/>
                <p:nvPr/>
              </p:nvSpPr>
              <p:spPr bwMode="auto">
                <a:xfrm rot="0" flipH="0" flipV="0">
                  <a:off x="32661" y="0"/>
                  <a:ext cx="970579" cy="1666873"/>
                </a:xfrm>
                <a:prstGeom prst="flowChartAlternateProcess">
                  <a:avLst/>
                </a:prstGeom>
                <a:solidFill>
                  <a:srgbClr val="E173FF">
                    <a:alpha val="24999"/>
                  </a:srgbClr>
                </a:solidFill>
                <a:ln w="28575" cap="flat" cmpd="sng" algn="ctr">
                  <a:solidFill>
                    <a:srgbClr val="DB4CFF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816526426" name=""/>
                <p:cNvSpPr txBox="1"/>
                <p:nvPr/>
              </p:nvSpPr>
              <p:spPr bwMode="auto">
                <a:xfrm rot="0" flipH="0" flipV="0">
                  <a:off x="0" y="619894"/>
                  <a:ext cx="1074003" cy="42707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2200" b="1">
                      <a:solidFill>
                        <a:srgbClr val="DB4CFF"/>
                      </a:solidFill>
                      <a:latin typeface="CMU Serif"/>
                      <a:ea typeface="CMU Serif"/>
                      <a:cs typeface="CMU Serif"/>
                    </a:rPr>
                    <a:t>RGSS</a:t>
                  </a:r>
                  <a:endParaRPr sz="2200" b="1">
                    <a:solidFill>
                      <a:srgbClr val="DB4CFF"/>
                    </a:solidFill>
                    <a:latin typeface="CMU Serif"/>
                    <a:cs typeface="CMU Serif"/>
                  </a:endParaRPr>
                </a:p>
              </p:txBody>
            </p:sp>
          </p:grpSp>
        </p:grpSp>
        <p:grpSp>
          <p:nvGrpSpPr>
            <p:cNvPr id="2062147677" name=""/>
            <p:cNvGrpSpPr/>
            <p:nvPr/>
          </p:nvGrpSpPr>
          <p:grpSpPr bwMode="auto">
            <a:xfrm>
              <a:off x="5561797" y="0"/>
              <a:ext cx="1252426" cy="2097644"/>
              <a:chOff x="0" y="0"/>
              <a:chExt cx="1252426" cy="2097644"/>
            </a:xfrm>
          </p:grpSpPr>
          <p:sp>
            <p:nvSpPr>
              <p:cNvPr id="629361695" name=""/>
              <p:cNvSpPr txBox="1"/>
              <p:nvPr/>
            </p:nvSpPr>
            <p:spPr bwMode="auto">
              <a:xfrm rot="0" flipH="0" flipV="0">
                <a:off x="0" y="1792485"/>
                <a:ext cx="1252427" cy="30515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1400" b="1" i="1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Station </a:t>
                </a:r>
                <a:r>
                  <a:rPr lang="fr-FR" sz="1400" b="1" i="1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N</a:t>
                </a:r>
                <a:r>
                  <a:rPr lang="fr-FR" sz="1400" b="1" i="1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-1</a:t>
                </a:r>
                <a:endParaRPr sz="1400" b="1" i="1">
                  <a:solidFill>
                    <a:schemeClr val="tx1"/>
                  </a:solidFill>
                  <a:latin typeface="CMU Serif"/>
                  <a:cs typeface="CMU Serif"/>
                </a:endParaRPr>
              </a:p>
            </p:txBody>
          </p:sp>
          <p:grpSp>
            <p:nvGrpSpPr>
              <p:cNvPr id="830953315" name=""/>
              <p:cNvGrpSpPr/>
              <p:nvPr/>
            </p:nvGrpSpPr>
            <p:grpSpPr bwMode="auto">
              <a:xfrm rot="0" flipH="0" flipV="0">
                <a:off x="89029" y="0"/>
                <a:ext cx="1074362" cy="1666872"/>
                <a:chOff x="0" y="0"/>
                <a:chExt cx="1074362" cy="1666872"/>
              </a:xfrm>
            </p:grpSpPr>
            <p:sp>
              <p:nvSpPr>
                <p:cNvPr id="1983930544" name=""/>
                <p:cNvSpPr/>
                <p:nvPr/>
              </p:nvSpPr>
              <p:spPr bwMode="auto">
                <a:xfrm rot="0" flipH="0" flipV="0">
                  <a:off x="32661" y="0"/>
                  <a:ext cx="970578" cy="1666873"/>
                </a:xfrm>
                <a:prstGeom prst="flowChartAlternateProcess">
                  <a:avLst/>
                </a:prstGeom>
                <a:solidFill>
                  <a:srgbClr val="E173FF">
                    <a:alpha val="24999"/>
                  </a:srgbClr>
                </a:solidFill>
                <a:ln w="28575" cap="flat" cmpd="sng" algn="ctr">
                  <a:solidFill>
                    <a:srgbClr val="DB4CFF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730305350" name=""/>
                <p:cNvSpPr txBox="1"/>
                <p:nvPr/>
              </p:nvSpPr>
              <p:spPr bwMode="auto">
                <a:xfrm rot="0" flipH="0" flipV="0">
                  <a:off x="0" y="592851"/>
                  <a:ext cx="1074363" cy="42707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2200" b="1">
                      <a:solidFill>
                        <a:srgbClr val="DB4CFF"/>
                      </a:solidFill>
                      <a:latin typeface="CMU Serif"/>
                      <a:ea typeface="CMU Serif"/>
                      <a:cs typeface="CMU Serif"/>
                    </a:rPr>
                    <a:t>RGSS</a:t>
                  </a:r>
                  <a:endParaRPr sz="2200" b="1">
                    <a:solidFill>
                      <a:srgbClr val="DB4CFF"/>
                    </a:solidFill>
                    <a:latin typeface="CMU Serif"/>
                    <a:cs typeface="CMU Serif"/>
                  </a:endParaRPr>
                </a:p>
              </p:txBody>
            </p:sp>
          </p:grpSp>
        </p:grpSp>
        <p:grpSp>
          <p:nvGrpSpPr>
            <p:cNvPr id="66705004" name=""/>
            <p:cNvGrpSpPr/>
            <p:nvPr/>
          </p:nvGrpSpPr>
          <p:grpSpPr bwMode="auto">
            <a:xfrm>
              <a:off x="6756248" y="27043"/>
              <a:ext cx="2687643" cy="2098155"/>
              <a:chOff x="0" y="0"/>
              <a:chExt cx="2687643" cy="2098155"/>
            </a:xfrm>
          </p:grpSpPr>
          <p:sp>
            <p:nvSpPr>
              <p:cNvPr id="184758479" name=""/>
              <p:cNvSpPr txBox="1"/>
              <p:nvPr/>
            </p:nvSpPr>
            <p:spPr bwMode="auto">
              <a:xfrm rot="0" flipH="0" flipV="0">
                <a:off x="907926" y="1792995"/>
                <a:ext cx="871789" cy="30515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1400" b="1" i="1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Hop </a:t>
                </a:r>
                <a:r>
                  <a:rPr lang="fr-FR" sz="1400" b="1" i="1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N</a:t>
                </a:r>
                <a:endParaRPr lang="fr-FR" sz="1400" b="1" i="1">
                  <a:solidFill>
                    <a:schemeClr val="tx1"/>
                  </a:solidFill>
                  <a:latin typeface="CMU Serif"/>
                  <a:ea typeface="CMU Serif"/>
                  <a:cs typeface="CMU Serif"/>
                </a:endParaRPr>
              </a:p>
            </p:txBody>
          </p:sp>
          <p:grpSp>
            <p:nvGrpSpPr>
              <p:cNvPr id="1022660824" name=""/>
              <p:cNvGrpSpPr/>
              <p:nvPr/>
            </p:nvGrpSpPr>
            <p:grpSpPr bwMode="auto">
              <a:xfrm rot="0" flipH="0" flipV="0">
                <a:off x="0" y="0"/>
                <a:ext cx="2687643" cy="1666872"/>
                <a:chOff x="0" y="0"/>
                <a:chExt cx="2687643" cy="1666872"/>
              </a:xfrm>
            </p:grpSpPr>
            <p:sp>
              <p:nvSpPr>
                <p:cNvPr id="468923788" name=""/>
                <p:cNvSpPr/>
                <p:nvPr/>
              </p:nvSpPr>
              <p:spPr bwMode="auto">
                <a:xfrm rot="0" flipH="0" flipV="0">
                  <a:off x="0" y="0"/>
                  <a:ext cx="2687643" cy="1666873"/>
                </a:xfrm>
                <a:prstGeom prst="flowChartAlternateProcess">
                  <a:avLst/>
                </a:prstGeom>
                <a:solidFill>
                  <a:schemeClr val="accent1">
                    <a:lumMod val="40000"/>
                    <a:lumOff val="60000"/>
                    <a:alpha val="24999"/>
                  </a:schemeClr>
                </a:solidFill>
                <a:ln w="28575" cap="flat" cmpd="sng" algn="ctr">
                  <a:solidFill>
                    <a:srgbClr val="0095FF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813148900" name=""/>
                <p:cNvSpPr txBox="1"/>
                <p:nvPr/>
              </p:nvSpPr>
              <p:spPr bwMode="auto">
                <a:xfrm rot="0" flipH="0" flipV="0">
                  <a:off x="803675" y="619894"/>
                  <a:ext cx="1080646" cy="42707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2200" b="1">
                      <a:solidFill>
                        <a:srgbClr val="45B5FF"/>
                      </a:solidFill>
                      <a:latin typeface="CMU Serif"/>
                      <a:ea typeface="CMU Serif"/>
                      <a:cs typeface="CMU Serif"/>
                    </a:rPr>
                    <a:t>ABSA</a:t>
                  </a:r>
                  <a:endParaRPr sz="2200" b="1">
                    <a:solidFill>
                      <a:srgbClr val="45B5FF"/>
                    </a:solidFill>
                    <a:latin typeface="CMU Serif"/>
                    <a:cs typeface="CMU Serif"/>
                  </a:endParaRPr>
                </a:p>
              </p:txBody>
            </p:sp>
          </p:grpSp>
        </p:grpSp>
        <p:grpSp>
          <p:nvGrpSpPr>
            <p:cNvPr id="1991613471" name=""/>
            <p:cNvGrpSpPr/>
            <p:nvPr/>
          </p:nvGrpSpPr>
          <p:grpSpPr bwMode="auto">
            <a:xfrm>
              <a:off x="9347815" y="13520"/>
              <a:ext cx="1371165" cy="2111166"/>
              <a:chOff x="0" y="0"/>
              <a:chExt cx="1371165" cy="2111166"/>
            </a:xfrm>
          </p:grpSpPr>
          <p:sp>
            <p:nvSpPr>
              <p:cNvPr id="177282635" name=""/>
              <p:cNvSpPr txBox="1"/>
              <p:nvPr/>
            </p:nvSpPr>
            <p:spPr bwMode="auto">
              <a:xfrm rot="0" flipH="0" flipV="0">
                <a:off x="0" y="1806007"/>
                <a:ext cx="1371166" cy="30515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1400" b="1" i="1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Station </a:t>
                </a:r>
                <a:r>
                  <a:rPr lang="fr-FR" sz="1400" b="1" i="1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N</a:t>
                </a:r>
                <a:endParaRPr sz="1400" b="1" i="1">
                  <a:solidFill>
                    <a:schemeClr val="tx1"/>
                  </a:solidFill>
                  <a:latin typeface="CMU Serif"/>
                  <a:cs typeface="CMU Serif"/>
                </a:endParaRPr>
              </a:p>
            </p:txBody>
          </p:sp>
          <p:grpSp>
            <p:nvGrpSpPr>
              <p:cNvPr id="1328121767" name=""/>
              <p:cNvGrpSpPr/>
              <p:nvPr/>
            </p:nvGrpSpPr>
            <p:grpSpPr bwMode="auto">
              <a:xfrm>
                <a:off x="226230" y="0"/>
                <a:ext cx="918702" cy="1666872"/>
                <a:chOff x="0" y="0"/>
                <a:chExt cx="918702" cy="1666872"/>
              </a:xfrm>
            </p:grpSpPr>
            <p:sp>
              <p:nvSpPr>
                <p:cNvPr id="1472621057" name=""/>
                <p:cNvSpPr/>
                <p:nvPr/>
              </p:nvSpPr>
              <p:spPr bwMode="auto">
                <a:xfrm rot="0" flipH="0" flipV="0">
                  <a:off x="0" y="0"/>
                  <a:ext cx="918702" cy="1666873"/>
                </a:xfrm>
                <a:prstGeom prst="flowChartAlternateProcess">
                  <a:avLst/>
                </a:prstGeom>
                <a:solidFill>
                  <a:srgbClr val="92D050">
                    <a:alpha val="24999"/>
                  </a:srgbClr>
                </a:solidFill>
                <a:ln w="28575" cap="flat" cmpd="sng" algn="ctr">
                  <a:solidFill>
                    <a:srgbClr val="00B05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  <p:sp>
              <p:nvSpPr>
                <p:cNvPr id="1086576177" name=""/>
                <p:cNvSpPr txBox="1"/>
                <p:nvPr/>
              </p:nvSpPr>
              <p:spPr bwMode="auto">
                <a:xfrm rot="0" flipH="0" flipV="0">
                  <a:off x="77742" y="619894"/>
                  <a:ext cx="763218" cy="42707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2200" b="1">
                      <a:solidFill>
                        <a:srgbClr val="00B050"/>
                      </a:solidFill>
                      <a:latin typeface="CMU Serif"/>
                      <a:ea typeface="CMU Serif"/>
                      <a:cs typeface="CMU Serif"/>
                    </a:rPr>
                    <a:t>Bob</a:t>
                  </a:r>
                  <a:endParaRPr sz="2200" b="1">
                    <a:solidFill>
                      <a:srgbClr val="00B050"/>
                    </a:solidFill>
                    <a:latin typeface="CMU Serif"/>
                    <a:cs typeface="CMU Serif"/>
                  </a:endParaRPr>
                </a:p>
              </p:txBody>
            </p:sp>
          </p:grpSp>
        </p:grpSp>
      </p:grpSp>
      <p:grpSp>
        <p:nvGrpSpPr>
          <p:cNvPr id="1744371946" name=""/>
          <p:cNvGrpSpPr/>
          <p:nvPr/>
        </p:nvGrpSpPr>
        <p:grpSpPr bwMode="auto">
          <a:xfrm>
            <a:off x="549257" y="1025400"/>
            <a:ext cx="10390663" cy="2455660"/>
            <a:chOff x="0" y="0"/>
            <a:chExt cx="10390663" cy="2455660"/>
          </a:xfrm>
        </p:grpSpPr>
        <p:grpSp>
          <p:nvGrpSpPr>
            <p:cNvPr id="1261118862" name=""/>
            <p:cNvGrpSpPr/>
            <p:nvPr/>
          </p:nvGrpSpPr>
          <p:grpSpPr bwMode="auto">
            <a:xfrm rot="0" flipH="0" flipV="0">
              <a:off x="9448796" y="0"/>
              <a:ext cx="863012" cy="2150501"/>
              <a:chOff x="0" y="0"/>
              <a:chExt cx="863011" cy="2150500"/>
            </a:xfrm>
          </p:grpSpPr>
          <p:sp>
            <p:nvSpPr>
              <p:cNvPr id="432814983" name=""/>
              <p:cNvSpPr/>
              <p:nvPr/>
            </p:nvSpPr>
            <p:spPr bwMode="auto">
              <a:xfrm rot="0" flipH="0" flipV="0">
                <a:off x="22718" y="483628"/>
                <a:ext cx="752486" cy="1666873"/>
              </a:xfrm>
              <a:prstGeom prst="flowChartAlternateProcess">
                <a:avLst/>
              </a:prstGeom>
              <a:solidFill>
                <a:srgbClr val="92D050">
                  <a:alpha val="24999"/>
                </a:srgbClr>
              </a:solidFill>
              <a:ln w="28575" cap="flat" cmpd="sng" algn="ctr">
                <a:solidFill>
                  <a:srgbClr val="00B05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/>
                </a:pPr>
                <a:endParaRPr/>
              </a:p>
            </p:txBody>
          </p:sp>
          <p:sp>
            <p:nvSpPr>
              <p:cNvPr id="1469897363" name=""/>
              <p:cNvSpPr txBox="1"/>
              <p:nvPr/>
            </p:nvSpPr>
            <p:spPr bwMode="auto">
              <a:xfrm rot="0" flipH="0" flipV="0">
                <a:off x="0" y="0"/>
                <a:ext cx="863013" cy="427078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2200" b="1">
                    <a:solidFill>
                      <a:srgbClr val="00B050"/>
                    </a:solidFill>
                    <a:latin typeface="CMU Serif"/>
                    <a:ea typeface="CMU Serif"/>
                    <a:cs typeface="CMU Serif"/>
                  </a:rPr>
                  <a:t>Bob</a:t>
                </a:r>
                <a:endParaRPr sz="2200" b="1">
                  <a:solidFill>
                    <a:srgbClr val="00B050"/>
                  </a:solidFill>
                  <a:latin typeface="CMU Serif"/>
                  <a:cs typeface="CMU Serif"/>
                </a:endParaRPr>
              </a:p>
            </p:txBody>
          </p:sp>
        </p:grpSp>
        <p:grpSp>
          <p:nvGrpSpPr>
            <p:cNvPr id="1013035469" name=""/>
            <p:cNvGrpSpPr/>
            <p:nvPr/>
          </p:nvGrpSpPr>
          <p:grpSpPr bwMode="auto">
            <a:xfrm rot="0" flipH="0" flipV="0">
              <a:off x="5625734" y="0"/>
              <a:ext cx="1074002" cy="2150501"/>
              <a:chOff x="0" y="0"/>
              <a:chExt cx="1074001" cy="2150500"/>
            </a:xfrm>
          </p:grpSpPr>
          <p:sp>
            <p:nvSpPr>
              <p:cNvPr id="1158245808" name=""/>
              <p:cNvSpPr/>
              <p:nvPr/>
            </p:nvSpPr>
            <p:spPr bwMode="auto">
              <a:xfrm rot="0" flipH="0" flipV="0">
                <a:off x="200269" y="483628"/>
                <a:ext cx="634998" cy="1666873"/>
              </a:xfrm>
              <a:prstGeom prst="flowChartAlternateProcess">
                <a:avLst/>
              </a:prstGeom>
              <a:solidFill>
                <a:srgbClr val="E173FF">
                  <a:alpha val="24999"/>
                </a:srgbClr>
              </a:solidFill>
              <a:ln w="28575" cap="flat" cmpd="sng" algn="ctr">
                <a:solidFill>
                  <a:srgbClr val="DB4CFF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878269896" name=""/>
              <p:cNvSpPr txBox="1"/>
              <p:nvPr/>
            </p:nvSpPr>
            <p:spPr bwMode="auto">
              <a:xfrm rot="0" flipH="0" flipV="0">
                <a:off x="0" y="0"/>
                <a:ext cx="1074003" cy="427078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2200" b="1">
                    <a:solidFill>
                      <a:srgbClr val="DB4CFF"/>
                    </a:solidFill>
                    <a:latin typeface="CMU Serif"/>
                    <a:ea typeface="CMU Serif"/>
                    <a:cs typeface="CMU Serif"/>
                  </a:rPr>
                  <a:t>RGSS</a:t>
                </a:r>
                <a:endParaRPr sz="2200" b="1">
                  <a:solidFill>
                    <a:srgbClr val="DB4CFF"/>
                  </a:solidFill>
                  <a:latin typeface="CMU Serif"/>
                  <a:cs typeface="CMU Serif"/>
                </a:endParaRPr>
              </a:p>
            </p:txBody>
          </p:sp>
        </p:grpSp>
        <p:grpSp>
          <p:nvGrpSpPr>
            <p:cNvPr id="1917840635" name=""/>
            <p:cNvGrpSpPr/>
            <p:nvPr/>
          </p:nvGrpSpPr>
          <p:grpSpPr bwMode="auto">
            <a:xfrm rot="0" flipH="0" flipV="0">
              <a:off x="6644722" y="0"/>
              <a:ext cx="2687643" cy="2150501"/>
              <a:chOff x="0" y="0"/>
              <a:chExt cx="2687643" cy="2150500"/>
            </a:xfrm>
          </p:grpSpPr>
          <p:sp>
            <p:nvSpPr>
              <p:cNvPr id="652376593" name=""/>
              <p:cNvSpPr/>
              <p:nvPr/>
            </p:nvSpPr>
            <p:spPr bwMode="auto">
              <a:xfrm rot="0" flipH="0" flipV="0">
                <a:off x="0" y="483628"/>
                <a:ext cx="2687643" cy="1666873"/>
              </a:xfrm>
              <a:prstGeom prst="flowChartAlternateProcess">
                <a:avLst/>
              </a:prstGeom>
              <a:solidFill>
                <a:schemeClr val="accent1">
                  <a:lumMod val="40000"/>
                  <a:lumOff val="60000"/>
                  <a:alpha val="24999"/>
                </a:schemeClr>
              </a:solidFill>
              <a:ln w="28575" cap="flat" cmpd="sng" algn="ctr">
                <a:solidFill>
                  <a:srgbClr val="0095FF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427804827" name=""/>
              <p:cNvSpPr txBox="1"/>
              <p:nvPr/>
            </p:nvSpPr>
            <p:spPr bwMode="auto">
              <a:xfrm rot="0" flipH="0" flipV="0">
                <a:off x="803855" y="0"/>
                <a:ext cx="1080646" cy="427078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2200" b="1">
                    <a:solidFill>
                      <a:srgbClr val="45B5FF"/>
                    </a:solidFill>
                    <a:latin typeface="CMU Serif"/>
                    <a:ea typeface="CMU Serif"/>
                    <a:cs typeface="CMU Serif"/>
                  </a:rPr>
                  <a:t>ABSA</a:t>
                </a:r>
                <a:endParaRPr sz="2200" b="1">
                  <a:solidFill>
                    <a:srgbClr val="45B5FF"/>
                  </a:solidFill>
                  <a:latin typeface="CMU Serif"/>
                  <a:cs typeface="CMU Serif"/>
                </a:endParaRPr>
              </a:p>
            </p:txBody>
          </p:sp>
        </p:grpSp>
        <p:grpSp>
          <p:nvGrpSpPr>
            <p:cNvPr id="710316569" name=""/>
            <p:cNvGrpSpPr/>
            <p:nvPr/>
          </p:nvGrpSpPr>
          <p:grpSpPr bwMode="auto">
            <a:xfrm rot="10800000" flipH="0" flipV="0">
              <a:off x="8075392" y="612306"/>
              <a:ext cx="2053509" cy="1408947"/>
              <a:chOff x="0" y="0"/>
              <a:chExt cx="2053508" cy="1408946"/>
            </a:xfrm>
          </p:grpSpPr>
          <p:cxnSp>
            <p:nvCxnSpPr>
              <p:cNvPr id="1723504284" name=""/>
              <p:cNvCxnSpPr/>
              <p:nvPr/>
            </p:nvCxnSpPr>
            <p:spPr bwMode="auto">
              <a:xfrm rot="10800000" flipH="0" flipV="0">
                <a:off x="1234578" y="1234364"/>
                <a:ext cx="469764" cy="0"/>
              </a:xfrm>
              <a:prstGeom prst="line">
                <a:avLst/>
              </a:prstGeom>
              <a:ln w="28575" cap="flat" cmpd="sng" algn="ctr">
                <a:solidFill>
                  <a:schemeClr val="bg2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2307309" name=""/>
              <p:cNvSpPr/>
              <p:nvPr/>
            </p:nvSpPr>
            <p:spPr bwMode="auto">
              <a:xfrm rot="10800000" flipH="0" flipV="0">
                <a:off x="885411" y="529889"/>
                <a:ext cx="349167" cy="349167"/>
              </a:xfrm>
              <a:prstGeom prst="ellipse">
                <a:avLst/>
              </a:prstGeom>
              <a:solidFill>
                <a:srgbClr val="FFC926"/>
              </a:solidFill>
              <a:ln w="25400" cap="flat" cmpd="sng" algn="ctr">
                <a:solidFill>
                  <a:schemeClr val="tx1"/>
                </a:solidFill>
                <a:prstDash val="sysDash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210581870" name=""/>
              <p:cNvSpPr/>
              <p:nvPr/>
            </p:nvSpPr>
            <p:spPr bwMode="auto">
              <a:xfrm rot="10800000" flipH="0" flipV="0">
                <a:off x="885411" y="0"/>
                <a:ext cx="349167" cy="349167"/>
              </a:xfrm>
              <a:prstGeom prst="ellipse">
                <a:avLst/>
              </a:prstGeom>
              <a:solidFill>
                <a:srgbClr val="FFC926"/>
              </a:solidFill>
              <a:ln w="25400" cap="flat" cmpd="sng" algn="ctr">
                <a:solidFill>
                  <a:schemeClr val="tx1"/>
                </a:solidFill>
                <a:prstDash val="sysDash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74722948" name=""/>
              <p:cNvSpPr/>
              <p:nvPr/>
            </p:nvSpPr>
            <p:spPr bwMode="auto">
              <a:xfrm rot="10800000" flipH="0" flipV="0">
                <a:off x="885407" y="1059779"/>
                <a:ext cx="349168" cy="349168"/>
              </a:xfrm>
              <a:prstGeom prst="ellipse">
                <a:avLst/>
              </a:prstGeom>
              <a:solidFill>
                <a:srgbClr val="FFC926"/>
              </a:solidFill>
              <a:ln w="25400" cap="flat" cmpd="sng" algn="ctr">
                <a:solidFill>
                  <a:schemeClr val="tx1"/>
                </a:solidFill>
                <a:prstDash val="sysDash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680767564" name=""/>
              <p:cNvSpPr/>
              <p:nvPr/>
            </p:nvSpPr>
            <p:spPr bwMode="auto">
              <a:xfrm rot="10800000" flipH="0" flipV="0">
                <a:off x="1704342" y="529890"/>
                <a:ext cx="349167" cy="349167"/>
              </a:xfrm>
              <a:prstGeom prst="ellipse">
                <a:avLst/>
              </a:prstGeom>
              <a:solidFill>
                <a:srgbClr val="FF4C4C"/>
              </a:solidFill>
              <a:ln w="25400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527428144" name=""/>
              <p:cNvSpPr/>
              <p:nvPr/>
            </p:nvSpPr>
            <p:spPr bwMode="auto">
              <a:xfrm rot="10800000" flipH="0" flipV="0">
                <a:off x="1704342" y="0"/>
                <a:ext cx="349167" cy="349167"/>
              </a:xfrm>
              <a:prstGeom prst="ellipse">
                <a:avLst/>
              </a:prstGeom>
              <a:solidFill>
                <a:srgbClr val="FF4C4C"/>
              </a:solidFill>
              <a:ln w="25400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cxnSp>
            <p:nvCxnSpPr>
              <p:cNvPr id="1378304158" name=""/>
              <p:cNvCxnSpPr/>
              <p:nvPr/>
            </p:nvCxnSpPr>
            <p:spPr bwMode="auto">
              <a:xfrm rot="10800000" flipH="0" flipV="0">
                <a:off x="1234578" y="704475"/>
                <a:ext cx="469764" cy="0"/>
              </a:xfrm>
              <a:prstGeom prst="line">
                <a:avLst/>
              </a:prstGeom>
              <a:ln w="28575" cap="flat" cmpd="sng" algn="ctr">
                <a:solidFill>
                  <a:schemeClr val="bg2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1802539" name=""/>
              <p:cNvCxnSpPr/>
              <p:nvPr/>
            </p:nvCxnSpPr>
            <p:spPr bwMode="auto">
              <a:xfrm rot="10800000" flipH="0" flipV="1">
                <a:off x="1234578" y="174582"/>
                <a:ext cx="469764" cy="0"/>
              </a:xfrm>
              <a:prstGeom prst="line">
                <a:avLst/>
              </a:prstGeom>
              <a:ln w="28575" cap="flat" cmpd="sng" algn="ctr">
                <a:solidFill>
                  <a:schemeClr val="bg2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18993" name=""/>
              <p:cNvCxnSpPr/>
              <p:nvPr/>
            </p:nvCxnSpPr>
            <p:spPr bwMode="auto">
              <a:xfrm rot="10800000" flipH="0" flipV="0">
                <a:off x="298031" y="827922"/>
                <a:ext cx="587376" cy="406438"/>
              </a:xfrm>
              <a:prstGeom prst="line">
                <a:avLst/>
              </a:prstGeom>
              <a:ln w="28575" cap="flat" cmpd="sng" algn="ctr">
                <a:solidFill>
                  <a:schemeClr val="bg2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2779015" name=""/>
              <p:cNvSpPr/>
              <p:nvPr/>
            </p:nvSpPr>
            <p:spPr bwMode="auto">
              <a:xfrm rot="10800000" flipH="0" flipV="0">
                <a:off x="1704342" y="1059780"/>
                <a:ext cx="349167" cy="349167"/>
              </a:xfrm>
              <a:prstGeom prst="ellipse">
                <a:avLst/>
              </a:prstGeom>
              <a:solidFill>
                <a:srgbClr val="FF4C4C"/>
              </a:solidFill>
              <a:ln w="25400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cxnSp>
            <p:nvCxnSpPr>
              <p:cNvPr id="1978601456" name=""/>
              <p:cNvCxnSpPr/>
              <p:nvPr/>
            </p:nvCxnSpPr>
            <p:spPr bwMode="auto">
              <a:xfrm rot="10800000" flipH="0" flipV="1">
                <a:off x="349166" y="704475"/>
                <a:ext cx="536242" cy="0"/>
              </a:xfrm>
              <a:prstGeom prst="line">
                <a:avLst/>
              </a:prstGeom>
              <a:ln w="28575" cap="flat" cmpd="sng" algn="ctr">
                <a:solidFill>
                  <a:schemeClr val="bg2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937500" name=""/>
              <p:cNvCxnSpPr/>
              <p:nvPr/>
            </p:nvCxnSpPr>
            <p:spPr bwMode="auto">
              <a:xfrm rot="10800000" flipH="0" flipV="1">
                <a:off x="298031" y="174582"/>
                <a:ext cx="587376" cy="406441"/>
              </a:xfrm>
              <a:prstGeom prst="line">
                <a:avLst/>
              </a:prstGeom>
              <a:ln w="28575" cap="flat" cmpd="sng" algn="ctr">
                <a:solidFill>
                  <a:schemeClr val="bg2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48196424" name=""/>
              <p:cNvSpPr/>
              <p:nvPr/>
            </p:nvSpPr>
            <p:spPr bwMode="auto">
              <a:xfrm rot="10800000" flipH="0" flipV="0">
                <a:off x="0" y="529890"/>
                <a:ext cx="349167" cy="349167"/>
              </a:xfrm>
              <a:prstGeom prst="ellipse">
                <a:avLst/>
              </a:prstGeom>
              <a:solidFill>
                <a:srgbClr val="E173FF"/>
              </a:solidFill>
              <a:ln w="25400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cxnSp>
          <p:nvCxnSpPr>
            <p:cNvPr id="314255371" name=""/>
            <p:cNvCxnSpPr/>
            <p:nvPr/>
          </p:nvCxnSpPr>
          <p:spPr bwMode="auto">
            <a:xfrm rot="10800000" flipH="0" flipV="0">
              <a:off x="7061113" y="1846671"/>
              <a:ext cx="469764" cy="0"/>
            </a:xfrm>
            <a:prstGeom prst="line">
              <a:avLst/>
            </a:prstGeom>
            <a:ln w="28575" cap="flat" cmpd="sng" algn="ctr">
              <a:solidFill>
                <a:schemeClr val="bg2">
                  <a:lumMod val="74901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3039378" name=""/>
            <p:cNvSpPr/>
            <p:nvPr/>
          </p:nvSpPr>
          <p:spPr bwMode="auto">
            <a:xfrm rot="10800000" flipH="0" flipV="0">
              <a:off x="6996268" y="1142196"/>
              <a:ext cx="349167" cy="349167"/>
            </a:xfrm>
            <a:prstGeom prst="ellipse">
              <a:avLst/>
            </a:prstGeom>
            <a:solidFill>
              <a:srgbClr val="FFC926"/>
            </a:solidFill>
            <a:ln w="25400" cap="flat" cmpd="sng" algn="ctr">
              <a:solidFill>
                <a:schemeClr val="tx1"/>
              </a:solidFill>
              <a:prstDash val="sys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37631509" name=""/>
            <p:cNvSpPr/>
            <p:nvPr/>
          </p:nvSpPr>
          <p:spPr bwMode="auto">
            <a:xfrm rot="10800000" flipH="0" flipV="0">
              <a:off x="6711944" y="612306"/>
              <a:ext cx="349167" cy="349167"/>
            </a:xfrm>
            <a:prstGeom prst="ellipse">
              <a:avLst/>
            </a:prstGeom>
            <a:solidFill>
              <a:srgbClr val="FFC926"/>
            </a:solidFill>
            <a:ln w="25400" cap="flat" cmpd="sng" algn="ctr">
              <a:solidFill>
                <a:schemeClr val="tx1"/>
              </a:solidFill>
              <a:prstDash val="sys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41000174" name=""/>
            <p:cNvSpPr/>
            <p:nvPr/>
          </p:nvSpPr>
          <p:spPr bwMode="auto">
            <a:xfrm rot="10800000" flipH="0" flipV="0">
              <a:off x="6711945" y="1672085"/>
              <a:ext cx="349168" cy="349168"/>
            </a:xfrm>
            <a:prstGeom prst="ellipse">
              <a:avLst/>
            </a:prstGeom>
            <a:solidFill>
              <a:srgbClr val="FFC926"/>
            </a:solidFill>
            <a:ln w="25400" cap="flat" cmpd="sng" algn="ctr">
              <a:solidFill>
                <a:schemeClr val="tx1"/>
              </a:solidFill>
              <a:prstDash val="sys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53239" name=""/>
            <p:cNvSpPr/>
            <p:nvPr/>
          </p:nvSpPr>
          <p:spPr bwMode="auto">
            <a:xfrm rot="10800000" flipH="0" flipV="0">
              <a:off x="7530878" y="1142196"/>
              <a:ext cx="349167" cy="349167"/>
            </a:xfrm>
            <a:prstGeom prst="ellipse">
              <a:avLst/>
            </a:prstGeom>
            <a:solidFill>
              <a:srgbClr val="FF4C4C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93895195" name=""/>
            <p:cNvSpPr/>
            <p:nvPr/>
          </p:nvSpPr>
          <p:spPr bwMode="auto">
            <a:xfrm rot="10800000" flipH="0" flipV="0">
              <a:off x="7530878" y="612306"/>
              <a:ext cx="349167" cy="349167"/>
            </a:xfrm>
            <a:prstGeom prst="ellipse">
              <a:avLst/>
            </a:prstGeom>
            <a:solidFill>
              <a:srgbClr val="FF4C4C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cxnSp>
          <p:nvCxnSpPr>
            <p:cNvPr id="1813612121" name=""/>
            <p:cNvCxnSpPr/>
            <p:nvPr/>
          </p:nvCxnSpPr>
          <p:spPr bwMode="auto">
            <a:xfrm rot="10800000" flipH="0" flipV="0">
              <a:off x="7345440" y="1316781"/>
              <a:ext cx="185438" cy="0"/>
            </a:xfrm>
            <a:prstGeom prst="line">
              <a:avLst/>
            </a:prstGeom>
            <a:ln w="28575" cap="flat" cmpd="sng" algn="ctr">
              <a:solidFill>
                <a:schemeClr val="bg2">
                  <a:lumMod val="74901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6606449" name=""/>
            <p:cNvCxnSpPr/>
            <p:nvPr/>
          </p:nvCxnSpPr>
          <p:spPr bwMode="auto">
            <a:xfrm rot="10800000" flipH="0" flipV="1">
              <a:off x="7061113" y="786887"/>
              <a:ext cx="469764" cy="0"/>
            </a:xfrm>
            <a:prstGeom prst="line">
              <a:avLst/>
            </a:prstGeom>
            <a:ln w="28575" cap="flat" cmpd="sng" algn="ctr">
              <a:solidFill>
                <a:schemeClr val="bg2">
                  <a:lumMod val="74901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5037514" name=""/>
            <p:cNvSpPr/>
            <p:nvPr/>
          </p:nvSpPr>
          <p:spPr bwMode="auto">
            <a:xfrm rot="10800000" flipH="0" flipV="0">
              <a:off x="7530878" y="1672086"/>
              <a:ext cx="349167" cy="349167"/>
            </a:xfrm>
            <a:prstGeom prst="ellipse">
              <a:avLst/>
            </a:prstGeom>
            <a:solidFill>
              <a:srgbClr val="FF4C4C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88328951" name=""/>
            <p:cNvSpPr txBox="1"/>
            <p:nvPr/>
          </p:nvSpPr>
          <p:spPr bwMode="auto">
            <a:xfrm rot="0" flipH="0" flipV="0">
              <a:off x="5536705" y="2150247"/>
              <a:ext cx="1252068" cy="30515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sz="1400" b="1" i="1">
                  <a:solidFill>
                    <a:schemeClr val="tx1"/>
                  </a:solidFill>
                  <a:latin typeface="CMU Serif"/>
                  <a:ea typeface="CMU Serif"/>
                  <a:cs typeface="CMU Serif"/>
                </a:rPr>
                <a:t>Station </a:t>
              </a:r>
              <a:r>
                <a:rPr lang="fr-FR" sz="1400" b="1" i="1">
                  <a:solidFill>
                    <a:schemeClr val="tx1"/>
                  </a:solidFill>
                  <a:latin typeface="CMU Serif"/>
                  <a:ea typeface="CMU Serif"/>
                  <a:cs typeface="CMU Serif"/>
                </a:rPr>
                <a:t>N</a:t>
              </a:r>
              <a:r>
                <a:rPr lang="fr-FR" sz="1400" b="1" i="1">
                  <a:solidFill>
                    <a:schemeClr val="tx1"/>
                  </a:solidFill>
                  <a:latin typeface="CMU Serif"/>
                  <a:ea typeface="CMU Serif"/>
                  <a:cs typeface="CMU Serif"/>
                </a:rPr>
                <a:t>-1</a:t>
              </a:r>
              <a:endParaRPr sz="1400" b="1" i="1">
                <a:solidFill>
                  <a:schemeClr val="tx1"/>
                </a:solidFill>
                <a:latin typeface="CMU Serif"/>
                <a:cs typeface="CMU Serif"/>
              </a:endParaRPr>
            </a:p>
          </p:txBody>
        </p:sp>
        <p:sp>
          <p:nvSpPr>
            <p:cNvPr id="2075782907" name=""/>
            <p:cNvSpPr txBox="1"/>
            <p:nvPr/>
          </p:nvSpPr>
          <p:spPr bwMode="auto">
            <a:xfrm rot="0" flipH="0" flipV="0">
              <a:off x="9322722" y="2149992"/>
              <a:ext cx="1067941" cy="30515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sz="1400" b="1" i="1">
                  <a:solidFill>
                    <a:schemeClr val="tx1"/>
                  </a:solidFill>
                  <a:latin typeface="CMU Serif"/>
                  <a:ea typeface="CMU Serif"/>
                  <a:cs typeface="CMU Serif"/>
                </a:rPr>
                <a:t>Station </a:t>
              </a:r>
              <a:r>
                <a:rPr lang="fr-FR" sz="1400" b="1" i="1">
                  <a:solidFill>
                    <a:schemeClr val="tx1"/>
                  </a:solidFill>
                  <a:latin typeface="CMU Serif"/>
                  <a:ea typeface="CMU Serif"/>
                  <a:cs typeface="CMU Serif"/>
                </a:rPr>
                <a:t>N</a:t>
              </a:r>
              <a:endParaRPr sz="1400" b="1" i="1">
                <a:solidFill>
                  <a:schemeClr val="tx1"/>
                </a:solidFill>
                <a:latin typeface="CMU Serif"/>
                <a:cs typeface="CMU Serif"/>
              </a:endParaRPr>
            </a:p>
          </p:txBody>
        </p:sp>
        <p:grpSp>
          <p:nvGrpSpPr>
            <p:cNvPr id="1864961581" name=""/>
            <p:cNvGrpSpPr/>
            <p:nvPr/>
          </p:nvGrpSpPr>
          <p:grpSpPr bwMode="auto">
            <a:xfrm rot="0" flipH="1" flipV="0">
              <a:off x="5978106" y="783911"/>
              <a:ext cx="1002216" cy="1064197"/>
              <a:chOff x="0" y="0"/>
              <a:chExt cx="1002215" cy="1064196"/>
            </a:xfrm>
          </p:grpSpPr>
          <p:cxnSp>
            <p:nvCxnSpPr>
              <p:cNvPr id="832352457" name=""/>
              <p:cNvCxnSpPr/>
              <p:nvPr/>
            </p:nvCxnSpPr>
            <p:spPr bwMode="auto">
              <a:xfrm rot="10800000" flipH="0" flipV="0">
                <a:off x="0" y="533639"/>
                <a:ext cx="846441" cy="177"/>
              </a:xfrm>
              <a:prstGeom prst="line">
                <a:avLst/>
              </a:prstGeom>
              <a:ln w="28575" cap="flat" cmpd="sng" algn="ctr">
                <a:solidFill>
                  <a:schemeClr val="bg2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6925729" name=""/>
              <p:cNvCxnSpPr/>
              <p:nvPr/>
            </p:nvCxnSpPr>
            <p:spPr bwMode="auto">
              <a:xfrm rot="10800000" flipH="0" flipV="0">
                <a:off x="0" y="529888"/>
                <a:ext cx="836816" cy="319057"/>
              </a:xfrm>
              <a:prstGeom prst="line">
                <a:avLst/>
              </a:prstGeom>
              <a:ln w="28575" cap="flat" cmpd="sng" algn="ctr">
                <a:solidFill>
                  <a:schemeClr val="bg2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6362213" name=""/>
              <p:cNvCxnSpPr/>
              <p:nvPr/>
            </p:nvCxnSpPr>
            <p:spPr bwMode="auto">
              <a:xfrm rot="10800000" flipH="0" flipV="0">
                <a:off x="284322" y="0"/>
                <a:ext cx="552673" cy="210720"/>
              </a:xfrm>
              <a:prstGeom prst="line">
                <a:avLst/>
              </a:prstGeom>
              <a:ln w="28575" cap="flat" cmpd="sng" algn="ctr">
                <a:solidFill>
                  <a:schemeClr val="bg2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4791961" name=""/>
              <p:cNvCxnSpPr/>
              <p:nvPr/>
            </p:nvCxnSpPr>
            <p:spPr bwMode="auto">
              <a:xfrm rot="10800000" flipH="0" flipV="0">
                <a:off x="284323" y="3747"/>
                <a:ext cx="562116" cy="177"/>
              </a:xfrm>
              <a:prstGeom prst="line">
                <a:avLst/>
              </a:prstGeom>
              <a:ln w="28575" cap="flat" cmpd="sng" algn="ctr">
                <a:solidFill>
                  <a:schemeClr val="bg2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4105739" name=""/>
              <p:cNvCxnSpPr/>
              <p:nvPr/>
            </p:nvCxnSpPr>
            <p:spPr bwMode="auto">
              <a:xfrm rot="10800000" flipH="0" flipV="0">
                <a:off x="284324" y="1063530"/>
                <a:ext cx="552492" cy="175"/>
              </a:xfrm>
              <a:prstGeom prst="line">
                <a:avLst/>
              </a:prstGeom>
              <a:ln w="28575" cap="flat" cmpd="sng" algn="ctr">
                <a:solidFill>
                  <a:schemeClr val="bg2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2305541" name=""/>
              <p:cNvCxnSpPr/>
              <p:nvPr/>
            </p:nvCxnSpPr>
            <p:spPr bwMode="auto">
              <a:xfrm rot="10800000" flipH="0" flipV="1">
                <a:off x="284322" y="855009"/>
                <a:ext cx="552493" cy="204771"/>
              </a:xfrm>
              <a:prstGeom prst="line">
                <a:avLst/>
              </a:prstGeom>
              <a:ln w="28575" cap="flat" cmpd="sng" algn="ctr">
                <a:solidFill>
                  <a:schemeClr val="bg2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7308156" name=""/>
              <p:cNvCxnSpPr/>
              <p:nvPr/>
            </p:nvCxnSpPr>
            <p:spPr bwMode="auto">
              <a:xfrm rot="10800000" flipH="0" flipV="1">
                <a:off x="0" y="210721"/>
                <a:ext cx="861139" cy="319167"/>
              </a:xfrm>
              <a:prstGeom prst="line">
                <a:avLst/>
              </a:prstGeom>
              <a:ln w="28575" cap="flat" cmpd="sng" algn="ctr">
                <a:solidFill>
                  <a:schemeClr val="bg2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6162780" name=""/>
              <p:cNvCxnSpPr/>
              <p:nvPr/>
            </p:nvCxnSpPr>
            <p:spPr bwMode="auto">
              <a:xfrm rot="10800000" flipH="0" flipV="1">
                <a:off x="284323" y="537336"/>
                <a:ext cx="558610" cy="522443"/>
              </a:xfrm>
              <a:prstGeom prst="line">
                <a:avLst/>
              </a:prstGeom>
              <a:ln w="28575" cap="flat" cmpd="sng" algn="ctr">
                <a:solidFill>
                  <a:schemeClr val="bg2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0893513" name=""/>
              <p:cNvCxnSpPr/>
              <p:nvPr/>
            </p:nvCxnSpPr>
            <p:spPr bwMode="auto">
              <a:xfrm rot="0" flipH="0" flipV="0">
                <a:off x="284324" y="0"/>
                <a:ext cx="558609" cy="529889"/>
              </a:xfrm>
              <a:prstGeom prst="line">
                <a:avLst/>
              </a:prstGeom>
              <a:ln w="28575" cap="flat" cmpd="sng" algn="ctr">
                <a:solidFill>
                  <a:schemeClr val="bg2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8309399" name=""/>
              <p:cNvCxnSpPr/>
              <p:nvPr/>
            </p:nvCxnSpPr>
            <p:spPr bwMode="auto">
              <a:xfrm rot="0" flipH="0" flipV="0">
                <a:off x="722475" y="416981"/>
                <a:ext cx="258071" cy="244802"/>
              </a:xfrm>
              <a:prstGeom prst="line">
                <a:avLst/>
              </a:prstGeom>
              <a:ln w="28575" cap="flat" cmpd="sng" algn="ctr">
                <a:solidFill>
                  <a:srgbClr val="AEABAB"/>
                </a:solidFill>
                <a:prstDash val="sysDash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7343456" name=""/>
              <p:cNvCxnSpPr/>
              <p:nvPr/>
            </p:nvCxnSpPr>
            <p:spPr bwMode="auto">
              <a:xfrm rot="10800000" flipH="0" flipV="1">
                <a:off x="457889" y="405861"/>
                <a:ext cx="522655" cy="488817"/>
              </a:xfrm>
              <a:prstGeom prst="line">
                <a:avLst/>
              </a:prstGeom>
              <a:ln w="28575" cap="flat" cmpd="sng" algn="ctr">
                <a:solidFill>
                  <a:srgbClr val="AEABAB"/>
                </a:solidFill>
                <a:prstDash val="sysDash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2661409" name=""/>
              <p:cNvCxnSpPr/>
              <p:nvPr/>
            </p:nvCxnSpPr>
            <p:spPr bwMode="auto">
              <a:xfrm rot="10800000" flipH="0" flipV="0">
                <a:off x="875421" y="859530"/>
                <a:ext cx="105123" cy="40080"/>
              </a:xfrm>
              <a:prstGeom prst="line">
                <a:avLst/>
              </a:prstGeom>
              <a:ln w="28575" cap="flat" cmpd="sng" algn="ctr">
                <a:solidFill>
                  <a:srgbClr val="AEABAB"/>
                </a:solidFill>
                <a:prstDash val="sysDash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1674413" name=""/>
              <p:cNvCxnSpPr/>
              <p:nvPr/>
            </p:nvCxnSpPr>
            <p:spPr bwMode="auto">
              <a:xfrm rot="10800000" flipH="0" flipV="1">
                <a:off x="820941" y="793971"/>
                <a:ext cx="170721" cy="65558"/>
              </a:xfrm>
              <a:prstGeom prst="line">
                <a:avLst/>
              </a:prstGeom>
              <a:ln w="28575" cap="flat" cmpd="sng" algn="ctr">
                <a:solidFill>
                  <a:srgbClr val="AEABAB"/>
                </a:solidFill>
                <a:prstDash val="sysDash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1754466" name=""/>
              <p:cNvCxnSpPr/>
              <p:nvPr/>
            </p:nvCxnSpPr>
            <p:spPr bwMode="auto">
              <a:xfrm rot="10800000" flipH="0" flipV="0">
                <a:off x="476024" y="1064022"/>
                <a:ext cx="504520" cy="175"/>
              </a:xfrm>
              <a:prstGeom prst="line">
                <a:avLst/>
              </a:prstGeom>
              <a:ln w="28575" cap="flat" cmpd="sng" algn="ctr">
                <a:solidFill>
                  <a:srgbClr val="AEABAB"/>
                </a:solidFill>
                <a:prstDash val="sysDash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93621220" name=""/>
              <p:cNvGrpSpPr/>
              <p:nvPr/>
            </p:nvGrpSpPr>
            <p:grpSpPr bwMode="auto">
              <a:xfrm flipV="1">
                <a:off x="486579" y="5289"/>
                <a:ext cx="515637" cy="270225"/>
                <a:chOff x="0" y="0"/>
                <a:chExt cx="515637" cy="270225"/>
              </a:xfrm>
            </p:grpSpPr>
            <p:cxnSp>
              <p:nvCxnSpPr>
                <p:cNvPr id="1089747439" name=""/>
                <p:cNvCxnSpPr/>
                <p:nvPr/>
              </p:nvCxnSpPr>
              <p:spPr bwMode="auto">
                <a:xfrm rot="10800000" flipH="0" flipV="0">
                  <a:off x="399395" y="65557"/>
                  <a:ext cx="105123" cy="40080"/>
                </a:xfrm>
                <a:prstGeom prst="line">
                  <a:avLst/>
                </a:prstGeom>
                <a:ln w="28575" cap="flat" cmpd="sng" algn="ctr">
                  <a:solidFill>
                    <a:srgbClr val="AEABAB"/>
                  </a:solidFill>
                  <a:prstDash val="sysDash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68278224" name=""/>
                <p:cNvCxnSpPr/>
                <p:nvPr/>
              </p:nvCxnSpPr>
              <p:spPr bwMode="auto">
                <a:xfrm rot="10800000" flipH="0" flipV="1">
                  <a:off x="344916" y="0"/>
                  <a:ext cx="170721" cy="65558"/>
                </a:xfrm>
                <a:prstGeom prst="line">
                  <a:avLst/>
                </a:prstGeom>
                <a:ln w="28575" cap="flat" cmpd="sng" algn="ctr">
                  <a:solidFill>
                    <a:srgbClr val="AEABAB"/>
                  </a:solidFill>
                  <a:prstDash val="sysDash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3339172" name=""/>
                <p:cNvCxnSpPr/>
                <p:nvPr/>
              </p:nvCxnSpPr>
              <p:spPr bwMode="auto">
                <a:xfrm rot="10800000" flipH="0" flipV="0">
                  <a:off x="0" y="270050"/>
                  <a:ext cx="504520" cy="175"/>
                </a:xfrm>
                <a:prstGeom prst="line">
                  <a:avLst/>
                </a:prstGeom>
                <a:ln w="28575" cap="flat" cmpd="sng" algn="ctr">
                  <a:solidFill>
                    <a:srgbClr val="AEABAB"/>
                  </a:solidFill>
                  <a:prstDash val="sysDash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202640005" name=""/>
            <p:cNvSpPr txBox="1"/>
            <p:nvPr/>
          </p:nvSpPr>
          <p:spPr bwMode="auto">
            <a:xfrm rot="0" flipH="0" flipV="0">
              <a:off x="7578375" y="2150501"/>
              <a:ext cx="820334" cy="30515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sz="1400" b="1" i="1">
                  <a:solidFill>
                    <a:schemeClr val="tx1"/>
                  </a:solidFill>
                  <a:latin typeface="CMU Serif"/>
                  <a:ea typeface="CMU Serif"/>
                  <a:cs typeface="CMU Serif"/>
                </a:rPr>
                <a:t>Hop </a:t>
              </a:r>
              <a:r>
                <a:rPr lang="fr-FR" sz="1400" b="1" i="1">
                  <a:solidFill>
                    <a:schemeClr val="tx1"/>
                  </a:solidFill>
                  <a:latin typeface="CMU Serif"/>
                  <a:ea typeface="CMU Serif"/>
                  <a:cs typeface="CMU Serif"/>
                </a:rPr>
                <a:t>N</a:t>
              </a:r>
              <a:endParaRPr sz="1400" b="1" i="1">
                <a:solidFill>
                  <a:schemeClr val="tx1"/>
                </a:solidFill>
                <a:latin typeface="CMU Serif"/>
                <a:cs typeface="CMU Serif"/>
              </a:endParaRPr>
            </a:p>
          </p:txBody>
        </p:sp>
        <p:grpSp>
          <p:nvGrpSpPr>
            <p:cNvPr id="2029455576" name=""/>
            <p:cNvGrpSpPr/>
            <p:nvPr/>
          </p:nvGrpSpPr>
          <p:grpSpPr bwMode="auto">
            <a:xfrm rot="0" flipH="0" flipV="0">
              <a:off x="0" y="0"/>
              <a:ext cx="5547757" cy="2455407"/>
              <a:chOff x="0" y="0"/>
              <a:chExt cx="5547757" cy="2455407"/>
            </a:xfrm>
          </p:grpSpPr>
          <p:grpSp>
            <p:nvGrpSpPr>
              <p:cNvPr id="622976778" name=""/>
              <p:cNvGrpSpPr/>
              <p:nvPr/>
            </p:nvGrpSpPr>
            <p:grpSpPr bwMode="auto">
              <a:xfrm>
                <a:off x="4878711" y="363337"/>
                <a:ext cx="669045" cy="1516737"/>
                <a:chOff x="0" y="0"/>
                <a:chExt cx="669045" cy="1516737"/>
              </a:xfrm>
            </p:grpSpPr>
            <p:sp>
              <p:nvSpPr>
                <p:cNvPr id="1394203327" name=""/>
                <p:cNvSpPr txBox="1"/>
                <p:nvPr/>
              </p:nvSpPr>
              <p:spPr bwMode="auto">
                <a:xfrm rot="0" flipH="0" flipV="0">
                  <a:off x="357" y="0"/>
                  <a:ext cx="668326" cy="640440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3600" b="1" i="0" u="none" strike="noStrike" cap="none" spc="0">
                      <a:solidFill>
                        <a:schemeClr val="tx1"/>
                      </a:solidFill>
                      <a:latin typeface="Arial"/>
                      <a:ea typeface="Arial"/>
                      <a:cs typeface="Arial"/>
                    </a:rPr>
                    <a:t>…</a:t>
                  </a:r>
                  <a:endParaRPr sz="3600" b="1"/>
                </a:p>
              </p:txBody>
            </p:sp>
            <p:sp>
              <p:nvSpPr>
                <p:cNvPr id="310156612" name=""/>
                <p:cNvSpPr txBox="1"/>
                <p:nvPr/>
              </p:nvSpPr>
              <p:spPr bwMode="auto">
                <a:xfrm rot="0" flipH="0" flipV="0">
                  <a:off x="176" y="438147"/>
                  <a:ext cx="668686" cy="640440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3600" b="1" i="0" u="none" strike="noStrike" cap="none" spc="0">
                      <a:solidFill>
                        <a:schemeClr val="tx1"/>
                      </a:solidFill>
                      <a:latin typeface="Arial"/>
                      <a:ea typeface="Arial"/>
                      <a:cs typeface="Arial"/>
                    </a:rPr>
                    <a:t>…</a:t>
                  </a:r>
                  <a:endParaRPr sz="3600" b="1"/>
                </a:p>
              </p:txBody>
            </p:sp>
            <p:sp>
              <p:nvSpPr>
                <p:cNvPr id="1840223682" name=""/>
                <p:cNvSpPr txBox="1"/>
                <p:nvPr/>
              </p:nvSpPr>
              <p:spPr bwMode="auto">
                <a:xfrm rot="0" flipH="0" flipV="0">
                  <a:off x="0" y="876297"/>
                  <a:ext cx="669046" cy="640440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3600" b="1" i="0" u="none" strike="noStrike" cap="none" spc="0">
                      <a:solidFill>
                        <a:schemeClr val="tx1"/>
                      </a:solidFill>
                      <a:latin typeface="Arial"/>
                      <a:ea typeface="Arial"/>
                      <a:cs typeface="Arial"/>
                    </a:rPr>
                    <a:t>…</a:t>
                  </a:r>
                  <a:endParaRPr sz="3600" b="1"/>
                </a:p>
              </p:txBody>
            </p:sp>
          </p:grpSp>
          <p:grpSp>
            <p:nvGrpSpPr>
              <p:cNvPr id="836138021" name=""/>
              <p:cNvGrpSpPr/>
              <p:nvPr/>
            </p:nvGrpSpPr>
            <p:grpSpPr bwMode="auto">
              <a:xfrm>
                <a:off x="0" y="0"/>
                <a:ext cx="4762630" cy="2455407"/>
                <a:chOff x="0" y="0"/>
                <a:chExt cx="4762630" cy="2455407"/>
              </a:xfrm>
            </p:grpSpPr>
            <p:grpSp>
              <p:nvGrpSpPr>
                <p:cNvPr id="408023162" name=""/>
                <p:cNvGrpSpPr/>
                <p:nvPr/>
              </p:nvGrpSpPr>
              <p:grpSpPr bwMode="auto">
                <a:xfrm rot="0" flipH="0" flipV="0">
                  <a:off x="0" y="0"/>
                  <a:ext cx="940293" cy="2150500"/>
                  <a:chOff x="0" y="0"/>
                  <a:chExt cx="940293" cy="2150500"/>
                </a:xfrm>
              </p:grpSpPr>
              <p:sp>
                <p:nvSpPr>
                  <p:cNvPr id="1181064407" name=""/>
                  <p:cNvSpPr/>
                  <p:nvPr/>
                </p:nvSpPr>
                <p:spPr bwMode="auto">
                  <a:xfrm rot="0" flipH="0" flipV="0">
                    <a:off x="93720" y="483627"/>
                    <a:ext cx="752486" cy="1666873"/>
                  </a:xfrm>
                  <a:prstGeom prst="flowChartAlternateProcess">
                    <a:avLst/>
                  </a:prstGeom>
                  <a:solidFill>
                    <a:srgbClr val="92D050">
                      <a:alpha val="24999"/>
                    </a:srgbClr>
                  </a:solidFill>
                  <a:ln w="28575" cap="flat" cmpd="sng" algn="ctr">
                    <a:solidFill>
                      <a:srgbClr val="00B05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p>
                    <a:pPr algn="ctr">
                      <a:defRPr/>
                    </a:pPr>
                    <a:endParaRPr/>
                  </a:p>
                </p:txBody>
              </p:sp>
              <p:sp>
                <p:nvSpPr>
                  <p:cNvPr id="768436697" name=""/>
                  <p:cNvSpPr txBox="1"/>
                  <p:nvPr/>
                </p:nvSpPr>
                <p:spPr bwMode="auto">
                  <a:xfrm rot="0" flipH="0" flipV="0">
                    <a:off x="0" y="0"/>
                    <a:ext cx="940293" cy="427079"/>
                  </a:xfrm>
                  <a:prstGeom prst="rect">
                    <a:avLst/>
                  </a:prstGeom>
                  <a:noFill/>
                </p:spPr>
                <p:txBody>
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<a:spAutoFit/>
                  </a:bodyPr>
                  <a:p>
                    <a:pPr>
                      <a:defRPr/>
                    </a:pPr>
                    <a:r>
                      <a:rPr lang="fr-FR" sz="2200" b="1">
                        <a:solidFill>
                          <a:srgbClr val="00B050"/>
                        </a:solidFill>
                        <a:latin typeface="CMU Serif"/>
                        <a:ea typeface="CMU Serif"/>
                        <a:cs typeface="CMU Serif"/>
                      </a:rPr>
                      <a:t>Alice</a:t>
                    </a:r>
                    <a:endParaRPr sz="2200" b="1">
                      <a:solidFill>
                        <a:srgbClr val="00B050"/>
                      </a:solidFill>
                      <a:latin typeface="CMU Serif"/>
                      <a:cs typeface="CMU Serif"/>
                    </a:endParaRPr>
                  </a:p>
                </p:txBody>
              </p:sp>
            </p:grpSp>
            <p:grpSp>
              <p:nvGrpSpPr>
                <p:cNvPr id="1557897172" name=""/>
                <p:cNvGrpSpPr/>
                <p:nvPr/>
              </p:nvGrpSpPr>
              <p:grpSpPr bwMode="auto">
                <a:xfrm rot="0" flipH="0" flipV="0">
                  <a:off x="1037313" y="0"/>
                  <a:ext cx="2687643" cy="2150500"/>
                  <a:chOff x="0" y="0"/>
                  <a:chExt cx="2687643" cy="2150500"/>
                </a:xfrm>
              </p:grpSpPr>
              <p:sp>
                <p:nvSpPr>
                  <p:cNvPr id="429217138" name=""/>
                  <p:cNvSpPr/>
                  <p:nvPr/>
                </p:nvSpPr>
                <p:spPr bwMode="auto">
                  <a:xfrm rot="0" flipH="0" flipV="0">
                    <a:off x="0" y="483627"/>
                    <a:ext cx="2687643" cy="1666873"/>
                  </a:xfrm>
                  <a:prstGeom prst="flowChartAlternateProcess">
                    <a:avLst/>
                  </a:prstGeom>
                  <a:solidFill>
                    <a:schemeClr val="accent1">
                      <a:lumMod val="40000"/>
                      <a:lumOff val="60000"/>
                      <a:alpha val="24999"/>
                    </a:schemeClr>
                  </a:solidFill>
                  <a:ln w="28575" cap="flat" cmpd="sng" algn="ctr">
                    <a:solidFill>
                      <a:srgbClr val="0095FF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65375959" name=""/>
                  <p:cNvSpPr txBox="1"/>
                  <p:nvPr/>
                </p:nvSpPr>
                <p:spPr bwMode="auto">
                  <a:xfrm rot="0" flipH="0" flipV="0">
                    <a:off x="803854" y="0"/>
                    <a:ext cx="1079926" cy="427078"/>
                  </a:xfrm>
                  <a:prstGeom prst="rect">
                    <a:avLst/>
                  </a:prstGeom>
                  <a:noFill/>
                </p:spPr>
                <p:txBody>
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<a:spAutoFit/>
                  </a:bodyPr>
                  <a:p>
                    <a:pPr>
                      <a:defRPr/>
                    </a:pPr>
                    <a:r>
                      <a:rPr lang="fr-FR" sz="2200" b="1">
                        <a:solidFill>
                          <a:srgbClr val="45B5FF"/>
                        </a:solidFill>
                        <a:latin typeface="CMU Serif"/>
                        <a:ea typeface="CMU Serif"/>
                        <a:cs typeface="CMU Serif"/>
                      </a:rPr>
                      <a:t>ABSA</a:t>
                    </a:r>
                    <a:endParaRPr sz="2200" b="1">
                      <a:solidFill>
                        <a:srgbClr val="45B5FF"/>
                      </a:solidFill>
                      <a:latin typeface="CMU Serif"/>
                      <a:cs typeface="CMU Serif"/>
                    </a:endParaRPr>
                  </a:p>
                </p:txBody>
              </p:sp>
            </p:grpSp>
            <p:grpSp>
              <p:nvGrpSpPr>
                <p:cNvPr id="306010788" name=""/>
                <p:cNvGrpSpPr/>
                <p:nvPr/>
              </p:nvGrpSpPr>
              <p:grpSpPr bwMode="auto">
                <a:xfrm rot="0" flipH="0" flipV="0">
                  <a:off x="3688987" y="0"/>
                  <a:ext cx="1073642" cy="2150500"/>
                  <a:chOff x="0" y="0"/>
                  <a:chExt cx="1073642" cy="2150500"/>
                </a:xfrm>
              </p:grpSpPr>
              <p:sp>
                <p:nvSpPr>
                  <p:cNvPr id="972259242" name=""/>
                  <p:cNvSpPr/>
                  <p:nvPr/>
                </p:nvSpPr>
                <p:spPr bwMode="auto">
                  <a:xfrm rot="0" flipH="0" flipV="0">
                    <a:off x="200269" y="483627"/>
                    <a:ext cx="634998" cy="1666873"/>
                  </a:xfrm>
                  <a:prstGeom prst="flowChartAlternateProcess">
                    <a:avLst/>
                  </a:prstGeom>
                  <a:solidFill>
                    <a:srgbClr val="E173FF">
                      <a:alpha val="24999"/>
                    </a:srgbClr>
                  </a:solidFill>
                  <a:ln w="28575" cap="flat" cmpd="sng" algn="ctr">
                    <a:solidFill>
                      <a:srgbClr val="DB4CFF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661268237" name=""/>
                  <p:cNvSpPr txBox="1"/>
                  <p:nvPr/>
                </p:nvSpPr>
                <p:spPr bwMode="auto">
                  <a:xfrm rot="0" flipH="0" flipV="0">
                    <a:off x="0" y="0"/>
                    <a:ext cx="1073643" cy="427078"/>
                  </a:xfrm>
                  <a:prstGeom prst="rect">
                    <a:avLst/>
                  </a:prstGeom>
                  <a:noFill/>
                </p:spPr>
                <p:txBody>
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<a:spAutoFit/>
                  </a:bodyPr>
                  <a:p>
                    <a:pPr>
                      <a:defRPr/>
                    </a:pPr>
                    <a:r>
                      <a:rPr lang="fr-FR" sz="2200" b="1">
                        <a:solidFill>
                          <a:srgbClr val="DB4CFF"/>
                        </a:solidFill>
                        <a:latin typeface="CMU Serif"/>
                        <a:ea typeface="CMU Serif"/>
                        <a:cs typeface="CMU Serif"/>
                      </a:rPr>
                      <a:t>RGSS</a:t>
                    </a:r>
                    <a:endParaRPr sz="2200" b="1">
                      <a:solidFill>
                        <a:srgbClr val="DB4CFF"/>
                      </a:solidFill>
                      <a:latin typeface="CMU Serif"/>
                      <a:cs typeface="CMU Serif"/>
                    </a:endParaRPr>
                  </a:p>
                </p:txBody>
              </p:sp>
            </p:grpSp>
            <p:cxnSp>
              <p:nvCxnSpPr>
                <p:cNvPr id="696657984" name=""/>
                <p:cNvCxnSpPr/>
                <p:nvPr/>
              </p:nvCxnSpPr>
              <p:spPr bwMode="auto">
                <a:xfrm rot="0" flipH="0" flipV="0">
                  <a:off x="2825706" y="786888"/>
                  <a:ext cx="469764" cy="0"/>
                </a:xfrm>
                <a:prstGeom prst="line">
                  <a:avLst/>
                </a:prstGeom>
                <a:ln w="28575" cap="flat" cmpd="sng" algn="ctr">
                  <a:solidFill>
                    <a:schemeClr val="bg2">
                      <a:lumMod val="74901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64491657" name=""/>
                <p:cNvSpPr/>
                <p:nvPr/>
              </p:nvSpPr>
              <p:spPr bwMode="auto">
                <a:xfrm rot="0" flipH="0" flipV="0">
                  <a:off x="3011148" y="1142194"/>
                  <a:ext cx="349167" cy="349167"/>
                </a:xfrm>
                <a:prstGeom prst="ellipse">
                  <a:avLst/>
                </a:prstGeom>
                <a:solidFill>
                  <a:srgbClr val="FFC926"/>
                </a:solidFill>
                <a:ln w="254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29260932" name=""/>
                <p:cNvSpPr/>
                <p:nvPr/>
              </p:nvSpPr>
              <p:spPr bwMode="auto">
                <a:xfrm rot="0" flipH="0" flipV="0">
                  <a:off x="3295471" y="1672085"/>
                  <a:ext cx="349167" cy="349167"/>
                </a:xfrm>
                <a:prstGeom prst="ellipse">
                  <a:avLst/>
                </a:prstGeom>
                <a:solidFill>
                  <a:srgbClr val="FFC926"/>
                </a:solidFill>
                <a:ln w="254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06256452" name=""/>
                <p:cNvSpPr/>
                <p:nvPr/>
              </p:nvSpPr>
              <p:spPr bwMode="auto">
                <a:xfrm rot="0" flipH="0" flipV="0">
                  <a:off x="3295470" y="612306"/>
                  <a:ext cx="349168" cy="349168"/>
                </a:xfrm>
                <a:prstGeom prst="ellipse">
                  <a:avLst/>
                </a:prstGeom>
                <a:solidFill>
                  <a:srgbClr val="FFC926"/>
                </a:solidFill>
                <a:ln w="254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654385782" name=""/>
                <p:cNvSpPr/>
                <p:nvPr/>
              </p:nvSpPr>
              <p:spPr bwMode="auto">
                <a:xfrm rot="0" flipH="0" flipV="0">
                  <a:off x="2476539" y="1142194"/>
                  <a:ext cx="349167" cy="349167"/>
                </a:xfrm>
                <a:prstGeom prst="ellipse">
                  <a:avLst/>
                </a:prstGeom>
                <a:solidFill>
                  <a:srgbClr val="FF4C4C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558913124" name=""/>
                <p:cNvSpPr/>
                <p:nvPr/>
              </p:nvSpPr>
              <p:spPr bwMode="auto">
                <a:xfrm rot="0" flipH="0" flipV="0">
                  <a:off x="2476539" y="1672085"/>
                  <a:ext cx="349167" cy="349167"/>
                </a:xfrm>
                <a:prstGeom prst="ellipse">
                  <a:avLst/>
                </a:prstGeom>
                <a:solidFill>
                  <a:srgbClr val="FF4C4C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cxnSp>
              <p:nvCxnSpPr>
                <p:cNvPr id="1826208244" name=""/>
                <p:cNvCxnSpPr/>
                <p:nvPr/>
              </p:nvCxnSpPr>
              <p:spPr bwMode="auto">
                <a:xfrm rot="0" flipH="0" flipV="0">
                  <a:off x="2825706" y="1316781"/>
                  <a:ext cx="185438" cy="0"/>
                </a:xfrm>
                <a:prstGeom prst="line">
                  <a:avLst/>
                </a:prstGeom>
                <a:ln w="28575" cap="flat" cmpd="sng" algn="ctr">
                  <a:solidFill>
                    <a:schemeClr val="bg2">
                      <a:lumMod val="74901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5739382" name=""/>
                <p:cNvCxnSpPr/>
                <p:nvPr/>
              </p:nvCxnSpPr>
              <p:spPr bwMode="auto">
                <a:xfrm rot="0" flipH="0" flipV="1">
                  <a:off x="2825706" y="1846674"/>
                  <a:ext cx="469764" cy="0"/>
                </a:xfrm>
                <a:prstGeom prst="line">
                  <a:avLst/>
                </a:prstGeom>
                <a:ln w="28575" cap="flat" cmpd="sng" algn="ctr">
                  <a:solidFill>
                    <a:schemeClr val="bg2">
                      <a:lumMod val="74901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67534218" name=""/>
                <p:cNvSpPr/>
                <p:nvPr/>
              </p:nvSpPr>
              <p:spPr bwMode="auto">
                <a:xfrm rot="0" flipH="0" flipV="0">
                  <a:off x="2476539" y="612306"/>
                  <a:ext cx="349167" cy="349167"/>
                </a:xfrm>
                <a:prstGeom prst="ellipse">
                  <a:avLst/>
                </a:prstGeom>
                <a:solidFill>
                  <a:srgbClr val="FF4C4C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grpSp>
              <p:nvGrpSpPr>
                <p:cNvPr id="1817102606" name=""/>
                <p:cNvGrpSpPr/>
                <p:nvPr/>
              </p:nvGrpSpPr>
              <p:grpSpPr bwMode="auto">
                <a:xfrm rot="0" flipH="0" flipV="0">
                  <a:off x="227680" y="612305"/>
                  <a:ext cx="2053508" cy="1408946"/>
                  <a:chOff x="0" y="0"/>
                  <a:chExt cx="2053508" cy="1408946"/>
                </a:xfrm>
              </p:grpSpPr>
              <p:cxnSp>
                <p:nvCxnSpPr>
                  <p:cNvPr id="918502663" name=""/>
                  <p:cNvCxnSpPr/>
                  <p:nvPr/>
                </p:nvCxnSpPr>
                <p:spPr bwMode="auto">
                  <a:xfrm rot="10800000" flipH="0" flipV="0">
                    <a:off x="1234576" y="1234364"/>
                    <a:ext cx="46976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2738683" name=""/>
                  <p:cNvSpPr/>
                  <p:nvPr/>
                </p:nvSpPr>
                <p:spPr bwMode="auto">
                  <a:xfrm rot="10800000" flipH="0" flipV="0">
                    <a:off x="885411" y="529887"/>
                    <a:ext cx="349167" cy="349167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587091541" name=""/>
                  <p:cNvSpPr/>
                  <p:nvPr/>
                </p:nvSpPr>
                <p:spPr bwMode="auto">
                  <a:xfrm rot="10800000" flipH="0" flipV="0">
                    <a:off x="885407" y="0"/>
                    <a:ext cx="349167" cy="349167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p>
                    <a:pPr algn="ctr">
                      <a:defRPr/>
                    </a:pPr>
                    <a:endParaRPr/>
                  </a:p>
                </p:txBody>
              </p:sp>
              <p:sp>
                <p:nvSpPr>
                  <p:cNvPr id="77447895" name=""/>
                  <p:cNvSpPr/>
                  <p:nvPr/>
                </p:nvSpPr>
                <p:spPr bwMode="auto">
                  <a:xfrm rot="10800000" flipH="0" flipV="0">
                    <a:off x="885406" y="1059777"/>
                    <a:ext cx="349168" cy="349168"/>
                  </a:xfrm>
                  <a:prstGeom prst="ellipse">
                    <a:avLst/>
                  </a:prstGeom>
                  <a:solidFill>
                    <a:srgbClr val="FFC926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802465239" name=""/>
                  <p:cNvSpPr/>
                  <p:nvPr/>
                </p:nvSpPr>
                <p:spPr bwMode="auto">
                  <a:xfrm rot="10800000" flipH="0" flipV="0">
                    <a:off x="1704341" y="529889"/>
                    <a:ext cx="349167" cy="3491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871773297" name=""/>
                  <p:cNvSpPr/>
                  <p:nvPr/>
                </p:nvSpPr>
                <p:spPr bwMode="auto">
                  <a:xfrm rot="10800000" flipH="0" flipV="0">
                    <a:off x="1704341" y="0"/>
                    <a:ext cx="349167" cy="3491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cxnSp>
                <p:nvCxnSpPr>
                  <p:cNvPr id="1498172596" name=""/>
                  <p:cNvCxnSpPr>
                    <a:stCxn id="802465239" idx="6"/>
                    <a:endCxn id="172738683" idx="2"/>
                  </p:cNvCxnSpPr>
                  <p:nvPr/>
                </p:nvCxnSpPr>
                <p:spPr bwMode="auto">
                  <a:xfrm rot="10800000" flipH="0" flipV="0">
                    <a:off x="1234576" y="704475"/>
                    <a:ext cx="46976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2585272" name=""/>
                  <p:cNvCxnSpPr/>
                  <p:nvPr/>
                </p:nvCxnSpPr>
                <p:spPr bwMode="auto">
                  <a:xfrm rot="10800000" flipH="0" flipV="1">
                    <a:off x="1234576" y="174582"/>
                    <a:ext cx="46976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43265076" name=""/>
                  <p:cNvCxnSpPr>
                    <a:stCxn id="77447895" idx="6"/>
                    <a:endCxn id="1803087752" idx="1"/>
                  </p:cNvCxnSpPr>
                  <p:nvPr/>
                </p:nvCxnSpPr>
                <p:spPr bwMode="auto">
                  <a:xfrm rot="10800000" flipH="0" flipV="0">
                    <a:off x="298030" y="827922"/>
                    <a:ext cx="587376" cy="406438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3072086" name=""/>
                  <p:cNvSpPr/>
                  <p:nvPr/>
                </p:nvSpPr>
                <p:spPr bwMode="auto">
                  <a:xfrm rot="10800000" flipH="0" flipV="0">
                    <a:off x="1704341" y="1059779"/>
                    <a:ext cx="349167" cy="3491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cxnSp>
                <p:nvCxnSpPr>
                  <p:cNvPr id="333129969" name=""/>
                  <p:cNvCxnSpPr>
                    <a:stCxn id="172738683" idx="6"/>
                    <a:endCxn id="1803087752" idx="2"/>
                  </p:cNvCxnSpPr>
                  <p:nvPr/>
                </p:nvCxnSpPr>
                <p:spPr bwMode="auto">
                  <a:xfrm rot="10800000" flipH="0" flipV="1">
                    <a:off x="349165" y="704475"/>
                    <a:ext cx="536242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49901259" name=""/>
                  <p:cNvCxnSpPr/>
                  <p:nvPr/>
                </p:nvCxnSpPr>
                <p:spPr bwMode="auto">
                  <a:xfrm rot="10800000" flipH="0" flipV="1">
                    <a:off x="298031" y="174582"/>
                    <a:ext cx="587376" cy="406441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803087752" name=""/>
                  <p:cNvSpPr/>
                  <p:nvPr/>
                </p:nvSpPr>
                <p:spPr bwMode="auto">
                  <a:xfrm rot="10800000" flipH="0" flipV="0">
                    <a:off x="0" y="529889"/>
                    <a:ext cx="349167" cy="349167"/>
                  </a:xfrm>
                  <a:prstGeom prst="ellipse">
                    <a:avLst/>
                  </a:prstGeom>
                  <a:solidFill>
                    <a:srgbClr val="E173FF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</p:grpSp>
            <p:sp>
              <p:nvSpPr>
                <p:cNvPr id="9158414" name=""/>
                <p:cNvSpPr txBox="1"/>
                <p:nvPr/>
              </p:nvSpPr>
              <p:spPr bwMode="auto">
                <a:xfrm rot="0" flipH="0" flipV="0">
                  <a:off x="20687" y="2150247"/>
                  <a:ext cx="1017013" cy="30515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1400" b="1" i="1">
                      <a:solidFill>
                        <a:schemeClr val="tx1"/>
                      </a:solidFill>
                      <a:latin typeface="CMU Serif"/>
                      <a:ea typeface="CMU Serif"/>
                      <a:cs typeface="CMU Serif"/>
                    </a:rPr>
                    <a:t>Station 0</a:t>
                  </a:r>
                  <a:endParaRPr sz="1400" b="1" i="1">
                    <a:solidFill>
                      <a:schemeClr val="tx1"/>
                    </a:solidFill>
                    <a:latin typeface="CMU Serif"/>
                    <a:cs typeface="CMU Serif"/>
                  </a:endParaRPr>
                </a:p>
              </p:txBody>
            </p:sp>
            <p:sp>
              <p:nvSpPr>
                <p:cNvPr id="243691414" name=""/>
                <p:cNvSpPr txBox="1"/>
                <p:nvPr/>
              </p:nvSpPr>
              <p:spPr bwMode="auto">
                <a:xfrm rot="0" flipH="0" flipV="0">
                  <a:off x="3688987" y="2150247"/>
                  <a:ext cx="1016653" cy="30515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1400" b="1" i="1">
                      <a:solidFill>
                        <a:schemeClr val="tx1"/>
                      </a:solidFill>
                      <a:latin typeface="CMU Serif"/>
                      <a:ea typeface="CMU Serif"/>
                      <a:cs typeface="CMU Serif"/>
                    </a:rPr>
                    <a:t>Station 1</a:t>
                  </a:r>
                  <a:endParaRPr sz="1400" b="1" i="1">
                    <a:solidFill>
                      <a:schemeClr val="tx1"/>
                    </a:solidFill>
                    <a:latin typeface="CMU Serif"/>
                    <a:cs typeface="CMU Serif"/>
                  </a:endParaRPr>
                </a:p>
              </p:txBody>
            </p:sp>
            <p:sp>
              <p:nvSpPr>
                <p:cNvPr id="399615349" name=""/>
                <p:cNvSpPr txBox="1"/>
                <p:nvPr/>
              </p:nvSpPr>
              <p:spPr bwMode="auto">
                <a:xfrm rot="0" flipH="0" flipV="0">
                  <a:off x="1971811" y="2150247"/>
                  <a:ext cx="819005" cy="30515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1400" b="1" i="1">
                      <a:solidFill>
                        <a:schemeClr val="tx1"/>
                      </a:solidFill>
                      <a:latin typeface="CMU Serif"/>
                      <a:ea typeface="CMU Serif"/>
                      <a:cs typeface="CMU Serif"/>
                    </a:rPr>
                    <a:t>Hop 1</a:t>
                  </a:r>
                  <a:endParaRPr sz="1400" b="1" i="1">
                    <a:solidFill>
                      <a:schemeClr val="tx1"/>
                    </a:solidFill>
                    <a:latin typeface="CMU Serif"/>
                    <a:cs typeface="CMU Serif"/>
                  </a:endParaRPr>
                </a:p>
              </p:txBody>
            </p:sp>
            <p:grpSp>
              <p:nvGrpSpPr>
                <p:cNvPr id="1303019172" name=""/>
                <p:cNvGrpSpPr/>
                <p:nvPr/>
              </p:nvGrpSpPr>
              <p:grpSpPr bwMode="auto">
                <a:xfrm>
                  <a:off x="3360316" y="779387"/>
                  <a:ext cx="1002216" cy="1064197"/>
                  <a:chOff x="0" y="0"/>
                  <a:chExt cx="1002216" cy="1064197"/>
                </a:xfrm>
              </p:grpSpPr>
              <p:cxnSp>
                <p:nvCxnSpPr>
                  <p:cNvPr id="541858690" name=""/>
                  <p:cNvCxnSpPr/>
                  <p:nvPr/>
                </p:nvCxnSpPr>
                <p:spPr bwMode="auto">
                  <a:xfrm rot="10800000" flipH="0" flipV="0">
                    <a:off x="0" y="533639"/>
                    <a:ext cx="846442" cy="179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72503392" name=""/>
                  <p:cNvCxnSpPr/>
                  <p:nvPr/>
                </p:nvCxnSpPr>
                <p:spPr bwMode="auto">
                  <a:xfrm rot="10800000" flipH="0" flipV="0">
                    <a:off x="0" y="529888"/>
                    <a:ext cx="836816" cy="319058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8318696" name=""/>
                  <p:cNvCxnSpPr/>
                  <p:nvPr/>
                </p:nvCxnSpPr>
                <p:spPr bwMode="auto">
                  <a:xfrm rot="10800000" flipH="0" flipV="0">
                    <a:off x="284321" y="0"/>
                    <a:ext cx="552674" cy="210721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55147754" name=""/>
                  <p:cNvCxnSpPr/>
                  <p:nvPr/>
                </p:nvCxnSpPr>
                <p:spPr bwMode="auto">
                  <a:xfrm rot="10800000" flipH="0" flipV="0">
                    <a:off x="284322" y="3747"/>
                    <a:ext cx="562117" cy="179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3605106" name=""/>
                  <p:cNvCxnSpPr/>
                  <p:nvPr/>
                </p:nvCxnSpPr>
                <p:spPr bwMode="auto">
                  <a:xfrm rot="10800000" flipH="0" flipV="0">
                    <a:off x="284323" y="1063530"/>
                    <a:ext cx="552492" cy="176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66114030" name=""/>
                  <p:cNvCxnSpPr/>
                  <p:nvPr/>
                </p:nvCxnSpPr>
                <p:spPr bwMode="auto">
                  <a:xfrm rot="10800000" flipH="0" flipV="1">
                    <a:off x="284321" y="855009"/>
                    <a:ext cx="552493" cy="204771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9458339" name=""/>
                  <p:cNvCxnSpPr/>
                  <p:nvPr/>
                </p:nvCxnSpPr>
                <p:spPr bwMode="auto">
                  <a:xfrm rot="10800000" flipH="0" flipV="1">
                    <a:off x="0" y="210721"/>
                    <a:ext cx="861139" cy="319167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03330063" name=""/>
                  <p:cNvCxnSpPr/>
                  <p:nvPr/>
                </p:nvCxnSpPr>
                <p:spPr bwMode="auto">
                  <a:xfrm rot="10800000" flipH="0" flipV="1">
                    <a:off x="284322" y="537336"/>
                    <a:ext cx="558611" cy="522443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7302690" name=""/>
                  <p:cNvCxnSpPr/>
                  <p:nvPr/>
                </p:nvCxnSpPr>
                <p:spPr bwMode="auto">
                  <a:xfrm rot="0" flipH="0" flipV="0">
                    <a:off x="284323" y="0"/>
                    <a:ext cx="558610" cy="52989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4191677" name=""/>
                  <p:cNvCxnSpPr/>
                  <p:nvPr/>
                </p:nvCxnSpPr>
                <p:spPr bwMode="auto">
                  <a:xfrm rot="0" flipH="0" flipV="0">
                    <a:off x="722475" y="416981"/>
                    <a:ext cx="258072" cy="244803"/>
                  </a:xfrm>
                  <a:prstGeom prst="line">
                    <a:avLst/>
                  </a:prstGeom>
                  <a:ln w="28575" cap="flat" cmpd="sng" algn="ctr">
                    <a:solidFill>
                      <a:srgbClr val="AEABAB"/>
                    </a:solidFill>
                    <a:prstDash val="sysDash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73820014" name=""/>
                  <p:cNvCxnSpPr/>
                  <p:nvPr/>
                </p:nvCxnSpPr>
                <p:spPr bwMode="auto">
                  <a:xfrm rot="10800000" flipH="0" flipV="1">
                    <a:off x="805707" y="405861"/>
                    <a:ext cx="174839" cy="163519"/>
                  </a:xfrm>
                  <a:prstGeom prst="line">
                    <a:avLst/>
                  </a:prstGeom>
                  <a:ln w="28575" cap="flat" cmpd="sng" algn="ctr">
                    <a:solidFill>
                      <a:srgbClr val="AEABAB"/>
                    </a:solidFill>
                    <a:prstDash val="sysDash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75991940" name=""/>
                  <p:cNvCxnSpPr/>
                  <p:nvPr/>
                </p:nvCxnSpPr>
                <p:spPr bwMode="auto">
                  <a:xfrm rot="10800000" flipH="0" flipV="0">
                    <a:off x="875421" y="859530"/>
                    <a:ext cx="105124" cy="40081"/>
                  </a:xfrm>
                  <a:prstGeom prst="line">
                    <a:avLst/>
                  </a:prstGeom>
                  <a:ln w="28575" cap="flat" cmpd="sng" algn="ctr">
                    <a:solidFill>
                      <a:srgbClr val="AEABAB"/>
                    </a:solidFill>
                    <a:prstDash val="sysDash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8768305" name=""/>
                  <p:cNvCxnSpPr/>
                  <p:nvPr/>
                </p:nvCxnSpPr>
                <p:spPr bwMode="auto">
                  <a:xfrm rot="10800000" flipH="0" flipV="1">
                    <a:off x="820940" y="793971"/>
                    <a:ext cx="170722" cy="65559"/>
                  </a:xfrm>
                  <a:prstGeom prst="line">
                    <a:avLst/>
                  </a:prstGeom>
                  <a:ln w="28575" cap="flat" cmpd="sng" algn="ctr">
                    <a:solidFill>
                      <a:srgbClr val="AEABAB"/>
                    </a:solidFill>
                    <a:prstDash val="sysDash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0011562" name=""/>
                  <p:cNvCxnSpPr/>
                  <p:nvPr/>
                </p:nvCxnSpPr>
                <p:spPr bwMode="auto">
                  <a:xfrm rot="10800000" flipH="0" flipV="0">
                    <a:off x="476024" y="1064022"/>
                    <a:ext cx="504521" cy="175"/>
                  </a:xfrm>
                  <a:prstGeom prst="line">
                    <a:avLst/>
                  </a:prstGeom>
                  <a:ln w="28575" cap="flat" cmpd="sng" algn="ctr">
                    <a:solidFill>
                      <a:srgbClr val="AEABAB"/>
                    </a:solidFill>
                    <a:prstDash val="sysDash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638261641" name=""/>
                  <p:cNvGrpSpPr/>
                  <p:nvPr/>
                </p:nvGrpSpPr>
                <p:grpSpPr bwMode="auto">
                  <a:xfrm flipV="1">
                    <a:off x="486579" y="5290"/>
                    <a:ext cx="515637" cy="270225"/>
                    <a:chOff x="0" y="0"/>
                    <a:chExt cx="515637" cy="270225"/>
                  </a:xfrm>
                </p:grpSpPr>
                <p:cxnSp>
                  <p:nvCxnSpPr>
                    <p:cNvPr id="57521901" name=""/>
                    <p:cNvCxnSpPr/>
                    <p:nvPr/>
                  </p:nvCxnSpPr>
                  <p:spPr bwMode="auto">
                    <a:xfrm rot="10800000" flipH="0" flipV="0">
                      <a:off x="399394" y="65557"/>
                      <a:ext cx="105123" cy="4008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rgbClr val="AEABAB"/>
                      </a:solidFill>
                      <a:prstDash val="sysDash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31961435" name=""/>
                    <p:cNvCxnSpPr/>
                    <p:nvPr/>
                  </p:nvCxnSpPr>
                  <p:spPr bwMode="auto">
                    <a:xfrm rot="10800000" flipH="0" flipV="1">
                      <a:off x="344916" y="0"/>
                      <a:ext cx="170721" cy="65558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rgbClr val="AEABAB"/>
                      </a:solidFill>
                      <a:prstDash val="sysDash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65005679" name=""/>
                    <p:cNvCxnSpPr/>
                    <p:nvPr/>
                  </p:nvCxnSpPr>
                  <p:spPr bwMode="auto">
                    <a:xfrm rot="10800000" flipH="0" flipV="0">
                      <a:off x="0" y="270049"/>
                      <a:ext cx="504520" cy="175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rgbClr val="AEABAB"/>
                      </a:solidFill>
                      <a:prstDash val="sysDash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</p:grpSp>
        <p:sp>
          <p:nvSpPr>
            <p:cNvPr id="704437160" name=""/>
            <p:cNvSpPr txBox="1"/>
            <p:nvPr/>
          </p:nvSpPr>
          <p:spPr bwMode="auto">
            <a:xfrm rot="5400000" flipH="0" flipV="0">
              <a:off x="1554115" y="1441392"/>
              <a:ext cx="418163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sz="1800" b="1">
                  <a:latin typeface="Arial"/>
                  <a:ea typeface="Arial"/>
                  <a:cs typeface="Arial"/>
                </a:rPr>
                <a:t>…</a:t>
              </a:r>
              <a:endParaRPr sz="1800" b="1"/>
            </a:p>
          </p:txBody>
        </p:sp>
        <p:sp>
          <p:nvSpPr>
            <p:cNvPr id="226733818" name=""/>
            <p:cNvSpPr txBox="1"/>
            <p:nvPr/>
          </p:nvSpPr>
          <p:spPr bwMode="auto">
            <a:xfrm rot="5400000" flipH="0" flipV="0">
              <a:off x="2811412" y="1441392"/>
              <a:ext cx="418523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sz="1800" b="1">
                  <a:latin typeface="Arial"/>
                  <a:ea typeface="Arial"/>
                  <a:cs typeface="Arial"/>
                </a:rPr>
                <a:t>…</a:t>
              </a:r>
              <a:endParaRPr sz="1800" b="1"/>
            </a:p>
          </p:txBody>
        </p:sp>
        <p:sp>
          <p:nvSpPr>
            <p:cNvPr id="2142720670" name=""/>
            <p:cNvSpPr txBox="1"/>
            <p:nvPr/>
          </p:nvSpPr>
          <p:spPr bwMode="auto">
            <a:xfrm rot="16199998" flipH="0" flipV="0">
              <a:off x="7146349" y="1441393"/>
              <a:ext cx="418523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sz="1800" b="1">
                  <a:latin typeface="Arial"/>
                  <a:ea typeface="Arial"/>
                  <a:cs typeface="Arial"/>
                </a:rPr>
                <a:t>…</a:t>
              </a:r>
              <a:endParaRPr sz="1800" b="1"/>
            </a:p>
          </p:txBody>
        </p:sp>
        <p:sp>
          <p:nvSpPr>
            <p:cNvPr id="2083556318" name=""/>
            <p:cNvSpPr txBox="1"/>
            <p:nvPr/>
          </p:nvSpPr>
          <p:spPr bwMode="auto">
            <a:xfrm rot="16199998" flipH="0" flipV="0">
              <a:off x="8327448" y="1441393"/>
              <a:ext cx="418882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sz="1800" b="1">
                  <a:latin typeface="Arial"/>
                  <a:ea typeface="Arial"/>
                  <a:cs typeface="Arial"/>
                </a:rPr>
                <a:t>…</a:t>
              </a:r>
              <a:endParaRPr sz="1800" b="1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5032433" name=""/>
          <p:cNvSpPr txBox="1"/>
          <p:nvPr/>
        </p:nvSpPr>
        <p:spPr bwMode="auto">
          <a:xfrm rot="0" flipH="0" flipV="0">
            <a:off x="1314450" y="285748"/>
            <a:ext cx="870167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Figure 5 Purification circuits</a:t>
            </a:r>
            <a:endParaRPr/>
          </a:p>
        </p:txBody>
      </p:sp>
      <p:pic>
        <p:nvPicPr>
          <p:cNvPr id="10435935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029764" y="1356631"/>
            <a:ext cx="5347560" cy="1369026"/>
          </a:xfrm>
          <a:prstGeom prst="rect">
            <a:avLst/>
          </a:prstGeom>
        </p:spPr>
      </p:pic>
      <p:sp>
        <p:nvSpPr>
          <p:cNvPr id="609584244" name=""/>
          <p:cNvSpPr txBox="1"/>
          <p:nvPr/>
        </p:nvSpPr>
        <p:spPr bwMode="auto">
          <a:xfrm rot="0" flipH="0" flipV="0">
            <a:off x="477309" y="636988"/>
            <a:ext cx="9812359" cy="9147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9" indent="-283879"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feature 2 input BP , 1 output BP</a:t>
            </a:r>
            <a:endParaRPr sz="1800"/>
          </a:p>
          <a:p>
            <a:pPr marL="283879" indent="-283879">
              <a:buFont typeface="Arial"/>
              <a:buChar char="•"/>
              <a:defRPr/>
            </a:pPr>
            <a:r>
              <a:rPr lang="fr-FR"/>
              <a:t>no circuits probably in main text but in appendix only or </a:t>
            </a:r>
            <a:r>
              <a:rPr lang="fr-FR"/>
              <a:t>in full version of thesis ?</a:t>
            </a:r>
            <a:endParaRPr lang="fr-FR"/>
          </a:p>
          <a:p>
            <a:pPr marL="283879" indent="-283879">
              <a:buFont typeface="Arial"/>
              <a:buChar char="•"/>
              <a:defRPr/>
            </a:pPr>
            <a:r>
              <a:rPr lang="fr-FR"/>
              <a:t>show purification at RGSS ?</a:t>
            </a:r>
            <a:endParaRPr/>
          </a:p>
        </p:txBody>
      </p:sp>
      <p:sp>
        <p:nvSpPr>
          <p:cNvPr id="398622439" name=""/>
          <p:cNvSpPr txBox="1"/>
          <p:nvPr/>
        </p:nvSpPr>
        <p:spPr bwMode="auto">
          <a:xfrm rot="0" flipH="0" flipV="0">
            <a:off x="6921117" y="5565318"/>
            <a:ext cx="3564853" cy="14634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9000"/>
              <a:t>TODO</a:t>
            </a:r>
            <a:endParaRPr sz="9000"/>
          </a:p>
        </p:txBody>
      </p:sp>
      <p:grpSp>
        <p:nvGrpSpPr>
          <p:cNvPr id="1459335106" name=""/>
          <p:cNvGrpSpPr/>
          <p:nvPr/>
        </p:nvGrpSpPr>
        <p:grpSpPr bwMode="auto">
          <a:xfrm>
            <a:off x="1174129" y="2388765"/>
            <a:ext cx="3974220" cy="3337515"/>
            <a:chOff x="0" y="0"/>
            <a:chExt cx="3974220" cy="3337515"/>
          </a:xfrm>
        </p:grpSpPr>
        <p:grpSp>
          <p:nvGrpSpPr>
            <p:cNvPr id="419697780" name=""/>
            <p:cNvGrpSpPr/>
            <p:nvPr/>
          </p:nvGrpSpPr>
          <p:grpSpPr bwMode="auto">
            <a:xfrm rot="10800000">
              <a:off x="0" y="0"/>
              <a:ext cx="3974220" cy="3337515"/>
              <a:chOff x="0" y="0"/>
              <a:chExt cx="3974220" cy="3337515"/>
            </a:xfrm>
          </p:grpSpPr>
          <p:cxnSp>
            <p:nvCxnSpPr>
              <p:cNvPr id="1266803932" name=""/>
              <p:cNvCxnSpPr/>
              <p:nvPr/>
            </p:nvCxnSpPr>
            <p:spPr bwMode="auto">
              <a:xfrm rot="10800000" flipH="0" flipV="0">
                <a:off x="2436300" y="1668754"/>
                <a:ext cx="805230" cy="0"/>
              </a:xfrm>
              <a:prstGeom prst="line">
                <a:avLst/>
              </a:prstGeom>
              <a:ln w="38100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614045" name=""/>
              <p:cNvCxnSpPr/>
              <p:nvPr/>
            </p:nvCxnSpPr>
            <p:spPr bwMode="auto">
              <a:xfrm rot="16199998" flipH="0" flipV="1">
                <a:off x="2370880" y="431759"/>
                <a:ext cx="1043366" cy="912529"/>
              </a:xfrm>
              <a:prstGeom prst="line">
                <a:avLst/>
              </a:prstGeom>
              <a:ln w="38100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3209217" name=""/>
              <p:cNvCxnSpPr/>
              <p:nvPr/>
            </p:nvCxnSpPr>
            <p:spPr bwMode="auto">
              <a:xfrm rot="5399997" flipH="0" flipV="0">
                <a:off x="2370882" y="1993221"/>
                <a:ext cx="1043364" cy="912529"/>
              </a:xfrm>
              <a:prstGeom prst="line">
                <a:avLst/>
              </a:prstGeom>
              <a:ln w="38100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0069749" name=""/>
              <p:cNvSpPr/>
              <p:nvPr/>
            </p:nvSpPr>
            <p:spPr bwMode="auto">
              <a:xfrm rot="0" flipH="0" flipV="0">
                <a:off x="3241530" y="1302407"/>
                <a:ext cx="732690" cy="732690"/>
              </a:xfrm>
              <a:prstGeom prst="ellipse">
                <a:avLst/>
              </a:prstGeom>
              <a:solidFill>
                <a:srgbClr val="E173FF"/>
              </a:solidFill>
              <a:ln w="38100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cxnSp>
            <p:nvCxnSpPr>
              <p:cNvPr id="2075436910" name=""/>
              <p:cNvCxnSpPr/>
              <p:nvPr/>
            </p:nvCxnSpPr>
            <p:spPr bwMode="auto">
              <a:xfrm rot="10800000" flipH="0" flipV="0">
                <a:off x="732690" y="2971170"/>
                <a:ext cx="970920" cy="0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0543906" name=""/>
              <p:cNvCxnSpPr/>
              <p:nvPr/>
            </p:nvCxnSpPr>
            <p:spPr bwMode="auto">
              <a:xfrm rot="10800000" flipH="0" flipV="1">
                <a:off x="732690" y="1668753"/>
                <a:ext cx="970920" cy="0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862053" name=""/>
              <p:cNvCxnSpPr/>
              <p:nvPr/>
            </p:nvCxnSpPr>
            <p:spPr bwMode="auto">
              <a:xfrm rot="10800000" flipH="0" flipV="0">
                <a:off x="732690" y="366345"/>
                <a:ext cx="970920" cy="0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46914998" name=""/>
              <p:cNvGrpSpPr/>
              <p:nvPr/>
            </p:nvGrpSpPr>
            <p:grpSpPr bwMode="auto">
              <a:xfrm>
                <a:off x="0" y="0"/>
                <a:ext cx="732690" cy="3337515"/>
                <a:chOff x="0" y="0"/>
                <a:chExt cx="732690" cy="3337515"/>
              </a:xfrm>
            </p:grpSpPr>
            <p:sp>
              <p:nvSpPr>
                <p:cNvPr id="1694970102" name=""/>
                <p:cNvSpPr/>
                <p:nvPr/>
              </p:nvSpPr>
              <p:spPr bwMode="auto">
                <a:xfrm rot="0" flipH="0" flipV="0">
                  <a:off x="0" y="2604825"/>
                  <a:ext cx="732690" cy="732690"/>
                </a:xfrm>
                <a:prstGeom prst="ellipse">
                  <a:avLst/>
                </a:prstGeom>
                <a:solidFill>
                  <a:srgbClr val="FF4C4C"/>
                </a:solidFill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674672311" name=""/>
                <p:cNvSpPr/>
                <p:nvPr/>
              </p:nvSpPr>
              <p:spPr bwMode="auto">
                <a:xfrm rot="0" flipH="0" flipV="0">
                  <a:off x="0" y="1302407"/>
                  <a:ext cx="732690" cy="732690"/>
                </a:xfrm>
                <a:prstGeom prst="ellipse">
                  <a:avLst/>
                </a:prstGeom>
                <a:solidFill>
                  <a:srgbClr val="FF4C4C"/>
                </a:solidFill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39901396" name=""/>
                <p:cNvSpPr/>
                <p:nvPr/>
              </p:nvSpPr>
              <p:spPr bwMode="auto">
                <a:xfrm rot="0" flipH="0" flipV="0">
                  <a:off x="0" y="0"/>
                  <a:ext cx="732690" cy="732690"/>
                </a:xfrm>
                <a:prstGeom prst="ellipse">
                  <a:avLst/>
                </a:prstGeom>
                <a:solidFill>
                  <a:srgbClr val="FF4C4C"/>
                </a:solidFill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  <p:grpSp>
            <p:nvGrpSpPr>
              <p:cNvPr id="234930104" name=""/>
              <p:cNvGrpSpPr/>
              <p:nvPr/>
            </p:nvGrpSpPr>
            <p:grpSpPr bwMode="auto">
              <a:xfrm>
                <a:off x="1703610" y="0"/>
                <a:ext cx="732690" cy="3337515"/>
                <a:chOff x="0" y="0"/>
                <a:chExt cx="732690" cy="3337515"/>
              </a:xfrm>
            </p:grpSpPr>
            <p:sp>
              <p:nvSpPr>
                <p:cNvPr id="1521834786" name=""/>
                <p:cNvSpPr/>
                <p:nvPr/>
              </p:nvSpPr>
              <p:spPr bwMode="auto">
                <a:xfrm rot="0" flipH="0" flipV="0">
                  <a:off x="0" y="2604825"/>
                  <a:ext cx="732690" cy="732690"/>
                </a:xfrm>
                <a:prstGeom prst="ellipse">
                  <a:avLst/>
                </a:prstGeom>
                <a:solidFill>
                  <a:srgbClr val="FFC926"/>
                </a:solidFill>
                <a:ln w="381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26617674" name=""/>
                <p:cNvSpPr/>
                <p:nvPr/>
              </p:nvSpPr>
              <p:spPr bwMode="auto">
                <a:xfrm rot="0" flipH="0" flipV="0">
                  <a:off x="0" y="1302407"/>
                  <a:ext cx="732690" cy="732690"/>
                </a:xfrm>
                <a:prstGeom prst="ellipse">
                  <a:avLst/>
                </a:prstGeom>
                <a:solidFill>
                  <a:srgbClr val="FFC926"/>
                </a:solidFill>
                <a:ln w="381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61347968" name=""/>
                <p:cNvSpPr/>
                <p:nvPr/>
              </p:nvSpPr>
              <p:spPr bwMode="auto">
                <a:xfrm rot="0" flipH="0" flipV="0">
                  <a:off x="0" y="0"/>
                  <a:ext cx="732690" cy="732690"/>
                </a:xfrm>
                <a:prstGeom prst="ellipse">
                  <a:avLst/>
                </a:prstGeom>
                <a:solidFill>
                  <a:srgbClr val="FFC926"/>
                </a:solidFill>
                <a:ln w="381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</p:grpSp>
        <p:sp>
          <p:nvSpPr>
            <p:cNvPr id="1420594127" name=""/>
            <p:cNvSpPr txBox="1"/>
            <p:nvPr/>
          </p:nvSpPr>
          <p:spPr bwMode="auto">
            <a:xfrm rot="5400000" flipH="0" flipV="0">
              <a:off x="2578581" y="2013102"/>
              <a:ext cx="667964" cy="640440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sz="3600" b="1" i="0" u="none" strike="noStrike" cap="none" spc="0"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…</a:t>
              </a:r>
              <a:endParaRPr sz="3600" b="1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16</cp:revision>
  <dcterms:modified xsi:type="dcterms:W3CDTF">2026-09-21T09:34:46Z</dcterms:modified>
</cp:coreProperties>
</file>