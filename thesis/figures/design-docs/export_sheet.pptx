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  <p:sldId id="257" r:id="rId5"/>
    <p:sldId id="258" r:id="rId6"/>
    <p:sldId id="259" r:id="rId7"/>
    <p:sldId id="260" r:id="rId8"/>
  </p:sldIdLst>
  <p:sldSz cx="36000000" cy="18000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11340"/>
        <p:guide pos="567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94740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6962442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1041249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6939293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892563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474623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4AF25E-8730-29A7-B21F-F2E48131D0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091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1839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8435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51597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5338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81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491238-2CBC-8F49-8F2D-3518DAA56A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2465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02994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8369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17004D-49F4-EEEE-68CD-95F7AD4965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6683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92678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839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70FF3-B03B-2DE3-2CFC-B695B15E95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470055" name="Title 1"/>
          <p:cNvSpPr>
            <a:spLocks noGrp="1"/>
          </p:cNvSpPr>
          <p:nvPr>
            <p:ph type="ctrTitle"/>
          </p:nvPr>
        </p:nvSpPr>
        <p:spPr bwMode="auto">
          <a:xfrm>
            <a:off x="4499999" y="2945834"/>
            <a:ext cx="26999999" cy="6266666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39834897" name="Subtitle 2"/>
          <p:cNvSpPr>
            <a:spLocks noGrp="1"/>
          </p:cNvSpPr>
          <p:nvPr>
            <p:ph type="subTitle" idx="1"/>
          </p:nvPr>
        </p:nvSpPr>
        <p:spPr bwMode="auto">
          <a:xfrm>
            <a:off x="4499999" y="9454167"/>
            <a:ext cx="26999999" cy="43458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713468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206503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114020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4106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1405483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959131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479210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76274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702215" name="Title 1"/>
          <p:cNvSpPr>
            <a:spLocks noGrp="1"/>
          </p:cNvSpPr>
          <p:nvPr>
            <p:ph type="title"/>
          </p:nvPr>
        </p:nvSpPr>
        <p:spPr bwMode="auto">
          <a:xfrm>
            <a:off x="2456249" y="4487501"/>
            <a:ext cx="31050000" cy="7487498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40733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56249" y="12045834"/>
            <a:ext cx="31050000" cy="393749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37092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087779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39235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354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9781158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2475000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20202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8224999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247936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09914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484060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816531" name="Title 1"/>
          <p:cNvSpPr>
            <a:spLocks noGrp="1"/>
          </p:cNvSpPr>
          <p:nvPr>
            <p:ph type="title"/>
          </p:nvPr>
        </p:nvSpPr>
        <p:spPr bwMode="auto">
          <a:xfrm>
            <a:off x="2479687" y="958333"/>
            <a:ext cx="31050000" cy="3479167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59005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9687" y="4412501"/>
            <a:ext cx="15229686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022829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2479687" y="6574999"/>
            <a:ext cx="15229686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263898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18224999" y="4412501"/>
            <a:ext cx="15304688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0852760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18224999" y="6574999"/>
            <a:ext cx="15304688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330370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2468135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666331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0731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877129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30550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848992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9315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197312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357531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672317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7881407" name="Content Placeholder 2"/>
          <p:cNvSpPr>
            <a:spLocks noGrp="1"/>
          </p:cNvSpPr>
          <p:nvPr>
            <p:ph idx="1"/>
          </p:nvPr>
        </p:nvSpPr>
        <p:spPr bwMode="auto">
          <a:xfrm>
            <a:off x="15304688" y="2591666"/>
            <a:ext cx="18224999" cy="127916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76085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27039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725416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984201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243105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4561343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15304688" y="2591666"/>
            <a:ext cx="18224999" cy="12791666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655474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26604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52630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496357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28857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774783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835984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705476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09503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07205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25762499" y="958333"/>
            <a:ext cx="7762500" cy="15254167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144781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2475000" y="958333"/>
            <a:ext cx="22837500" cy="15254167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73576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10403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0096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232448" name="Title Placeholder 1"/>
          <p:cNvSpPr>
            <a:spLocks noGrp="1"/>
          </p:cNvSpPr>
          <p:nvPr>
            <p:ph type="title"/>
          </p:nvPr>
        </p:nvSpPr>
        <p:spPr bwMode="auto">
          <a:xfrm>
            <a:off x="2475000" y="958333"/>
            <a:ext cx="31050000" cy="3479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42056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5000" y="4791666"/>
            <a:ext cx="31050000" cy="114208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6175120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247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947631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1924999" y="16683333"/>
            <a:ext cx="1214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4043465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2542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81490164" name=""/>
          <p:cNvGrpSpPr/>
          <p:nvPr/>
        </p:nvGrpSpPr>
        <p:grpSpPr bwMode="auto">
          <a:xfrm rot="0" flipH="0" flipV="0">
            <a:off x="13434543" y="4268019"/>
            <a:ext cx="3212273" cy="2294745"/>
            <a:chOff x="0" y="0"/>
            <a:chExt cx="3212273" cy="2294745"/>
          </a:xfrm>
        </p:grpSpPr>
        <p:cxnSp>
          <p:nvCxnSpPr>
            <p:cNvPr id="209936647" name=""/>
            <p:cNvCxnSpPr/>
            <p:nvPr/>
          </p:nvCxnSpPr>
          <p:spPr bwMode="auto">
            <a:xfrm rot="10800000" flipH="0" flipV="0">
              <a:off x="1252067" y="1179936"/>
              <a:ext cx="718360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158560" name=""/>
            <p:cNvGrpSpPr/>
            <p:nvPr/>
          </p:nvGrpSpPr>
          <p:grpSpPr bwMode="auto">
            <a:xfrm rot="0" flipH="0" flipV="0">
              <a:off x="827500" y="457377"/>
              <a:ext cx="628720" cy="1837112"/>
              <a:chOff x="0" y="0"/>
              <a:chExt cx="628720" cy="1837112"/>
            </a:xfrm>
          </p:grpSpPr>
          <p:sp>
            <p:nvSpPr>
              <p:cNvPr id="45257188" name=""/>
              <p:cNvSpPr/>
              <p:nvPr/>
            </p:nvSpPr>
            <p:spPr bwMode="auto">
              <a:xfrm rot="0" flipH="0" flipV="0">
                <a:off x="243096" y="631695"/>
                <a:ext cx="181469" cy="181469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485224911" name=""/>
              <p:cNvCxnSpPr/>
              <p:nvPr/>
            </p:nvCxnSpPr>
            <p:spPr bwMode="auto">
              <a:xfrm rot="5400000" flipH="0" flipV="1">
                <a:off x="12872" y="315847"/>
                <a:ext cx="63169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472742" name=""/>
              <p:cNvCxnSpPr/>
              <p:nvPr/>
            </p:nvCxnSpPr>
            <p:spPr bwMode="auto">
              <a:xfrm rot="16199998" flipH="0" flipV="0">
                <a:off x="67688" y="1079309"/>
                <a:ext cx="532286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65460799" name=""/>
              <p:cNvGrpSpPr/>
              <p:nvPr/>
            </p:nvGrpSpPr>
            <p:grpSpPr bwMode="auto">
              <a:xfrm flipH="0" flipV="0">
                <a:off x="0" y="1345452"/>
                <a:ext cx="628720" cy="491659"/>
                <a:chOff x="0" y="0"/>
                <a:chExt cx="628720" cy="491659"/>
              </a:xfrm>
            </p:grpSpPr>
            <p:sp>
              <p:nvSpPr>
                <p:cNvPr id="326553863" name=""/>
                <p:cNvSpPr txBox="1"/>
                <p:nvPr/>
              </p:nvSpPr>
              <p:spPr bwMode="auto">
                <a:xfrm rot="0" flipH="0" flipV="0">
                  <a:off x="0" y="3620"/>
                  <a:ext cx="477778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latin typeface="CMU Serif"/>
                    <a:cs typeface="CMU Serif"/>
                  </a:endParaRPr>
                </a:p>
              </p:txBody>
            </p:sp>
            <p:sp>
              <p:nvSpPr>
                <p:cNvPr id="907833745" name=""/>
                <p:cNvSpPr/>
                <p:nvPr/>
              </p:nvSpPr>
              <p:spPr bwMode="auto">
                <a:xfrm rot="0" flipH="0" flipV="0">
                  <a:off x="38943" y="0"/>
                  <a:ext cx="589777" cy="488672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sp>
          <p:nvSpPr>
            <p:cNvPr id="508684163" name=""/>
            <p:cNvSpPr/>
            <p:nvPr/>
          </p:nvSpPr>
          <p:spPr bwMode="auto">
            <a:xfrm rot="0" flipH="0" flipV="0">
              <a:off x="1970428" y="1089328"/>
              <a:ext cx="181469" cy="181469"/>
            </a:xfrm>
            <a:prstGeom prst="ellipse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314814407" name=""/>
            <p:cNvCxnSpPr/>
            <p:nvPr/>
          </p:nvCxnSpPr>
          <p:spPr bwMode="auto">
            <a:xfrm rot="5400000" flipH="0" flipV="0">
              <a:off x="1745188" y="773352"/>
              <a:ext cx="631950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72195" name=""/>
            <p:cNvCxnSpPr/>
            <p:nvPr/>
          </p:nvCxnSpPr>
          <p:spPr bwMode="auto">
            <a:xfrm rot="16199998" flipH="0" flipV="0">
              <a:off x="1795020" y="1536941"/>
              <a:ext cx="532285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76074680" name=""/>
            <p:cNvGrpSpPr/>
            <p:nvPr/>
          </p:nvGrpSpPr>
          <p:grpSpPr bwMode="auto">
            <a:xfrm rot="0" flipH="0" flipV="0">
              <a:off x="1727331" y="1803085"/>
              <a:ext cx="628720" cy="491659"/>
              <a:chOff x="0" y="0"/>
              <a:chExt cx="628720" cy="491659"/>
            </a:xfrm>
          </p:grpSpPr>
          <p:sp>
            <p:nvSpPr>
              <p:cNvPr id="382696975" name=""/>
              <p:cNvSpPr txBox="1"/>
              <p:nvPr/>
            </p:nvSpPr>
            <p:spPr bwMode="auto">
              <a:xfrm rot="0" flipH="0" flipV="0">
                <a:off x="0" y="3620"/>
                <a:ext cx="478033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6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fr-FR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fr-FR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600" b="1">
                  <a:latin typeface="CMU Serif"/>
                  <a:cs typeface="CMU Serif"/>
                </a:endParaRPr>
              </a:p>
            </p:txBody>
          </p:sp>
          <p:sp>
            <p:nvSpPr>
              <p:cNvPr id="2122237855" name=""/>
              <p:cNvSpPr/>
              <p:nvPr/>
            </p:nvSpPr>
            <p:spPr bwMode="auto">
              <a:xfrm rot="0" flipH="0" flipV="0">
                <a:off x="38944" y="0"/>
                <a:ext cx="589776" cy="488671"/>
              </a:xfrm>
              <a:prstGeom prst="rect">
                <a:avLst/>
              </a:prstGeom>
              <a:noFill/>
              <a:ln w="28575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1930183193" name=""/>
            <p:cNvSpPr txBox="1"/>
            <p:nvPr/>
          </p:nvSpPr>
          <p:spPr bwMode="auto">
            <a:xfrm rot="0" flipH="0" flipV="0">
              <a:off x="1292353" y="675000"/>
              <a:ext cx="480580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r>
                          <m:rPr>
                            <m:sty m:val="bi"/>
                          </m:rPr>
                          <a:rPr lang="fr-FR" sz="2600" u="none" strike="noStrike" cap="none" spc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CZ</m:t>
                        </m:r>
                      </m:oMath>
                    </m:oMathPara>
                  </a14:m>
                </mc:Choice>
                <mc:Fallback/>
              </mc:AlternateContent>
              <a:endParaRPr sz="2600" b="1">
                <a:latin typeface="CMU Serif"/>
                <a:cs typeface="CMU Serif"/>
              </a:endParaRPr>
            </a:p>
          </p:txBody>
        </p:sp>
        <p:sp>
          <p:nvSpPr>
            <p:cNvPr id="1286433182" name=""/>
            <p:cNvSpPr/>
            <p:nvPr/>
          </p:nvSpPr>
          <p:spPr bwMode="auto">
            <a:xfrm rot="0" flipH="0" flipV="0">
              <a:off x="2754894" y="0"/>
              <a:ext cx="457377" cy="45737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854316108" name=""/>
            <p:cNvCxnSpPr/>
            <p:nvPr/>
          </p:nvCxnSpPr>
          <p:spPr bwMode="auto">
            <a:xfrm rot="10800000" flipH="0" flipV="0">
              <a:off x="2300000" y="228688"/>
              <a:ext cx="45489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5000429" name=""/>
            <p:cNvSpPr/>
            <p:nvPr/>
          </p:nvSpPr>
          <p:spPr bwMode="auto">
            <a:xfrm rot="0" flipH="0" flipV="0">
              <a:off x="1832475" y="0"/>
              <a:ext cx="457377" cy="45737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grpSp>
          <p:nvGrpSpPr>
            <p:cNvPr id="2083355767" name=""/>
            <p:cNvGrpSpPr/>
            <p:nvPr/>
          </p:nvGrpSpPr>
          <p:grpSpPr bwMode="auto">
            <a:xfrm rot="10800000" flipH="0" flipV="0">
              <a:off x="0" y="0"/>
              <a:ext cx="1379797" cy="457377"/>
              <a:chOff x="0" y="0"/>
              <a:chExt cx="1379797" cy="457377"/>
            </a:xfrm>
          </p:grpSpPr>
          <p:sp>
            <p:nvSpPr>
              <p:cNvPr id="1883425642" name=""/>
              <p:cNvSpPr/>
              <p:nvPr/>
            </p:nvSpPr>
            <p:spPr bwMode="auto">
              <a:xfrm rot="0" flipH="0" flipV="0">
                <a:off x="922419" y="0"/>
                <a:ext cx="457377" cy="45737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88305902" name=""/>
              <p:cNvCxnSpPr/>
              <p:nvPr/>
            </p:nvCxnSpPr>
            <p:spPr bwMode="auto">
              <a:xfrm rot="10800000" flipH="0" flipV="0">
                <a:off x="467524" y="228688"/>
                <a:ext cx="454893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5337369" name=""/>
              <p:cNvSpPr/>
              <p:nvPr/>
            </p:nvSpPr>
            <p:spPr bwMode="auto">
              <a:xfrm rot="0" flipH="0" flipV="0">
                <a:off x="0" y="0"/>
                <a:ext cx="457377" cy="45737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</p:grpSp>
      <p:grpSp>
        <p:nvGrpSpPr>
          <p:cNvPr id="562520318" name=""/>
          <p:cNvGrpSpPr/>
          <p:nvPr/>
        </p:nvGrpSpPr>
        <p:grpSpPr bwMode="auto">
          <a:xfrm rot="0" flipH="0" flipV="0">
            <a:off x="7111068" y="4493119"/>
            <a:ext cx="4194556" cy="1400662"/>
            <a:chOff x="0" y="0"/>
            <a:chExt cx="4194556" cy="1400662"/>
          </a:xfrm>
        </p:grpSpPr>
        <p:sp>
          <p:nvSpPr>
            <p:cNvPr id="915773653" name=""/>
            <p:cNvSpPr/>
            <p:nvPr/>
          </p:nvSpPr>
          <p:spPr bwMode="auto">
            <a:xfrm rot="0" flipH="0" flipV="0">
              <a:off x="1289166" y="652274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95666278" name=""/>
            <p:cNvSpPr/>
            <p:nvPr/>
          </p:nvSpPr>
          <p:spPr bwMode="auto">
            <a:xfrm rot="0" flipH="0" flipV="0">
              <a:off x="1136909" y="536992"/>
              <a:ext cx="1898305" cy="863669"/>
            </a:xfrm>
            <a:prstGeom prst="flowChartAlternateProcess">
              <a:avLst/>
            </a:prstGeom>
            <a:noFill/>
            <a:ln w="57150" cap="flat" cmpd="sng" algn="ctr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399993644" name=""/>
            <p:cNvSpPr txBox="1"/>
            <p:nvPr/>
          </p:nvSpPr>
          <p:spPr bwMode="auto">
            <a:xfrm rot="0" flipH="0" flipV="0">
              <a:off x="1095301" y="0"/>
              <a:ext cx="198332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latin typeface="CMU Serif"/>
                  <a:ea typeface="CMU Serif"/>
                  <a:cs typeface="CMU Serif"/>
                </a:rPr>
                <a:t>BSM</a:t>
              </a:r>
              <a:endParaRPr sz="2600" b="1">
                <a:latin typeface="CMU Serif"/>
                <a:cs typeface="CMU Serif"/>
              </a:endParaRPr>
            </a:p>
          </p:txBody>
        </p:sp>
        <p:cxnSp>
          <p:nvCxnSpPr>
            <p:cNvPr id="1745280508" name=""/>
            <p:cNvCxnSpPr/>
            <p:nvPr/>
          </p:nvCxnSpPr>
          <p:spPr bwMode="auto">
            <a:xfrm rot="10800000" flipH="0" flipV="0">
              <a:off x="646336" y="975444"/>
              <a:ext cx="642828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3892996" name=""/>
            <p:cNvSpPr/>
            <p:nvPr/>
          </p:nvSpPr>
          <p:spPr bwMode="auto">
            <a:xfrm rot="0" flipH="0" flipV="0">
              <a:off x="0" y="652274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16905699" name=""/>
            <p:cNvSpPr/>
            <p:nvPr/>
          </p:nvSpPr>
          <p:spPr bwMode="auto">
            <a:xfrm rot="0" flipH="0" flipV="0">
              <a:off x="3548218" y="652274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2111305849" name=""/>
            <p:cNvCxnSpPr/>
            <p:nvPr/>
          </p:nvCxnSpPr>
          <p:spPr bwMode="auto">
            <a:xfrm rot="10800000" flipH="0" flipV="0">
              <a:off x="2905389" y="975444"/>
              <a:ext cx="642827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204925" name=""/>
            <p:cNvSpPr/>
            <p:nvPr/>
          </p:nvSpPr>
          <p:spPr bwMode="auto">
            <a:xfrm rot="0" flipH="0" flipV="0">
              <a:off x="2259051" y="652274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cxnSp>
        <p:nvCxnSpPr>
          <p:cNvPr id="1143848607" name=""/>
          <p:cNvCxnSpPr/>
          <p:nvPr/>
        </p:nvCxnSpPr>
        <p:spPr bwMode="auto">
          <a:xfrm rot="0" flipH="0" flipV="0">
            <a:off x="11884703" y="5483741"/>
            <a:ext cx="1362304" cy="0"/>
          </a:xfrm>
          <a:prstGeom prst="line">
            <a:avLst/>
          </a:prstGeom>
          <a:ln w="38100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5250975" name=""/>
          <p:cNvSpPr txBox="1"/>
          <p:nvPr/>
        </p:nvSpPr>
        <p:spPr bwMode="auto">
          <a:xfrm rot="0" flipH="0" flipV="0">
            <a:off x="11846603" y="4936875"/>
            <a:ext cx="1432661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600" b="1">
                <a:solidFill>
                  <a:srgbClr val="00FF73"/>
                </a:solidFill>
                <a:latin typeface="CMU Serif"/>
                <a:ea typeface="CMU Serif"/>
                <a:cs typeface="CMU Serif"/>
              </a:rPr>
              <a:t>Success</a:t>
            </a:r>
            <a:endParaRPr sz="2600" b="1">
              <a:solidFill>
                <a:srgbClr val="00FF73"/>
              </a:solidFill>
              <a:latin typeface="CMU Serif"/>
              <a:cs typeface="CMU Serif"/>
            </a:endParaRPr>
          </a:p>
        </p:txBody>
      </p:sp>
      <p:sp>
        <p:nvSpPr>
          <p:cNvPr id="155905261" name=""/>
          <p:cNvSpPr txBox="1"/>
          <p:nvPr/>
        </p:nvSpPr>
        <p:spPr bwMode="auto">
          <a:xfrm rot="0" flipH="0" flipV="0">
            <a:off x="16622521" y="5046482"/>
            <a:ext cx="1435540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4800" b="1">
                <a:solidFill>
                  <a:schemeClr val="tx1"/>
                </a:solidFill>
                <a:latin typeface="CMU Serif"/>
                <a:ea typeface="CMU Serif"/>
                <a:cs typeface="CMU Serif"/>
              </a:rPr>
              <a:t>=</a:t>
            </a:r>
            <a:endParaRPr sz="4800" b="1">
              <a:solidFill>
                <a:schemeClr val="tx1"/>
              </a:solidFill>
              <a:latin typeface="CMU Serif"/>
              <a:cs typeface="CMU Serif"/>
            </a:endParaRPr>
          </a:p>
        </p:txBody>
      </p:sp>
      <p:grpSp>
        <p:nvGrpSpPr>
          <p:cNvPr id="1284129151" name=""/>
          <p:cNvGrpSpPr/>
          <p:nvPr/>
        </p:nvGrpSpPr>
        <p:grpSpPr bwMode="auto">
          <a:xfrm rot="0" flipH="0" flipV="0">
            <a:off x="18538996" y="5134973"/>
            <a:ext cx="2713758" cy="646338"/>
            <a:chOff x="0" y="0"/>
            <a:chExt cx="2713758" cy="646338"/>
          </a:xfrm>
        </p:grpSpPr>
        <p:sp>
          <p:nvSpPr>
            <p:cNvPr id="542542561" name=""/>
            <p:cNvSpPr/>
            <p:nvPr/>
          </p:nvSpPr>
          <p:spPr bwMode="auto">
            <a:xfrm rot="0" flipH="0" flipV="0">
              <a:off x="2067420" y="0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90393671" name=""/>
            <p:cNvSpPr/>
            <p:nvPr/>
          </p:nvSpPr>
          <p:spPr bwMode="auto">
            <a:xfrm rot="10800000" flipH="0" flipV="0">
              <a:off x="0" y="0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798033775" name=""/>
            <p:cNvCxnSpPr/>
            <p:nvPr/>
          </p:nvCxnSpPr>
          <p:spPr bwMode="auto">
            <a:xfrm rot="10800000" flipH="0" flipV="0">
              <a:off x="646337" y="323169"/>
              <a:ext cx="1421082" cy="0"/>
            </a:xfrm>
            <a:prstGeom prst="line">
              <a:avLst/>
            </a:prstGeom>
            <a:ln w="571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4782835" name=""/>
          <p:cNvSpPr txBox="1"/>
          <p:nvPr/>
        </p:nvSpPr>
        <p:spPr bwMode="auto">
          <a:xfrm rot="0" flipH="0" flipV="0">
            <a:off x="20757580" y="6077721"/>
            <a:ext cx="6476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413467146" name=""/>
          <p:cNvSpPr txBox="1"/>
          <p:nvPr/>
        </p:nvSpPr>
        <p:spPr bwMode="auto">
          <a:xfrm rot="0" flipH="0" flipV="0">
            <a:off x="17394276" y="3832257"/>
            <a:ext cx="64805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136975868" name=""/>
          <p:cNvSpPr txBox="1"/>
          <p:nvPr/>
        </p:nvSpPr>
        <p:spPr bwMode="auto">
          <a:xfrm rot="0" flipH="0" flipV="0">
            <a:off x="6878676" y="4613307"/>
            <a:ext cx="64841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11420539" name=""/>
          <p:cNvSpPr txBox="1"/>
          <p:nvPr/>
        </p:nvSpPr>
        <p:spPr bwMode="auto">
          <a:xfrm rot="0" flipH="0" flipV="0">
            <a:off x="6957673" y="7091508"/>
            <a:ext cx="434841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27935" indent="-327935" algn="ctr">
              <a:buAutoNum type="alphaLcParenBoth"/>
              <a:defRPr/>
            </a:pPr>
            <a:r>
              <a:rPr lang="fr-FR" sz="2400" b="1">
                <a:latin typeface="CMU Serif"/>
                <a:ea typeface="CMU Serif"/>
                <a:cs typeface="CMU Serif"/>
              </a:rPr>
              <a:t> XXXXXXXXXXXXX</a:t>
            </a:r>
            <a:endParaRPr sz="2400" b="1" i="0">
              <a:latin typeface="CMU Serif"/>
              <a:cs typeface="CMU Serif"/>
            </a:endParaRPr>
          </a:p>
        </p:txBody>
      </p:sp>
      <p:sp>
        <p:nvSpPr>
          <p:cNvPr id="1324314389" name=""/>
          <p:cNvSpPr txBox="1"/>
          <p:nvPr/>
        </p:nvSpPr>
        <p:spPr bwMode="auto">
          <a:xfrm rot="0" flipH="0" flipV="0">
            <a:off x="12497544" y="7091508"/>
            <a:ext cx="4513438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400" b="1">
                <a:latin typeface="CMU Serif"/>
                <a:ea typeface="CMU Serif"/>
                <a:cs typeface="CMU Serif"/>
              </a:rPr>
              <a:t>(b) XXXXXXXXXXXXX</a:t>
            </a:r>
            <a:endParaRPr sz="2400" b="1" i="0">
              <a:latin typeface="CMU Serif"/>
              <a:cs typeface="CMU Serif"/>
            </a:endParaRPr>
          </a:p>
        </p:txBody>
      </p:sp>
      <p:sp>
        <p:nvSpPr>
          <p:cNvPr id="296880483" name=""/>
          <p:cNvSpPr txBox="1"/>
          <p:nvPr/>
        </p:nvSpPr>
        <p:spPr bwMode="auto">
          <a:xfrm rot="0" flipH="0" flipV="0">
            <a:off x="17739891" y="7091508"/>
            <a:ext cx="420871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400" b="1">
                <a:latin typeface="CMU Serif"/>
                <a:ea typeface="CMU Serif"/>
                <a:cs typeface="CMU Serif"/>
              </a:rPr>
              <a:t>(c) </a:t>
            </a:r>
            <a:r>
              <a:rPr lang="fr-FR" sz="2400" b="1">
                <a:latin typeface="CMU Serif"/>
                <a:ea typeface="CMU Serif"/>
                <a:cs typeface="CMU Serif"/>
              </a:rPr>
              <a:t>XXXXXXXXXXXXX</a:t>
            </a:r>
            <a:endParaRPr sz="2400" b="1" i="0">
              <a:latin typeface="CMU Serif"/>
              <a:cs typeface="CMU Serif"/>
            </a:endParaRPr>
          </a:p>
        </p:txBody>
      </p:sp>
      <p:grpSp>
        <p:nvGrpSpPr>
          <p:cNvPr id="349939444" name=""/>
          <p:cNvGrpSpPr/>
          <p:nvPr/>
        </p:nvGrpSpPr>
        <p:grpSpPr bwMode="auto">
          <a:xfrm>
            <a:off x="17422023" y="7955828"/>
            <a:ext cx="4526584" cy="427079"/>
            <a:chOff x="0" y="0"/>
            <a:chExt cx="4526584" cy="427079"/>
          </a:xfrm>
        </p:grpSpPr>
        <p:cxnSp>
          <p:nvCxnSpPr>
            <p:cNvPr id="138996307" name=""/>
            <p:cNvCxnSpPr/>
            <p:nvPr/>
          </p:nvCxnSpPr>
          <p:spPr bwMode="auto">
            <a:xfrm rot="0" flipH="1" flipV="0">
              <a:off x="0" y="216957"/>
              <a:ext cx="808166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6466058" name=""/>
            <p:cNvSpPr txBox="1"/>
            <p:nvPr/>
          </p:nvSpPr>
          <p:spPr bwMode="auto">
            <a:xfrm rot="0" flipH="0" flipV="0">
              <a:off x="992833" y="0"/>
              <a:ext cx="3533750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2200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 Entanglement</a:t>
              </a:r>
              <a:r>
                <a:rPr lang="fr-FR" sz="2200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 Link</a:t>
              </a:r>
              <a:endParaRPr lang="fr-FR" sz="2200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6704126" name=""/>
          <p:cNvGrpSpPr/>
          <p:nvPr/>
        </p:nvGrpSpPr>
        <p:grpSpPr bwMode="auto">
          <a:xfrm rot="0" flipH="0" flipV="0">
            <a:off x="9473355" y="11884860"/>
            <a:ext cx="15675427" cy="5380375"/>
            <a:chOff x="0" y="0"/>
            <a:chExt cx="15675427" cy="5380375"/>
          </a:xfrm>
        </p:grpSpPr>
        <p:grpSp>
          <p:nvGrpSpPr>
            <p:cNvPr id="1387127880" name=""/>
            <p:cNvGrpSpPr/>
            <p:nvPr/>
          </p:nvGrpSpPr>
          <p:grpSpPr bwMode="auto">
            <a:xfrm>
              <a:off x="0" y="0"/>
              <a:ext cx="15494129" cy="5380375"/>
              <a:chOff x="0" y="0"/>
              <a:chExt cx="15494129" cy="5380375"/>
            </a:xfrm>
          </p:grpSpPr>
          <p:grpSp>
            <p:nvGrpSpPr>
              <p:cNvPr id="1367443478" name=""/>
              <p:cNvGrpSpPr/>
              <p:nvPr/>
            </p:nvGrpSpPr>
            <p:grpSpPr bwMode="auto">
              <a:xfrm rot="0" flipH="0" flipV="0">
                <a:off x="0" y="0"/>
                <a:ext cx="4419593" cy="4578460"/>
                <a:chOff x="0" y="0"/>
                <a:chExt cx="4419593" cy="4578460"/>
              </a:xfrm>
            </p:grpSpPr>
            <p:grpSp>
              <p:nvGrpSpPr>
                <p:cNvPr id="1447600443" name=""/>
                <p:cNvGrpSpPr/>
                <p:nvPr/>
              </p:nvGrpSpPr>
              <p:grpSpPr bwMode="auto">
                <a:xfrm rot="10800000">
                  <a:off x="300086" y="1240945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646056537" name=""/>
                  <p:cNvCxnSpPr/>
                  <p:nvPr/>
                </p:nvCxnSpPr>
                <p:spPr bwMode="auto">
                  <a:xfrm rot="10800000" flipH="0" flipV="0">
                    <a:off x="2436300" y="1668753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7192866" name=""/>
                  <p:cNvCxnSpPr/>
                  <p:nvPr/>
                </p:nvCxnSpPr>
                <p:spPr bwMode="auto">
                  <a:xfrm rot="16199998" flipH="0" flipV="1">
                    <a:off x="2370879" y="431758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4321018" name=""/>
                  <p:cNvCxnSpPr/>
                  <p:nvPr/>
                </p:nvCxnSpPr>
                <p:spPr bwMode="auto">
                  <a:xfrm rot="5399997" flipH="0" flipV="0">
                    <a:off x="2370881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1816707" name=""/>
                  <p:cNvSpPr/>
                  <p:nvPr/>
                </p:nvSpPr>
                <p:spPr bwMode="auto">
                  <a:xfrm rot="0" flipH="0" flipV="0">
                    <a:off x="3241530" y="1302406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64740111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4345879" name=""/>
                  <p:cNvCxnSpPr/>
                  <p:nvPr/>
                </p:nvCxnSpPr>
                <p:spPr bwMode="auto">
                  <a:xfrm rot="10800000" flipH="0" flipV="1">
                    <a:off x="732690" y="1668753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0731748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57852487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3474491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14265771" name=""/>
                    <p:cNvSpPr/>
                    <p:nvPr/>
                  </p:nvSpPr>
                  <p:spPr bwMode="auto">
                    <a:xfrm rot="0" flipH="0" flipV="0">
                      <a:off x="0" y="1302406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83676357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569130598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602059064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28945361" name=""/>
                    <p:cNvSpPr/>
                    <p:nvPr/>
                  </p:nvSpPr>
                  <p:spPr bwMode="auto">
                    <a:xfrm rot="0" flipH="0" flipV="0">
                      <a:off x="0" y="1302406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9195660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947574836" name=""/>
                <p:cNvGrpSpPr/>
                <p:nvPr/>
              </p:nvGrpSpPr>
              <p:grpSpPr bwMode="auto">
                <a:xfrm>
                  <a:off x="495296" y="0"/>
                  <a:ext cx="3924297" cy="1066378"/>
                  <a:chOff x="0" y="0"/>
                  <a:chExt cx="3924297" cy="1066378"/>
                </a:xfrm>
              </p:grpSpPr>
              <p:sp>
                <p:nvSpPr>
                  <p:cNvPr id="4675470" name=""/>
                  <p:cNvSpPr/>
                  <p:nvPr/>
                </p:nvSpPr>
                <p:spPr bwMode="auto">
                  <a:xfrm rot="5400000" flipH="0" flipV="0">
                    <a:off x="1851862" y="-1006056"/>
                    <a:ext cx="220572" cy="3924297"/>
                  </a:xfrm>
                  <a:prstGeom prst="leftBrace">
                    <a:avLst>
                      <a:gd name="adj1" fmla="val 101801"/>
                      <a:gd name="adj2" fmla="val 50000"/>
                    </a:avLst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57431098" name=""/>
                  <p:cNvSpPr txBox="1"/>
                  <p:nvPr/>
                </p:nvSpPr>
                <p:spPr bwMode="auto">
                  <a:xfrm rot="0" flipH="0" flipV="0">
                    <a:off x="1268190" y="0"/>
                    <a:ext cx="1401595" cy="762897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a:r>
                      <a:rPr lang="fr-FR" sz="2200" b="0">
                        <a:latin typeface="CMU Serif"/>
                        <a:ea typeface="CMU Serif"/>
                        <a:cs typeface="CMU Serif"/>
                      </a:rPr>
                      <a:t>Half-RGS</a:t>
                    </a:r>
                    <a:br>
                      <a:rPr sz="2200" b="0">
                        <a:latin typeface="CMU Serif"/>
                        <a:cs typeface="CMU Serif"/>
                      </a:rPr>
                    </a:br>
                    <a:r>
                      <a:rPr lang="fr-FR" sz="2200" b="0">
                        <a:latin typeface="CMU Serif"/>
                        <a:cs typeface="CMU Serif"/>
                      </a:rPr>
                      <a:t>(</a:t>
                    </a:r>
                    <a:r>
                      <a:rPr lang="fr-FR" sz="2200" b="0" i="1" u="none" strike="noStrike" cap="none" spc="0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m </a:t>
                    </a:r>
                    <a:r>
                      <a:rPr lang="fr-FR" sz="2200" b="0" i="0" u="none" strike="noStrike" cap="none" spc="0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arms)</a:t>
                    </a:r>
                    <a:endParaRPr sz="2200" b="0">
                      <a:latin typeface="CMU Serif"/>
                      <a:cs typeface="CMU Serif"/>
                    </a:endParaRPr>
                  </a:p>
                </p:txBody>
              </p:sp>
            </p:grpSp>
            <p:sp>
              <p:nvSpPr>
                <p:cNvPr id="1871346867" name=""/>
                <p:cNvSpPr txBox="1"/>
                <p:nvPr/>
              </p:nvSpPr>
              <p:spPr bwMode="auto">
                <a:xfrm rot="5400000" flipH="0" flipV="0">
                  <a:off x="2878667" y="3254227"/>
                  <a:ext cx="668323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2064214414" name=""/>
                <p:cNvSpPr txBox="1"/>
                <p:nvPr/>
              </p:nvSpPr>
              <p:spPr bwMode="auto">
                <a:xfrm rot="0" flipH="0" flipV="0">
                  <a:off x="0" y="3499238"/>
                  <a:ext cx="1288023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730090906" name=""/>
              <p:cNvGrpSpPr/>
              <p:nvPr/>
            </p:nvGrpSpPr>
            <p:grpSpPr bwMode="auto">
              <a:xfrm rot="0" flipH="0" flipV="0">
                <a:off x="6255239" y="1237590"/>
                <a:ext cx="9238889" cy="3337515"/>
                <a:chOff x="0" y="0"/>
                <a:chExt cx="9238889" cy="3337515"/>
              </a:xfrm>
            </p:grpSpPr>
            <p:grpSp>
              <p:nvGrpSpPr>
                <p:cNvPr id="182765170" name=""/>
                <p:cNvGrpSpPr/>
                <p:nvPr/>
              </p:nvGrpSpPr>
              <p:grpSpPr bwMode="auto">
                <a:xfrm>
                  <a:off x="0" y="0"/>
                  <a:ext cx="9238889" cy="3337515"/>
                  <a:chOff x="0" y="0"/>
                  <a:chExt cx="9238889" cy="3337515"/>
                </a:xfrm>
              </p:grpSpPr>
              <p:cxnSp>
                <p:nvCxnSpPr>
                  <p:cNvPr id="1409867181" name=""/>
                  <p:cNvCxnSpPr/>
                  <p:nvPr/>
                </p:nvCxnSpPr>
                <p:spPr bwMode="auto">
                  <a:xfrm rot="0" flipH="0" flipV="1">
                    <a:off x="3974225" y="1668757"/>
                    <a:ext cx="1290442" cy="0"/>
                  </a:xfrm>
                  <a:prstGeom prst="line">
                    <a:avLst/>
                  </a:prstGeom>
                  <a:ln w="50800" cap="flat" cmpd="sng" algn="ctr">
                    <a:solidFill>
                      <a:srgbClr val="FF99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24688950" name=""/>
                  <p:cNvGrpSpPr/>
                  <p:nvPr/>
                </p:nvGrpSpPr>
                <p:grpSpPr bwMode="auto">
                  <a:xfrm>
                    <a:off x="0" y="0"/>
                    <a:ext cx="3974220" cy="3337515"/>
                    <a:chOff x="0" y="0"/>
                    <a:chExt cx="3974220" cy="3337515"/>
                  </a:xfrm>
                </p:grpSpPr>
                <p:cxnSp>
                  <p:nvCxnSpPr>
                    <p:cNvPr id="1254372657" name=""/>
                    <p:cNvCxnSpPr/>
                    <p:nvPr/>
                  </p:nvCxnSpPr>
                  <p:spPr bwMode="auto">
                    <a:xfrm rot="10800000" flipH="0" flipV="0">
                      <a:off x="2436300" y="1668754"/>
                      <a:ext cx="80523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4976295" name=""/>
                    <p:cNvCxnSpPr/>
                    <p:nvPr/>
                  </p:nvCxnSpPr>
                  <p:spPr bwMode="auto">
                    <a:xfrm rot="16199998" flipH="0" flipV="1">
                      <a:off x="2370881" y="431760"/>
                      <a:ext cx="1043366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9603712" name=""/>
                    <p:cNvCxnSpPr/>
                    <p:nvPr/>
                  </p:nvCxnSpPr>
                  <p:spPr bwMode="auto">
                    <a:xfrm rot="5399997" flipH="0" flipV="0">
                      <a:off x="2370882" y="1993221"/>
                      <a:ext cx="1043364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19123189" name=""/>
                    <p:cNvSpPr/>
                    <p:nvPr/>
                  </p:nvSpPr>
                  <p:spPr bwMode="auto">
                    <a:xfrm rot="0" flipH="0" flipV="0">
                      <a:off x="3241530" y="1302409"/>
                      <a:ext cx="732690" cy="732690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612973621" name=""/>
                    <p:cNvCxnSpPr/>
                    <p:nvPr/>
                  </p:nvCxnSpPr>
                  <p:spPr bwMode="auto">
                    <a:xfrm rot="10800000" flipH="0" flipV="0">
                      <a:off x="732690" y="2971170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6460079" name=""/>
                    <p:cNvCxnSpPr/>
                    <p:nvPr/>
                  </p:nvCxnSpPr>
                  <p:spPr bwMode="auto">
                    <a:xfrm rot="10800000" flipH="0" flipV="1">
                      <a:off x="732690" y="1668754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1196869" name=""/>
                    <p:cNvCxnSpPr/>
                    <p:nvPr/>
                  </p:nvCxnSpPr>
                  <p:spPr bwMode="auto">
                    <a:xfrm rot="10800000" flipH="0" flipV="0">
                      <a:off x="732690" y="36634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977284577" name=""/>
                    <p:cNvGrpSpPr/>
                    <p:nvPr/>
                  </p:nvGrpSpPr>
                  <p:grpSpPr bwMode="auto">
                    <a:xfrm>
                      <a:off x="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154907552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949888695" name=""/>
                      <p:cNvSpPr/>
                      <p:nvPr/>
                    </p:nvSpPr>
                    <p:spPr bwMode="auto">
                      <a:xfrm rot="0" flipH="0" flipV="0">
                        <a:off x="0" y="1302407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68553331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411680971" name=""/>
                    <p:cNvGrpSpPr/>
                    <p:nvPr/>
                  </p:nvGrpSpPr>
                  <p:grpSpPr bwMode="auto">
                    <a:xfrm>
                      <a:off x="170361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786411738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886639013" name=""/>
                      <p:cNvSpPr/>
                      <p:nvPr/>
                    </p:nvSpPr>
                    <p:spPr bwMode="auto">
                      <a:xfrm rot="0" flipH="0" flipV="0">
                        <a:off x="0" y="1302407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573799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</p:grpSp>
              <p:grpSp>
                <p:nvGrpSpPr>
                  <p:cNvPr id="47262191" name=""/>
                  <p:cNvGrpSpPr/>
                  <p:nvPr/>
                </p:nvGrpSpPr>
                <p:grpSpPr bwMode="auto">
                  <a:xfrm rot="10800000">
                    <a:off x="5264669" y="0"/>
                    <a:ext cx="3974220" cy="3337515"/>
                    <a:chOff x="0" y="0"/>
                    <a:chExt cx="3974220" cy="3337515"/>
                  </a:xfrm>
                </p:grpSpPr>
                <p:cxnSp>
                  <p:nvCxnSpPr>
                    <p:cNvPr id="1936295763" name=""/>
                    <p:cNvCxnSpPr/>
                    <p:nvPr/>
                  </p:nvCxnSpPr>
                  <p:spPr bwMode="auto">
                    <a:xfrm rot="10800000" flipH="0" flipV="0">
                      <a:off x="2436300" y="1668754"/>
                      <a:ext cx="80523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23529484" name=""/>
                    <p:cNvCxnSpPr/>
                    <p:nvPr/>
                  </p:nvCxnSpPr>
                  <p:spPr bwMode="auto">
                    <a:xfrm rot="16199998" flipH="0" flipV="1">
                      <a:off x="2370880" y="431759"/>
                      <a:ext cx="1043366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48051533" name=""/>
                    <p:cNvCxnSpPr/>
                    <p:nvPr/>
                  </p:nvCxnSpPr>
                  <p:spPr bwMode="auto">
                    <a:xfrm rot="5399997" flipH="0" flipV="0">
                      <a:off x="2370882" y="1993221"/>
                      <a:ext cx="1043364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26083617" name=""/>
                    <p:cNvSpPr/>
                    <p:nvPr/>
                  </p:nvSpPr>
                  <p:spPr bwMode="auto">
                    <a:xfrm rot="0" flipH="0" flipV="0">
                      <a:off x="3241530" y="1302407"/>
                      <a:ext cx="732690" cy="732690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2134081959" name=""/>
                    <p:cNvCxnSpPr/>
                    <p:nvPr/>
                  </p:nvCxnSpPr>
                  <p:spPr bwMode="auto">
                    <a:xfrm rot="10800000" flipH="0" flipV="0">
                      <a:off x="732690" y="2971170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82850948" name=""/>
                    <p:cNvCxnSpPr/>
                    <p:nvPr/>
                  </p:nvCxnSpPr>
                  <p:spPr bwMode="auto">
                    <a:xfrm rot="10800000" flipH="0" flipV="1">
                      <a:off x="732690" y="1668753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2502548" name=""/>
                    <p:cNvCxnSpPr/>
                    <p:nvPr/>
                  </p:nvCxnSpPr>
                  <p:spPr bwMode="auto">
                    <a:xfrm rot="10800000" flipH="0" flipV="0">
                      <a:off x="732690" y="36634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599803752" name=""/>
                    <p:cNvGrpSpPr/>
                    <p:nvPr/>
                  </p:nvGrpSpPr>
                  <p:grpSpPr bwMode="auto">
                    <a:xfrm>
                      <a:off x="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540941237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14257956" name=""/>
                      <p:cNvSpPr/>
                      <p:nvPr/>
                    </p:nvSpPr>
                    <p:spPr bwMode="auto">
                      <a:xfrm rot="0" flipH="0" flipV="0">
                        <a:off x="0" y="1302407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8557270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797243715" name=""/>
                    <p:cNvGrpSpPr/>
                    <p:nvPr/>
                  </p:nvGrpSpPr>
                  <p:grpSpPr bwMode="auto">
                    <a:xfrm>
                      <a:off x="170361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253004193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465040461" name=""/>
                      <p:cNvSpPr/>
                      <p:nvPr/>
                    </p:nvSpPr>
                    <p:spPr bwMode="auto">
                      <a:xfrm rot="0" flipH="0" flipV="0">
                        <a:off x="0" y="1302407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72629268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</p:grpSp>
              <p:sp>
                <p:nvSpPr>
                  <p:cNvPr id="550111007" name=""/>
                  <p:cNvSpPr txBox="1"/>
                  <p:nvPr/>
                </p:nvSpPr>
                <p:spPr bwMode="auto">
                  <a:xfrm rot="0" flipH="0" flipV="0">
                    <a:off x="4234261" y="1037943"/>
                    <a:ext cx="791103" cy="5185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800" b="1" i="1">
                        <a:solidFill>
                          <a:srgbClr val="FF9900"/>
                        </a:solidFill>
                        <a:latin typeface="CMU Serif"/>
                        <a:ea typeface="CMU Serif"/>
                        <a:cs typeface="CMU Serif"/>
                      </a:rPr>
                      <a:t>CZ</a:t>
                    </a:r>
                    <a:endParaRPr sz="2800" b="1" i="1">
                      <a:solidFill>
                        <a:srgbClr val="FF9900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824713188" name=""/>
                  <p:cNvSpPr txBox="1"/>
                  <p:nvPr/>
                </p:nvSpPr>
                <p:spPr bwMode="auto">
                  <a:xfrm rot="0" flipH="0" flipV="0">
                    <a:off x="3863369" y="1941093"/>
                    <a:ext cx="1513231" cy="7623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a:r>
                      <a:rPr lang="fr-FR" sz="2200" b="1" i="0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Anchor qubit</a:t>
                    </a:r>
                    <a:r>
                      <a:rPr lang="fr-FR" sz="2200" b="1" i="0">
                        <a:solidFill>
                          <a:srgbClr val="DB4CFF"/>
                        </a:solidFill>
                        <a:latin typeface="CMU Serif"/>
                        <a:cs typeface="CMU Serif"/>
                      </a:rPr>
                      <a:t>s</a:t>
                    </a:r>
                    <a:endParaRPr sz="2200" b="1" i="0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sp>
              <p:nvSpPr>
                <p:cNvPr id="148885205" name=""/>
                <p:cNvSpPr txBox="1"/>
                <p:nvPr/>
              </p:nvSpPr>
              <p:spPr bwMode="auto">
                <a:xfrm rot="0" flipH="0" flipV="0">
                  <a:off x="4239347" y="118237"/>
                  <a:ext cx="795782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en-US" sz="28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en-US" sz="2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en-US" sz="2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800" b="1" i="1">
                    <a:solidFill>
                      <a:schemeClr val="tx1"/>
                    </a:solidFill>
                    <a:latin typeface="C059"/>
                    <a:cs typeface="C059"/>
                  </a:endParaRPr>
                </a:p>
              </p:txBody>
            </p:sp>
            <p:cxnSp>
              <p:nvCxnSpPr>
                <p:cNvPr id="1204818874" name=""/>
                <p:cNvCxnSpPr/>
                <p:nvPr/>
              </p:nvCxnSpPr>
              <p:spPr bwMode="auto">
                <a:xfrm rot="10800000" flipH="0" flipV="1">
                  <a:off x="3858489" y="645691"/>
                  <a:ext cx="514348" cy="590548"/>
                </a:xfrm>
                <a:prstGeom prst="line">
                  <a:avLst/>
                </a:prstGeom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  <a:tailEnd type="arrow" len="med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981786" name=""/>
                <p:cNvCxnSpPr/>
                <p:nvPr/>
              </p:nvCxnSpPr>
              <p:spPr bwMode="auto">
                <a:xfrm rot="10800000" flipH="1" flipV="1">
                  <a:off x="4868136" y="607590"/>
                  <a:ext cx="514347" cy="590548"/>
                </a:xfrm>
                <a:prstGeom prst="line">
                  <a:avLst/>
                </a:prstGeom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  <a:tailEnd type="arrow" len="med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67028311" name=""/>
                <p:cNvSpPr txBox="1"/>
                <p:nvPr/>
              </p:nvSpPr>
              <p:spPr bwMode="auto">
                <a:xfrm rot="5400000" flipH="0" flipV="0">
                  <a:off x="990824" y="2055438"/>
                  <a:ext cx="667965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1783442873" name=""/>
                <p:cNvSpPr txBox="1"/>
                <p:nvPr/>
              </p:nvSpPr>
              <p:spPr bwMode="auto">
                <a:xfrm rot="5400000" flipH="0" flipV="0">
                  <a:off x="7907793" y="2055616"/>
                  <a:ext cx="668323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</p:grpSp>
          <p:sp>
            <p:nvSpPr>
              <p:cNvPr id="281951974" name=""/>
              <p:cNvSpPr txBox="1"/>
              <p:nvPr/>
            </p:nvSpPr>
            <p:spPr bwMode="auto">
              <a:xfrm rot="0" flipH="0" flipV="0">
                <a:off x="8451285" y="4922815"/>
                <a:ext cx="4666057" cy="45756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400" b="1">
                    <a:latin typeface="CMU Serif"/>
                    <a:ea typeface="CMU Serif"/>
                    <a:cs typeface="CMU Serif"/>
                  </a:rPr>
                  <a:t>(b)  XXXXXXXXXXXXX</a:t>
                </a:r>
                <a:endParaRPr sz="2400" b="1" i="0">
                  <a:latin typeface="CMU Serif"/>
                  <a:cs typeface="CMU Serif"/>
                </a:endParaRPr>
              </a:p>
            </p:txBody>
          </p:sp>
          <p:sp>
            <p:nvSpPr>
              <p:cNvPr id="640037127" name=""/>
              <p:cNvSpPr txBox="1"/>
              <p:nvPr/>
            </p:nvSpPr>
            <p:spPr bwMode="auto">
              <a:xfrm rot="0" flipH="0" flipV="0">
                <a:off x="0" y="4841172"/>
                <a:ext cx="4613276" cy="45756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marL="327936" indent="-327936" algn="ctr">
                  <a:buAutoNum type="alphaLcParenBoth"/>
                  <a:defRPr/>
                </a:pPr>
                <a:r>
                  <a:rPr lang="fr-FR" sz="2400" b="1">
                    <a:latin typeface="CMU Serif"/>
                    <a:ea typeface="CMU Serif"/>
                    <a:cs typeface="CMU Serif"/>
                  </a:rPr>
                  <a:t> XXXXXXXXXXXXX</a:t>
                </a:r>
                <a:endParaRPr sz="2400" b="1" i="0">
                  <a:latin typeface="CMU Serif"/>
                  <a:cs typeface="CMU Serif"/>
                </a:endParaRPr>
              </a:p>
            </p:txBody>
          </p:sp>
        </p:grpSp>
        <p:sp>
          <p:nvSpPr>
            <p:cNvPr id="540732767" name=""/>
            <p:cNvSpPr txBox="1"/>
            <p:nvPr/>
          </p:nvSpPr>
          <p:spPr bwMode="auto">
            <a:xfrm rot="0" flipH="0" flipV="0">
              <a:off x="14859000" y="443209"/>
              <a:ext cx="816428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</p:grpSp>
      <p:grpSp>
        <p:nvGrpSpPr>
          <p:cNvPr id="795451299" name=""/>
          <p:cNvGrpSpPr/>
          <p:nvPr/>
        </p:nvGrpSpPr>
        <p:grpSpPr bwMode="auto">
          <a:xfrm rot="0" flipH="0" flipV="0">
            <a:off x="4829418" y="4668672"/>
            <a:ext cx="19142212" cy="5928923"/>
            <a:chOff x="0" y="0"/>
            <a:chExt cx="19142212" cy="5928923"/>
          </a:xfrm>
        </p:grpSpPr>
        <p:grpSp>
          <p:nvGrpSpPr>
            <p:cNvPr id="1376433507" name=""/>
            <p:cNvGrpSpPr/>
            <p:nvPr/>
          </p:nvGrpSpPr>
          <p:grpSpPr bwMode="auto">
            <a:xfrm rot="0" flipH="0" flipV="0">
              <a:off x="0" y="0"/>
              <a:ext cx="9036464" cy="5249812"/>
              <a:chOff x="0" y="0"/>
              <a:chExt cx="9036464" cy="5249812"/>
            </a:xfrm>
          </p:grpSpPr>
          <p:sp>
            <p:nvSpPr>
              <p:cNvPr id="1966787737" name=""/>
              <p:cNvSpPr/>
              <p:nvPr/>
            </p:nvSpPr>
            <p:spPr bwMode="auto">
              <a:xfrm rot="5400000" flipH="0" flipV="0">
                <a:off x="1939032" y="-510430"/>
                <a:ext cx="220570" cy="324690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73528211" name=""/>
              <p:cNvSpPr/>
              <p:nvPr/>
            </p:nvSpPr>
            <p:spPr bwMode="auto">
              <a:xfrm rot="5400000" flipH="0" flipV="0">
                <a:off x="7332504" y="-480655"/>
                <a:ext cx="220570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331193556" name=""/>
              <p:cNvSpPr txBox="1"/>
              <p:nvPr/>
            </p:nvSpPr>
            <p:spPr bwMode="auto">
              <a:xfrm rot="0" flipH="0" flipV="0">
                <a:off x="6044964" y="0"/>
                <a:ext cx="2717670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2058690935" name=""/>
              <p:cNvSpPr txBox="1"/>
              <p:nvPr/>
            </p:nvSpPr>
            <p:spPr bwMode="auto">
              <a:xfrm rot="0" flipH="0" flipV="0">
                <a:off x="604287" y="0"/>
                <a:ext cx="2920512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1996078490" name=""/>
              <p:cNvSpPr txBox="1"/>
              <p:nvPr/>
            </p:nvSpPr>
            <p:spPr bwMode="auto">
              <a:xfrm rot="0" flipH="0" flipV="0">
                <a:off x="1745442" y="4304550"/>
                <a:ext cx="2764327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6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  <a:p>
                <a:pPr algn="ctr">
                  <a:defRPr/>
                </a:pPr>
                <a:r>
                  <a:rPr lang="fr-FR" sz="2600" b="1">
                    <a:solidFill>
                      <a:srgbClr val="F0BB1A"/>
                    </a:solidFill>
                    <a:latin typeface="CMU Serif"/>
                    <a:cs typeface="CMU Serif"/>
                  </a:rPr>
                  <a:t>(Tree-encoded)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333522289" name=""/>
              <p:cNvSpPr txBox="1"/>
              <p:nvPr/>
            </p:nvSpPr>
            <p:spPr bwMode="auto">
              <a:xfrm rot="0" flipH="0" flipV="0">
                <a:off x="0" y="4365533"/>
                <a:ext cx="1621240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6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6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424076719" name=""/>
              <p:cNvGrpSpPr/>
              <p:nvPr/>
            </p:nvGrpSpPr>
            <p:grpSpPr bwMode="auto">
              <a:xfrm rot="0" flipH="0" flipV="0">
                <a:off x="509946" y="1173740"/>
                <a:ext cx="8417995" cy="3368270"/>
                <a:chOff x="0" y="0"/>
                <a:chExt cx="8417995" cy="3368270"/>
              </a:xfrm>
            </p:grpSpPr>
            <p:cxnSp>
              <p:nvCxnSpPr>
                <p:cNvPr id="1597329617" name=""/>
                <p:cNvCxnSpPr/>
                <p:nvPr/>
              </p:nvCxnSpPr>
              <p:spPr bwMode="auto">
                <a:xfrm rot="0" flipH="0" flipV="0">
                  <a:off x="4203369" y="0"/>
                  <a:ext cx="0" cy="3368271"/>
                </a:xfrm>
                <a:prstGeom prst="line">
                  <a:avLst/>
                </a:prstGeom>
                <a:ln w="38100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99241909" name=""/>
                <p:cNvGrpSpPr/>
                <p:nvPr/>
              </p:nvGrpSpPr>
              <p:grpSpPr bwMode="auto">
                <a:xfrm>
                  <a:off x="0" y="139953"/>
                  <a:ext cx="8417995" cy="2956510"/>
                  <a:chOff x="0" y="0"/>
                  <a:chExt cx="8417995" cy="2956510"/>
                </a:xfrm>
              </p:grpSpPr>
              <p:grpSp>
                <p:nvGrpSpPr>
                  <p:cNvPr id="687211956" name=""/>
                  <p:cNvGrpSpPr/>
                  <p:nvPr/>
                </p:nvGrpSpPr>
                <p:grpSpPr bwMode="auto">
                  <a:xfrm rot="0" flipH="0" flipV="0">
                    <a:off x="0" y="0"/>
                    <a:ext cx="8417995" cy="2956510"/>
                    <a:chOff x="0" y="0"/>
                    <a:chExt cx="8417995" cy="2956510"/>
                  </a:xfrm>
                </p:grpSpPr>
                <p:grpSp>
                  <p:nvGrpSpPr>
                    <p:cNvPr id="1906055831" name=""/>
                    <p:cNvGrpSpPr/>
                    <p:nvPr/>
                  </p:nvGrpSpPr>
                  <p:grpSpPr bwMode="auto">
                    <a:xfrm rot="0" flipH="0" flipV="0">
                      <a:off x="2431908" y="366340"/>
                      <a:ext cx="3554183" cy="2231694"/>
                      <a:chOff x="0" y="0"/>
                      <a:chExt cx="3554183" cy="2231694"/>
                    </a:xfrm>
                  </p:grpSpPr>
                  <p:cxnSp>
                    <p:nvCxnSpPr>
                      <p:cNvPr id="898447068" name=""/>
                      <p:cNvCxnSpPr/>
                      <p:nvPr/>
                    </p:nvCxnSpPr>
                    <p:spPr bwMode="auto">
                      <a:xfrm rot="0" flipH="0" flipV="0">
                        <a:off x="0" y="1119780"/>
                        <a:ext cx="355418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65668706" name=""/>
                      <p:cNvCxnSpPr/>
                      <p:nvPr/>
                    </p:nvCxnSpPr>
                    <p:spPr bwMode="auto">
                      <a:xfrm rot="0" flipH="0" flipV="0">
                        <a:off x="596619" y="0"/>
                        <a:ext cx="2957562" cy="1127648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59642567" name=""/>
                      <p:cNvCxnSpPr>
                        <a:stCxn id="1762016002" idx="6"/>
                        <a:endCxn id="612432061" idx="6"/>
                      </p:cNvCxnSpPr>
                      <p:nvPr/>
                    </p:nvCxnSpPr>
                    <p:spPr bwMode="auto">
                      <a:xfrm rot="0" flipH="0" flipV="0">
                        <a:off x="0" y="1111909"/>
                        <a:ext cx="2957563" cy="1111912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10694466" name=""/>
                      <p:cNvCxnSpPr/>
                      <p:nvPr/>
                    </p:nvCxnSpPr>
                    <p:spPr bwMode="auto">
                      <a:xfrm rot="0" flipH="0" flipV="0">
                        <a:off x="596619" y="2231694"/>
                        <a:ext cx="236094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32889775" name=""/>
                      <p:cNvCxnSpPr/>
                      <p:nvPr/>
                    </p:nvCxnSpPr>
                    <p:spPr bwMode="auto">
                      <a:xfrm rot="0" flipH="0" flipV="0">
                        <a:off x="596619" y="7866"/>
                        <a:ext cx="2360943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81371700" name=""/>
                      <p:cNvCxnSpPr>
                        <a:stCxn id="1762016002" idx="6"/>
                      </p:cNvCxnSpPr>
                      <p:nvPr/>
                    </p:nvCxnSpPr>
                    <p:spPr bwMode="auto">
                      <a:xfrm rot="0" flipH="0" flipV="1">
                        <a:off x="0" y="15732"/>
                        <a:ext cx="2957564" cy="1096176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5859750" name=""/>
                      <p:cNvCxnSpPr/>
                      <p:nvPr/>
                    </p:nvCxnSpPr>
                    <p:spPr bwMode="auto">
                      <a:xfrm rot="0" flipH="0" flipV="1">
                        <a:off x="596619" y="1127646"/>
                        <a:ext cx="2957564" cy="1096173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1263173" name=""/>
                      <p:cNvCxnSpPr/>
                      <p:nvPr/>
                    </p:nvCxnSpPr>
                    <p:spPr bwMode="auto">
                      <a:xfrm rot="0" flipH="0" flipV="1">
                        <a:off x="596619" y="15732"/>
                        <a:ext cx="2360944" cy="2208087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2836408" name=""/>
                      <p:cNvCxnSpPr>
                        <a:stCxn id="612432061" idx="6"/>
                      </p:cNvCxnSpPr>
                      <p:nvPr/>
                    </p:nvCxnSpPr>
                    <p:spPr bwMode="auto">
                      <a:xfrm rot="10800000" flipH="0" flipV="0">
                        <a:off x="596619" y="0"/>
                        <a:ext cx="2360944" cy="2223824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84245253" name=""/>
                    <p:cNvGrpSpPr/>
                    <p:nvPr/>
                  </p:nvGrpSpPr>
                  <p:grpSpPr bwMode="auto">
                    <a:xfrm>
                      <a:off x="0" y="0"/>
                      <a:ext cx="3028523" cy="2956510"/>
                      <a:chOff x="0" y="0"/>
                      <a:chExt cx="3028523" cy="2956510"/>
                    </a:xfrm>
                  </p:grpSpPr>
                  <p:sp>
                    <p:nvSpPr>
                      <p:cNvPr id="1762016002" name=""/>
                      <p:cNvSpPr/>
                      <p:nvPr/>
                    </p:nvSpPr>
                    <p:spPr bwMode="auto">
                      <a:xfrm rot="0" flipH="0" flipV="0">
                        <a:off x="1699218" y="1111907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2575692" name=""/>
                      <p:cNvSpPr/>
                      <p:nvPr/>
                    </p:nvSpPr>
                    <p:spPr bwMode="auto">
                      <a:xfrm rot="0" flipH="0" flipV="0">
                        <a:off x="2295833" y="222382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4939455" name=""/>
                      <p:cNvSpPr/>
                      <p:nvPr/>
                    </p:nvSpPr>
                    <p:spPr bwMode="auto">
                      <a:xfrm rot="0" flipH="0" flipV="0">
                        <a:off x="2295833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88779302" name=""/>
                      <p:cNvSpPr/>
                      <p:nvPr/>
                    </p:nvSpPr>
                    <p:spPr bwMode="auto">
                      <a:xfrm rot="0" flipH="0" flipV="0">
                        <a:off x="0" y="1111907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76224000" name=""/>
                      <p:cNvSpPr/>
                      <p:nvPr/>
                    </p:nvSpPr>
                    <p:spPr bwMode="auto">
                      <a:xfrm rot="0" flipH="0" flipV="0">
                        <a:off x="0" y="222382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712206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94100994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936263" name=""/>
                      <p:cNvCxnSpPr/>
                      <p:nvPr/>
                    </p:nvCxnSpPr>
                    <p:spPr bwMode="auto">
                      <a:xfrm rot="0" flipH="0" flipV="0">
                        <a:off x="732690" y="1478252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75659233" name=""/>
                      <p:cNvCxnSpPr/>
                      <p:nvPr/>
                    </p:nvCxnSpPr>
                    <p:spPr bwMode="auto">
                      <a:xfrm rot="0" flipH="0" flipV="0">
                        <a:off x="732690" y="259016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43628162" name=""/>
                    <p:cNvGrpSpPr/>
                    <p:nvPr/>
                  </p:nvGrpSpPr>
                  <p:grpSpPr bwMode="auto">
                    <a:xfrm rot="10800000">
                      <a:off x="5389471" y="0"/>
                      <a:ext cx="3028523" cy="2956510"/>
                      <a:chOff x="0" y="0"/>
                      <a:chExt cx="3028523" cy="2956510"/>
                    </a:xfrm>
                  </p:grpSpPr>
                  <p:sp>
                    <p:nvSpPr>
                      <p:cNvPr id="1643943587" name=""/>
                      <p:cNvSpPr/>
                      <p:nvPr/>
                    </p:nvSpPr>
                    <p:spPr bwMode="auto">
                      <a:xfrm rot="0" flipH="0" flipV="0">
                        <a:off x="1699218" y="111190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623468728" name=""/>
                      <p:cNvSpPr/>
                      <p:nvPr/>
                    </p:nvSpPr>
                    <p:spPr bwMode="auto">
                      <a:xfrm rot="0" flipH="0" flipV="0">
                        <a:off x="2295833" y="222382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12432061" name=""/>
                      <p:cNvSpPr/>
                      <p:nvPr/>
                    </p:nvSpPr>
                    <p:spPr bwMode="auto">
                      <a:xfrm rot="0" flipH="0" flipV="0">
                        <a:off x="2295833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74865227" name=""/>
                      <p:cNvSpPr/>
                      <p:nvPr/>
                    </p:nvSpPr>
                    <p:spPr bwMode="auto">
                      <a:xfrm rot="0" flipH="0" flipV="0">
                        <a:off x="0" y="111190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85407753" name=""/>
                      <p:cNvSpPr/>
                      <p:nvPr/>
                    </p:nvSpPr>
                    <p:spPr bwMode="auto">
                      <a:xfrm rot="0" flipH="0" flipV="0">
                        <a:off x="0" y="222382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99456774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627974525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8796276" name=""/>
                      <p:cNvCxnSpPr/>
                      <p:nvPr/>
                    </p:nvCxnSpPr>
                    <p:spPr bwMode="auto">
                      <a:xfrm rot="0" flipH="0" flipV="0">
                        <a:off x="732690" y="1478252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7398339" name=""/>
                      <p:cNvCxnSpPr/>
                      <p:nvPr/>
                    </p:nvCxnSpPr>
                    <p:spPr bwMode="auto">
                      <a:xfrm rot="0" flipH="0" flipV="0">
                        <a:off x="732690" y="2590164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1804874708" name=""/>
                  <p:cNvSpPr txBox="1"/>
                  <p:nvPr/>
                </p:nvSpPr>
                <p:spPr bwMode="auto">
                  <a:xfrm rot="5400000" flipH="0" flipV="0">
                    <a:off x="1111214" y="1779942"/>
                    <a:ext cx="667605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18061949" name=""/>
                  <p:cNvSpPr txBox="1"/>
                  <p:nvPr/>
                </p:nvSpPr>
                <p:spPr bwMode="auto">
                  <a:xfrm rot="5400000" flipH="0" flipV="0">
                    <a:off x="6974318" y="1779942"/>
                    <a:ext cx="668323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</p:grpSp>
          </p:grpSp>
        </p:grpSp>
        <p:grpSp>
          <p:nvGrpSpPr>
            <p:cNvPr id="333069239" name=""/>
            <p:cNvGrpSpPr/>
            <p:nvPr/>
          </p:nvGrpSpPr>
          <p:grpSpPr bwMode="auto">
            <a:xfrm rot="0" flipH="0" flipV="0">
              <a:off x="10534639" y="474824"/>
              <a:ext cx="8607573" cy="3918478"/>
              <a:chOff x="0" y="0"/>
              <a:chExt cx="8607573" cy="3918478"/>
            </a:xfrm>
          </p:grpSpPr>
          <p:grpSp>
            <p:nvGrpSpPr>
              <p:cNvPr id="1822058641" name=""/>
              <p:cNvGrpSpPr/>
              <p:nvPr/>
            </p:nvGrpSpPr>
            <p:grpSpPr bwMode="auto">
              <a:xfrm flipH="0" flipV="0">
                <a:off x="827019" y="0"/>
                <a:ext cx="7780552" cy="3918478"/>
                <a:chOff x="0" y="0"/>
                <a:chExt cx="7780552" cy="3918478"/>
              </a:xfrm>
            </p:grpSpPr>
            <p:sp>
              <p:nvSpPr>
                <p:cNvPr id="1464815890" name=""/>
                <p:cNvSpPr/>
                <p:nvPr/>
              </p:nvSpPr>
              <p:spPr bwMode="auto">
                <a:xfrm rot="10800000" flipH="0" flipV="0">
                  <a:off x="1895586" y="1459973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7772946" name=""/>
                <p:cNvSpPr/>
                <p:nvPr/>
              </p:nvSpPr>
              <p:spPr bwMode="auto">
                <a:xfrm rot="10800000" flipH="0" flipV="0">
                  <a:off x="2360853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44940153" name=""/>
                <p:cNvSpPr/>
                <p:nvPr/>
              </p:nvSpPr>
              <p:spPr bwMode="auto">
                <a:xfrm rot="10800000" flipH="0" flipV="0">
                  <a:off x="1456173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44900044" name=""/>
                <p:cNvCxnSpPr/>
                <p:nvPr/>
              </p:nvCxnSpPr>
              <p:spPr bwMode="auto">
                <a:xfrm rot="16199998" flipH="0" flipV="1">
                  <a:off x="2399671" y="2042690"/>
                  <a:ext cx="318811" cy="24018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6604928" name=""/>
                <p:cNvCxnSpPr/>
                <p:nvPr/>
              </p:nvCxnSpPr>
              <p:spPr bwMode="auto">
                <a:xfrm rot="16199998" flipH="0" flipV="0">
                  <a:off x="1722247" y="2055616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8455889" name=""/>
                <p:cNvSpPr/>
                <p:nvPr/>
              </p:nvSpPr>
              <p:spPr bwMode="auto">
                <a:xfrm rot="10800000" flipH="0" flipV="0">
                  <a:off x="3604394" y="1459973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886548681" name=""/>
                <p:cNvSpPr/>
                <p:nvPr/>
              </p:nvSpPr>
              <p:spPr bwMode="auto">
                <a:xfrm rot="10800000" flipH="0" flipV="0">
                  <a:off x="4066593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7830617" name=""/>
                <p:cNvSpPr/>
                <p:nvPr/>
              </p:nvSpPr>
              <p:spPr bwMode="auto">
                <a:xfrm rot="10800000" flipH="0" flipV="0">
                  <a:off x="3161916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724051194" name=""/>
                <p:cNvCxnSpPr/>
                <p:nvPr/>
              </p:nvCxnSpPr>
              <p:spPr bwMode="auto">
                <a:xfrm rot="16199998" flipH="0" flipV="1">
                  <a:off x="4105413" y="2042692"/>
                  <a:ext cx="318813" cy="240178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8587755" name=""/>
                <p:cNvCxnSpPr/>
                <p:nvPr/>
              </p:nvCxnSpPr>
              <p:spPr bwMode="auto">
                <a:xfrm rot="16199998" flipH="0" flipV="0">
                  <a:off x="3427989" y="2055616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64110572" name=""/>
                <p:cNvSpPr/>
                <p:nvPr/>
              </p:nvSpPr>
              <p:spPr bwMode="auto">
                <a:xfrm rot="10800000" flipH="0" flipV="0">
                  <a:off x="5307070" y="147710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0446484" name=""/>
                <p:cNvSpPr/>
                <p:nvPr/>
              </p:nvSpPr>
              <p:spPr bwMode="auto">
                <a:xfrm rot="10800000" flipH="0" flipV="0">
                  <a:off x="5772334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72725997" name=""/>
                <p:cNvSpPr/>
                <p:nvPr/>
              </p:nvSpPr>
              <p:spPr bwMode="auto">
                <a:xfrm rot="10800000" flipH="0" flipV="0">
                  <a:off x="4867655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0175073" name=""/>
                <p:cNvCxnSpPr/>
                <p:nvPr/>
              </p:nvCxnSpPr>
              <p:spPr bwMode="auto">
                <a:xfrm rot="16199998" flipH="0" flipV="1">
                  <a:off x="5811153" y="2059827"/>
                  <a:ext cx="318813" cy="240178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8412158" name=""/>
                <p:cNvCxnSpPr/>
                <p:nvPr/>
              </p:nvCxnSpPr>
              <p:spPr bwMode="auto">
                <a:xfrm rot="16199998" flipH="0" flipV="0">
                  <a:off x="5133730" y="2072752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27771855" name=""/>
                <p:cNvSpPr/>
                <p:nvPr/>
              </p:nvSpPr>
              <p:spPr bwMode="auto">
                <a:xfrm rot="10800000" flipH="0" flipV="0">
                  <a:off x="2360853" y="32647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25196722" name=""/>
                <p:cNvSpPr/>
                <p:nvPr/>
              </p:nvSpPr>
              <p:spPr bwMode="auto">
                <a:xfrm rot="10800000" flipH="0" flipV="0">
                  <a:off x="1456173" y="326470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57496635" name=""/>
                <p:cNvSpPr/>
                <p:nvPr/>
              </p:nvSpPr>
              <p:spPr bwMode="auto">
                <a:xfrm rot="10800000" flipH="0" flipV="0">
                  <a:off x="4066592" y="32647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9545790" name=""/>
                <p:cNvSpPr/>
                <p:nvPr/>
              </p:nvSpPr>
              <p:spPr bwMode="auto">
                <a:xfrm rot="10800000" flipH="0" flipV="0">
                  <a:off x="3161913" y="326470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63032125" name=""/>
                <p:cNvSpPr/>
                <p:nvPr/>
              </p:nvSpPr>
              <p:spPr bwMode="auto">
                <a:xfrm rot="10800000" flipH="0" flipV="0">
                  <a:off x="5772333" y="3281847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9318261" name=""/>
                <p:cNvSpPr/>
                <p:nvPr/>
              </p:nvSpPr>
              <p:spPr bwMode="auto">
                <a:xfrm rot="10800000" flipH="0" flipV="0">
                  <a:off x="4867655" y="3281844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5416821" name=""/>
                <p:cNvCxnSpPr/>
                <p:nvPr/>
              </p:nvCxnSpPr>
              <p:spPr bwMode="auto">
                <a:xfrm rot="16199998" flipH="0" flipV="1">
                  <a:off x="1621546" y="3111766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6018085" name=""/>
                <p:cNvCxnSpPr/>
                <p:nvPr/>
              </p:nvCxnSpPr>
              <p:spPr bwMode="auto">
                <a:xfrm rot="16199998" flipH="0" flipV="0">
                  <a:off x="2526226" y="3111766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7971998" name=""/>
                <p:cNvCxnSpPr/>
                <p:nvPr/>
              </p:nvCxnSpPr>
              <p:spPr bwMode="auto">
                <a:xfrm rot="16199998" flipH="0" flipV="0">
                  <a:off x="3327287" y="3111766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84035" name=""/>
                <p:cNvCxnSpPr/>
                <p:nvPr/>
              </p:nvCxnSpPr>
              <p:spPr bwMode="auto">
                <a:xfrm rot="16199998" flipH="0" flipV="0">
                  <a:off x="4231966" y="3111766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117264" name=""/>
                <p:cNvCxnSpPr/>
                <p:nvPr/>
              </p:nvCxnSpPr>
              <p:spPr bwMode="auto">
                <a:xfrm rot="16199998" flipH="0" flipV="0">
                  <a:off x="5033029" y="3128901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9345114" name=""/>
                <p:cNvCxnSpPr/>
                <p:nvPr/>
              </p:nvCxnSpPr>
              <p:spPr bwMode="auto">
                <a:xfrm rot="16199998" flipH="0" flipV="0">
                  <a:off x="5937707" y="3128901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6016779" name=""/>
                <p:cNvCxnSpPr/>
                <p:nvPr/>
              </p:nvCxnSpPr>
              <p:spPr bwMode="auto">
                <a:xfrm rot="16199998" flipH="0" flipV="1">
                  <a:off x="4421718" y="273443"/>
                  <a:ext cx="929742" cy="1477591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5167164" name=""/>
                <p:cNvCxnSpPr/>
                <p:nvPr/>
              </p:nvCxnSpPr>
              <p:spPr bwMode="auto">
                <a:xfrm rot="16199998" flipH="0" flipV="0">
                  <a:off x="3513024" y="1067423"/>
                  <a:ext cx="81937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6569807" name=""/>
                <p:cNvCxnSpPr/>
                <p:nvPr/>
              </p:nvCxnSpPr>
              <p:spPr bwMode="auto">
                <a:xfrm rot="16199998" flipH="0" flipV="0">
                  <a:off x="2499462" y="261810"/>
                  <a:ext cx="912606" cy="1483722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53586583" name=""/>
                <p:cNvSpPr txBox="1"/>
                <p:nvPr/>
              </p:nvSpPr>
              <p:spPr bwMode="auto">
                <a:xfrm rot="0" flipH="0" flipV="0">
                  <a:off x="0" y="0"/>
                  <a:ext cx="3072386" cy="936506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600" b="1" i="0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Tree-Encoding with </a:t>
                  </a: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box>
                              <m:boxPr>
                                <m:aln m:val="off"/>
                                <m:diff m:val="off"/>
                                <m:noBreak m:val="off"/>
                                <m:opEmu m:val="on"/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box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sz="2600" b="1" i="1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bi"/>
                                      </m:rPr>
                                      <a:rPr lang="fr-FR" sz="2600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</m:acc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=(3,2,1)</m:t>
                                </m:r>
                              </m:e>
                            </m:box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cxnSp>
              <p:nvCxnSpPr>
                <p:cNvPr id="1251020230" name=""/>
                <p:cNvCxnSpPr/>
                <p:nvPr/>
              </p:nvCxnSpPr>
              <p:spPr bwMode="auto">
                <a:xfrm rot="0" flipH="0" flipV="0">
                  <a:off x="1447080" y="2193107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7250503" name=""/>
                <p:cNvCxnSpPr/>
                <p:nvPr/>
              </p:nvCxnSpPr>
              <p:spPr bwMode="auto">
                <a:xfrm rot="0" flipH="0" flipV="0">
                  <a:off x="1447080" y="3095916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3705849" name=""/>
                <p:cNvCxnSpPr/>
                <p:nvPr/>
              </p:nvCxnSpPr>
              <p:spPr bwMode="auto">
                <a:xfrm rot="0" flipH="0" flipV="0">
                  <a:off x="1799533" y="1228011"/>
                  <a:ext cx="4316158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4543023" name=""/>
                <p:cNvSpPr txBox="1"/>
                <p:nvPr/>
              </p:nvSpPr>
              <p:spPr bwMode="auto">
                <a:xfrm rot="0" flipH="0" flipV="0">
                  <a:off x="6099129" y="1500973"/>
                  <a:ext cx="1262612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=3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370394186" name=""/>
                <p:cNvSpPr txBox="1"/>
                <p:nvPr/>
              </p:nvSpPr>
              <p:spPr bwMode="auto">
                <a:xfrm rot="0" flipH="0" flipV="0">
                  <a:off x="6437011" y="2433697"/>
                  <a:ext cx="1343541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=2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03003063" name=""/>
                <p:cNvSpPr txBox="1"/>
                <p:nvPr/>
              </p:nvSpPr>
              <p:spPr bwMode="auto">
                <a:xfrm rot="0" flipH="0" flipV="0">
                  <a:off x="6470238" y="3341616"/>
                  <a:ext cx="1310314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=1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957960195" name=""/>
                <p:cNvSpPr txBox="1"/>
                <p:nvPr/>
              </p:nvSpPr>
              <p:spPr bwMode="auto">
                <a:xfrm rot="0" flipH="0" flipV="0">
                  <a:off x="109588" y="1836032"/>
                  <a:ext cx="877406" cy="82332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4800" b="1">
                      <a:latin typeface="CMU Serif"/>
                      <a:ea typeface="CMU Serif"/>
                      <a:cs typeface="CMU Serif"/>
                    </a:rPr>
                    <a:t>=</a:t>
                  </a:r>
                  <a:endParaRPr/>
                </a:p>
              </p:txBody>
            </p:sp>
          </p:grpSp>
          <p:sp>
            <p:nvSpPr>
              <p:cNvPr id="1863965591" name=""/>
              <p:cNvSpPr/>
              <p:nvPr/>
            </p:nvSpPr>
            <p:spPr bwMode="auto">
              <a:xfrm rot="0" flipH="0" flipV="0">
                <a:off x="0" y="1938804"/>
                <a:ext cx="766766" cy="766766"/>
              </a:xfrm>
              <a:prstGeom prst="ellipse">
                <a:avLst/>
              </a:prstGeom>
              <a:solidFill>
                <a:srgbClr val="FFC926"/>
              </a:solidFill>
              <a:ln w="381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sp>
          <p:nvSpPr>
            <p:cNvPr id="363814752" name=""/>
            <p:cNvSpPr txBox="1"/>
            <p:nvPr/>
          </p:nvSpPr>
          <p:spPr bwMode="auto">
            <a:xfrm rot="0" flipH="0" flipV="0">
              <a:off x="13963358" y="4528272"/>
              <a:ext cx="2944499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 i="0">
                  <a:solidFill>
                    <a:srgbClr val="45B5FF"/>
                  </a:solidFill>
                  <a:latin typeface="CMU Serif"/>
                  <a:ea typeface="CMU Serif"/>
                  <a:cs typeface="CMU Serif"/>
                </a:rPr>
                <a:t>Physical Qubits</a:t>
              </a:r>
              <a:endParaRPr sz="2600" b="1">
                <a:solidFill>
                  <a:srgbClr val="45B5FF"/>
                </a:solidFill>
                <a:latin typeface="CMU Serif"/>
                <a:cs typeface="CMU Serif"/>
              </a:endParaRPr>
            </a:p>
          </p:txBody>
        </p:sp>
        <p:sp>
          <p:nvSpPr>
            <p:cNvPr id="1844674637" name=""/>
            <p:cNvSpPr txBox="1"/>
            <p:nvPr/>
          </p:nvSpPr>
          <p:spPr bwMode="auto">
            <a:xfrm rot="0" flipH="0" flipV="0">
              <a:off x="1237203" y="5471363"/>
              <a:ext cx="6509172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327936" indent="-327936" algn="ctr">
                <a:buAutoNum type="alphaLcParenBoth"/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 XXXXXXXXXXXXX</a:t>
              </a:r>
              <a:endParaRPr sz="2400" b="1" i="0">
                <a:latin typeface="CMU Serif"/>
                <a:cs typeface="CMU Serif"/>
              </a:endParaRPr>
            </a:p>
          </p:txBody>
        </p:sp>
        <p:sp>
          <p:nvSpPr>
            <p:cNvPr id="2048893674" name=""/>
            <p:cNvSpPr txBox="1"/>
            <p:nvPr/>
          </p:nvSpPr>
          <p:spPr bwMode="auto">
            <a:xfrm rot="0" flipH="0" flipV="0">
              <a:off x="10393902" y="5414213"/>
              <a:ext cx="6512411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1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9534896" name=""/>
          <p:cNvSpPr txBox="1"/>
          <p:nvPr/>
        </p:nvSpPr>
        <p:spPr bwMode="auto">
          <a:xfrm rot="0" flipH="0" flipV="0">
            <a:off x="19402262" y="7705999"/>
            <a:ext cx="7482847" cy="2834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probably as is if fits</a:t>
            </a:r>
            <a:endParaRPr sz="9000"/>
          </a:p>
        </p:txBody>
      </p:sp>
      <p:grpSp>
        <p:nvGrpSpPr>
          <p:cNvPr id="343655057" name=""/>
          <p:cNvGrpSpPr/>
          <p:nvPr/>
        </p:nvGrpSpPr>
        <p:grpSpPr bwMode="auto">
          <a:xfrm>
            <a:off x="3820032" y="5315945"/>
            <a:ext cx="12724191" cy="6449541"/>
            <a:chOff x="0" y="0"/>
            <a:chExt cx="12724191" cy="6449541"/>
          </a:xfrm>
        </p:grpSpPr>
        <p:grpSp>
          <p:nvGrpSpPr>
            <p:cNvPr id="396349843" name=""/>
            <p:cNvGrpSpPr/>
            <p:nvPr/>
          </p:nvGrpSpPr>
          <p:grpSpPr bwMode="auto">
            <a:xfrm>
              <a:off x="695003" y="0"/>
              <a:ext cx="12029187" cy="6449542"/>
              <a:chOff x="0" y="0"/>
              <a:chExt cx="12029187" cy="6449542"/>
            </a:xfrm>
          </p:grpSpPr>
          <p:grpSp>
            <p:nvGrpSpPr>
              <p:cNvPr id="1563630291" name=""/>
              <p:cNvGrpSpPr/>
              <p:nvPr/>
            </p:nvGrpSpPr>
            <p:grpSpPr bwMode="auto">
              <a:xfrm>
                <a:off x="90759" y="4112451"/>
                <a:ext cx="11844778" cy="1666872"/>
                <a:chOff x="0" y="0"/>
                <a:chExt cx="11844778" cy="1666872"/>
              </a:xfrm>
            </p:grpSpPr>
            <p:sp>
              <p:nvSpPr>
                <p:cNvPr id="356646250" name=""/>
                <p:cNvSpPr/>
                <p:nvPr/>
              </p:nvSpPr>
              <p:spPr bwMode="auto">
                <a:xfrm rot="0" flipH="0" flipV="0">
                  <a:off x="943588" y="0"/>
                  <a:ext cx="2687640" cy="1666872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2601451" name=""/>
                <p:cNvSpPr/>
                <p:nvPr/>
              </p:nvSpPr>
              <p:spPr bwMode="auto">
                <a:xfrm rot="0" flipH="0" flipV="0">
                  <a:off x="3795535" y="0"/>
                  <a:ext cx="634995" cy="1666872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67341877" name=""/>
                <p:cNvSpPr/>
                <p:nvPr/>
              </p:nvSpPr>
              <p:spPr bwMode="auto">
                <a:xfrm rot="0" flipH="0" flipV="0">
                  <a:off x="4594842" y="0"/>
                  <a:ext cx="2687640" cy="1666872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18304087" name=""/>
                <p:cNvSpPr/>
                <p:nvPr/>
              </p:nvSpPr>
              <p:spPr bwMode="auto">
                <a:xfrm rot="0" flipH="0" flipV="0">
                  <a:off x="7446785" y="0"/>
                  <a:ext cx="634995" cy="1666872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87506631" name=""/>
                <p:cNvSpPr/>
                <p:nvPr/>
              </p:nvSpPr>
              <p:spPr bwMode="auto">
                <a:xfrm rot="0" flipH="0" flipV="0">
                  <a:off x="8265498" y="0"/>
                  <a:ext cx="2687640" cy="1666872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456202077" name=""/>
                <p:cNvSpPr/>
                <p:nvPr/>
              </p:nvSpPr>
              <p:spPr bwMode="auto">
                <a:xfrm rot="0" flipH="0" flipV="0">
                  <a:off x="11092294" y="0"/>
                  <a:ext cx="752483" cy="1666872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014313248" name=""/>
                <p:cNvSpPr/>
                <p:nvPr/>
              </p:nvSpPr>
              <p:spPr bwMode="auto">
                <a:xfrm rot="0" flipH="0" flipV="0">
                  <a:off x="0" y="0"/>
                  <a:ext cx="752483" cy="1666872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cxnSp>
              <p:nvCxnSpPr>
                <p:cNvPr id="700419762" name=""/>
                <p:cNvCxnSpPr/>
                <p:nvPr/>
              </p:nvCxnSpPr>
              <p:spPr bwMode="auto">
                <a:xfrm rot="10800000" flipH="0" flipV="1">
                  <a:off x="3550914" y="311043"/>
                  <a:ext cx="1125126" cy="105228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1891819" name=""/>
                <p:cNvCxnSpPr/>
                <p:nvPr/>
              </p:nvCxnSpPr>
              <p:spPr bwMode="auto">
                <a:xfrm rot="0" flipH="1" flipV="1">
                  <a:off x="4676043" y="311043"/>
                  <a:ext cx="2531543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0635396" name=""/>
                <p:cNvCxnSpPr/>
                <p:nvPr/>
              </p:nvCxnSpPr>
              <p:spPr bwMode="auto">
                <a:xfrm rot="0" flipH="1" flipV="0">
                  <a:off x="998805" y="1370826"/>
                  <a:ext cx="2552105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9291959" name=""/>
                <p:cNvCxnSpPr/>
                <p:nvPr/>
              </p:nvCxnSpPr>
              <p:spPr bwMode="auto">
                <a:xfrm rot="10800000" flipH="0" flipV="0">
                  <a:off x="431991" y="964383"/>
                  <a:ext cx="587372" cy="406434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5769038" name=""/>
                <p:cNvSpPr/>
                <p:nvPr/>
              </p:nvSpPr>
              <p:spPr bwMode="auto">
                <a:xfrm rot="10800000" flipH="0" flipV="0">
                  <a:off x="133956" y="666351"/>
                  <a:ext cx="349165" cy="349165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26879788" name=""/>
                <p:cNvSpPr/>
                <p:nvPr/>
              </p:nvSpPr>
              <p:spPr bwMode="auto">
                <a:xfrm rot="0" flipH="0" flipV="0">
                  <a:off x="11400509" y="666351"/>
                  <a:ext cx="349165" cy="349165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89139508" name=""/>
                <p:cNvCxnSpPr/>
                <p:nvPr/>
              </p:nvCxnSpPr>
              <p:spPr bwMode="auto">
                <a:xfrm rot="0" flipH="0" flipV="0">
                  <a:off x="7207591" y="311044"/>
                  <a:ext cx="1409448" cy="53739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2917676" name=""/>
                <p:cNvCxnSpPr/>
                <p:nvPr/>
              </p:nvCxnSpPr>
              <p:spPr bwMode="auto">
                <a:xfrm rot="10800000" flipH="0" flipV="1">
                  <a:off x="8617043" y="840933"/>
                  <a:ext cx="2783463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57979681" name=""/>
              <p:cNvGrpSpPr/>
              <p:nvPr/>
            </p:nvGrpSpPr>
            <p:grpSpPr bwMode="auto">
              <a:xfrm>
                <a:off x="0" y="0"/>
                <a:ext cx="12029187" cy="2150500"/>
                <a:chOff x="0" y="0"/>
                <a:chExt cx="12029187" cy="2150500"/>
              </a:xfrm>
            </p:grpSpPr>
            <p:grpSp>
              <p:nvGrpSpPr>
                <p:cNvPr id="100962795" name=""/>
                <p:cNvGrpSpPr/>
                <p:nvPr/>
              </p:nvGrpSpPr>
              <p:grpSpPr bwMode="auto">
                <a:xfrm>
                  <a:off x="0" y="0"/>
                  <a:ext cx="12029187" cy="2150500"/>
                  <a:chOff x="0" y="0"/>
                  <a:chExt cx="12029187" cy="2150500"/>
                </a:xfrm>
              </p:grpSpPr>
              <p:grpSp>
                <p:nvGrpSpPr>
                  <p:cNvPr id="2045152344" name=""/>
                  <p:cNvGrpSpPr/>
                  <p:nvPr/>
                </p:nvGrpSpPr>
                <p:grpSpPr bwMode="auto">
                  <a:xfrm>
                    <a:off x="0" y="0"/>
                    <a:ext cx="12029187" cy="2150500"/>
                    <a:chOff x="0" y="0"/>
                    <a:chExt cx="12029187" cy="2150500"/>
                  </a:xfrm>
                </p:grpSpPr>
                <p:grpSp>
                  <p:nvGrpSpPr>
                    <p:cNvPr id="875090826" name=""/>
                    <p:cNvGrpSpPr/>
                    <p:nvPr/>
                  </p:nvGrpSpPr>
                  <p:grpSpPr bwMode="auto">
                    <a:xfrm>
                      <a:off x="0" y="0"/>
                      <a:ext cx="942810" cy="2150500"/>
                      <a:chOff x="0" y="0"/>
                      <a:chExt cx="942810" cy="2150500"/>
                    </a:xfrm>
                  </p:grpSpPr>
                  <p:sp>
                    <p:nvSpPr>
                      <p:cNvPr id="393337396" name=""/>
                      <p:cNvSpPr/>
                      <p:nvPr/>
                    </p:nvSpPr>
                    <p:spPr bwMode="auto">
                      <a:xfrm rot="0" flipH="0" flipV="0">
                        <a:off x="93720" y="483628"/>
                        <a:ext cx="752483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591633525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942810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00B050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Alice</a:t>
                        </a:r>
                        <a:endParaRPr sz="2200" b="1">
                          <a:solidFill>
                            <a:srgbClr val="00B050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29103951" name=""/>
                    <p:cNvGrpSpPr/>
                    <p:nvPr/>
                  </p:nvGrpSpPr>
                  <p:grpSpPr bwMode="auto">
                    <a:xfrm>
                      <a:off x="1037313" y="0"/>
                      <a:ext cx="2687640" cy="2150500"/>
                      <a:chOff x="0" y="0"/>
                      <a:chExt cx="2687640" cy="2150500"/>
                    </a:xfrm>
                  </p:grpSpPr>
                  <p:sp>
                    <p:nvSpPr>
                      <p:cNvPr id="1084947138" name=""/>
                      <p:cNvSpPr/>
                      <p:nvPr/>
                    </p:nvSpPr>
                    <p:spPr bwMode="auto">
                      <a:xfrm rot="0" flipH="0" flipV="0">
                        <a:off x="0" y="483628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927940431" name=""/>
                      <p:cNvSpPr txBox="1"/>
                      <p:nvPr/>
                    </p:nvSpPr>
                    <p:spPr bwMode="auto">
                      <a:xfrm rot="0" flipH="0" flipV="0">
                        <a:off x="803854" y="0"/>
                        <a:ext cx="1082805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45B5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ABSA</a:t>
                        </a:r>
                        <a:endParaRPr sz="2200" b="1">
                          <a:solidFill>
                            <a:srgbClr val="45B5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1580805080" name=""/>
                    <p:cNvGrpSpPr/>
                    <p:nvPr/>
                  </p:nvGrpSpPr>
                  <p:grpSpPr bwMode="auto">
                    <a:xfrm>
                      <a:off x="3688986" y="0"/>
                      <a:ext cx="1076521" cy="2150500"/>
                      <a:chOff x="0" y="0"/>
                      <a:chExt cx="1076521" cy="2150500"/>
                    </a:xfrm>
                  </p:grpSpPr>
                  <p:sp>
                    <p:nvSpPr>
                      <p:cNvPr id="1934128956" name=""/>
                      <p:cNvSpPr/>
                      <p:nvPr/>
                    </p:nvSpPr>
                    <p:spPr bwMode="auto">
                      <a:xfrm rot="0" flipH="0" flipV="0">
                        <a:off x="200269" y="483628"/>
                        <a:ext cx="634996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35398884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1076521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DB4C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RGSS</a:t>
                        </a:r>
                        <a:endParaRPr sz="2200" b="1">
                          <a:solidFill>
                            <a:srgbClr val="DB4C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910855257" name=""/>
                    <p:cNvGrpSpPr/>
                    <p:nvPr/>
                  </p:nvGrpSpPr>
                  <p:grpSpPr bwMode="auto">
                    <a:xfrm>
                      <a:off x="11163296" y="0"/>
                      <a:ext cx="865890" cy="2150500"/>
                      <a:chOff x="0" y="0"/>
                      <a:chExt cx="865890" cy="2150500"/>
                    </a:xfrm>
                  </p:grpSpPr>
                  <p:sp>
                    <p:nvSpPr>
                      <p:cNvPr id="955929558" name=""/>
                      <p:cNvSpPr/>
                      <p:nvPr/>
                    </p:nvSpPr>
                    <p:spPr bwMode="auto">
                      <a:xfrm rot="0" flipH="0" flipV="0">
                        <a:off x="22718" y="483628"/>
                        <a:ext cx="752483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559880323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865890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00B050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Bob</a:t>
                        </a:r>
                        <a:endParaRPr sz="2200" b="1">
                          <a:solidFill>
                            <a:srgbClr val="00B050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1604090773" name=""/>
                    <p:cNvGrpSpPr/>
                    <p:nvPr/>
                  </p:nvGrpSpPr>
                  <p:grpSpPr bwMode="auto">
                    <a:xfrm>
                      <a:off x="4688562" y="0"/>
                      <a:ext cx="2687640" cy="2150499"/>
                      <a:chOff x="0" y="0"/>
                      <a:chExt cx="2687640" cy="2150499"/>
                    </a:xfrm>
                  </p:grpSpPr>
                  <p:sp>
                    <p:nvSpPr>
                      <p:cNvPr id="1292273443" name=""/>
                      <p:cNvSpPr/>
                      <p:nvPr/>
                    </p:nvSpPr>
                    <p:spPr bwMode="auto">
                      <a:xfrm rot="0" flipH="0" flipV="0">
                        <a:off x="0" y="483627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808998359" name=""/>
                      <p:cNvSpPr txBox="1"/>
                      <p:nvPr/>
                    </p:nvSpPr>
                    <p:spPr bwMode="auto">
                      <a:xfrm rot="0" flipH="0" flipV="0">
                        <a:off x="803854" y="0"/>
                        <a:ext cx="1083163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45B5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ABSA</a:t>
                        </a:r>
                        <a:endParaRPr sz="2200" b="1">
                          <a:solidFill>
                            <a:srgbClr val="45B5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1887928424" name=""/>
                    <p:cNvGrpSpPr/>
                    <p:nvPr/>
                  </p:nvGrpSpPr>
                  <p:grpSpPr bwMode="auto">
                    <a:xfrm>
                      <a:off x="7340238" y="0"/>
                      <a:ext cx="1076881" cy="2150499"/>
                      <a:chOff x="0" y="0"/>
                      <a:chExt cx="1076881" cy="2150499"/>
                    </a:xfrm>
                  </p:grpSpPr>
                  <p:sp>
                    <p:nvSpPr>
                      <p:cNvPr id="1225041069" name=""/>
                      <p:cNvSpPr/>
                      <p:nvPr/>
                    </p:nvSpPr>
                    <p:spPr bwMode="auto">
                      <a:xfrm rot="0" flipH="0" flipV="0">
                        <a:off x="200269" y="483627"/>
                        <a:ext cx="634995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27832992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1076881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DB4C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RGSS</a:t>
                        </a:r>
                        <a:endParaRPr sz="2200" b="1">
                          <a:solidFill>
                            <a:srgbClr val="DB4C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900435793" name=""/>
                    <p:cNvGrpSpPr/>
                    <p:nvPr/>
                  </p:nvGrpSpPr>
                  <p:grpSpPr bwMode="auto">
                    <a:xfrm>
                      <a:off x="8359221" y="0"/>
                      <a:ext cx="2687640" cy="2150499"/>
                      <a:chOff x="0" y="0"/>
                      <a:chExt cx="2687640" cy="2150499"/>
                    </a:xfrm>
                  </p:grpSpPr>
                  <p:sp>
                    <p:nvSpPr>
                      <p:cNvPr id="1728705179" name=""/>
                      <p:cNvSpPr/>
                      <p:nvPr/>
                    </p:nvSpPr>
                    <p:spPr bwMode="auto">
                      <a:xfrm rot="0" flipH="0" flipV="0">
                        <a:off x="0" y="483627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126937947" name=""/>
                      <p:cNvSpPr txBox="1"/>
                      <p:nvPr/>
                    </p:nvSpPr>
                    <p:spPr bwMode="auto">
                      <a:xfrm rot="0" flipH="0" flipV="0">
                        <a:off x="803854" y="0"/>
                        <a:ext cx="1083524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45B5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ABSA</a:t>
                        </a:r>
                        <a:endParaRPr sz="2200" b="1">
                          <a:solidFill>
                            <a:srgbClr val="45B5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</p:grpSp>
              <p:grpSp>
                <p:nvGrpSpPr>
                  <p:cNvPr id="1513207986" name=""/>
                  <p:cNvGrpSpPr/>
                  <p:nvPr/>
                </p:nvGrpSpPr>
                <p:grpSpPr bwMode="auto">
                  <a:xfrm rot="0" flipH="0" flipV="0">
                    <a:off x="227680" y="612300"/>
                    <a:ext cx="11615710" cy="1408946"/>
                    <a:chOff x="0" y="0"/>
                    <a:chExt cx="11615710" cy="1408946"/>
                  </a:xfrm>
                </p:grpSpPr>
                <p:grpSp>
                  <p:nvGrpSpPr>
                    <p:cNvPr id="1035352522" name=""/>
                    <p:cNvGrpSpPr/>
                    <p:nvPr/>
                  </p:nvGrpSpPr>
                  <p:grpSpPr bwMode="auto">
                    <a:xfrm>
                      <a:off x="2248852" y="0"/>
                      <a:ext cx="3461329" cy="1408946"/>
                      <a:chOff x="0" y="0"/>
                      <a:chExt cx="3461329" cy="1408946"/>
                    </a:xfrm>
                  </p:grpSpPr>
                  <p:grpSp>
                    <p:nvGrpSpPr>
                      <p:cNvPr id="865577113" name=""/>
                      <p:cNvGrpSpPr/>
                      <p:nvPr/>
                    </p:nvGrpSpPr>
                    <p:grpSpPr bwMode="auto">
                      <a:xfrm rot="10800000" flipH="0" flipV="0">
                        <a:off x="883775" y="167078"/>
                        <a:ext cx="1693773" cy="1067280"/>
                        <a:chOff x="0" y="0"/>
                        <a:chExt cx="1693773" cy="1067280"/>
                      </a:xfrm>
                    </p:grpSpPr>
                    <p:cxnSp>
                      <p:nvCxnSpPr>
                        <p:cNvPr id="698587612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75950749" name=""/>
                        <p:cNvCxnSpPr/>
                        <p:nvPr/>
                      </p:nvCxnSpPr>
                      <p:spPr bwMode="auto">
                        <a:xfrm rot="0" flipH="0" flipV="0">
                          <a:off x="284321" y="0"/>
                          <a:ext cx="1409449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697747774" name=""/>
                        <p:cNvCxnSpPr/>
                        <p:nvPr/>
                      </p:nvCxnSpPr>
                      <p:spPr bwMode="auto">
                        <a:xfrm rot="0" flipH="0" flipV="0">
                          <a:off x="0" y="529887"/>
                          <a:ext cx="1409449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0274736" name=""/>
                        <p:cNvCxnSpPr/>
                        <p:nvPr/>
                      </p:nvCxnSpPr>
                      <p:spPr bwMode="auto">
                        <a:xfrm rot="0" flipH="0" flipV="0">
                          <a:off x="284321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1381023" name=""/>
                        <p:cNvCxnSpPr/>
                        <p:nvPr/>
                      </p:nvCxnSpPr>
                      <p:spPr bwMode="auto">
                        <a:xfrm rot="0" flipH="0" flipV="0">
                          <a:off x="284321" y="3747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45189383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9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87018562" name=""/>
                        <p:cNvCxnSpPr/>
                        <p:nvPr/>
                      </p:nvCxnSpPr>
                      <p:spPr bwMode="auto">
                        <a:xfrm rot="0" flipH="0" flipV="1">
                          <a:off x="284321" y="537390"/>
                          <a:ext cx="1409449" cy="522388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14722515" name=""/>
                        <p:cNvCxnSpPr/>
                        <p:nvPr/>
                      </p:nvCxnSpPr>
                      <p:spPr bwMode="auto">
                        <a:xfrm rot="0" flipH="0" flipV="1">
                          <a:off x="284321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89682495" name=""/>
                        <p:cNvCxnSpPr/>
                        <p:nvPr/>
                      </p:nvCxnSpPr>
                      <p:spPr bwMode="auto">
                        <a:xfrm rot="10800000" flipH="0" flipV="0">
                          <a:off x="284321" y="0"/>
                          <a:ext cx="1125126" cy="1067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2116198681" name=""/>
                      <p:cNvSpPr/>
                      <p:nvPr/>
                    </p:nvSpPr>
                    <p:spPr bwMode="auto">
                      <a:xfrm rot="10800000" flipH="0" flipV="0">
                        <a:off x="2577555" y="52988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07491224" name=""/>
                      <p:cNvSpPr/>
                      <p:nvPr/>
                    </p:nvSpPr>
                    <p:spPr bwMode="auto">
                      <a:xfrm rot="10800000" flipH="0" flipV="0">
                        <a:off x="2293228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79913505" name=""/>
                      <p:cNvSpPr/>
                      <p:nvPr/>
                    </p:nvSpPr>
                    <p:spPr bwMode="auto">
                      <a:xfrm rot="10800000" flipH="0" flipV="0">
                        <a:off x="2293228" y="1059777"/>
                        <a:ext cx="349166" cy="349167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047333159" name=""/>
                      <p:cNvCxnSpPr/>
                      <p:nvPr/>
                    </p:nvCxnSpPr>
                    <p:spPr bwMode="auto">
                      <a:xfrm rot="0" flipH="0" flipV="0">
                        <a:off x="34916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69798289" name=""/>
                      <p:cNvSpPr/>
                      <p:nvPr/>
                    </p:nvSpPr>
                    <p:spPr bwMode="auto">
                      <a:xfrm rot="0" flipH="0" flipV="0">
                        <a:off x="534609" y="52988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63879653" name=""/>
                      <p:cNvSpPr/>
                      <p:nvPr/>
                    </p:nvSpPr>
                    <p:spPr bwMode="auto">
                      <a:xfrm rot="0" flipH="0" flipV="0">
                        <a:off x="818931" y="105977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51806466" name=""/>
                      <p:cNvSpPr/>
                      <p:nvPr/>
                    </p:nvSpPr>
                    <p:spPr bwMode="auto">
                      <a:xfrm rot="0" flipH="0" flipV="0">
                        <a:off x="818929" y="0"/>
                        <a:ext cx="349166" cy="349167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62853524" name=""/>
                      <p:cNvSpPr/>
                      <p:nvPr/>
                    </p:nvSpPr>
                    <p:spPr bwMode="auto">
                      <a:xfrm rot="0" flipH="0" flipV="0">
                        <a:off x="0" y="52988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27803101" name=""/>
                      <p:cNvSpPr/>
                      <p:nvPr/>
                    </p:nvSpPr>
                    <p:spPr bwMode="auto">
                      <a:xfrm rot="0" flipH="0" flipV="0">
                        <a:off x="0" y="105977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48300712" name=""/>
                      <p:cNvCxnSpPr/>
                      <p:nvPr/>
                    </p:nvCxnSpPr>
                    <p:spPr bwMode="auto">
                      <a:xfrm rot="0" flipH="0" flipV="0">
                        <a:off x="349165" y="704472"/>
                        <a:ext cx="185437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3601848" name=""/>
                      <p:cNvCxnSpPr/>
                      <p:nvPr/>
                    </p:nvCxnSpPr>
                    <p:spPr bwMode="auto">
                      <a:xfrm rot="0" flipH="0" flipV="1">
                        <a:off x="349165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76972499" name=""/>
                      <p:cNvSpPr/>
                      <p:nvPr/>
                    </p:nvSpPr>
                    <p:spPr bwMode="auto">
                      <a:xfrm rot="10800000" flipH="0" flipV="0">
                        <a:off x="3112164" y="52988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75070314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05188148" name=""/>
                      <p:cNvSpPr/>
                      <p:nvPr/>
                    </p:nvSpPr>
                    <p:spPr bwMode="auto">
                      <a:xfrm rot="10800000" flipH="0" flipV="0">
                        <a:off x="3112164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43806525" name=""/>
                      <p:cNvSpPr/>
                      <p:nvPr/>
                    </p:nvSpPr>
                    <p:spPr bwMode="auto">
                      <a:xfrm rot="10800000" flipH="0" flipV="0">
                        <a:off x="3112164" y="105977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854032395" name=""/>
                      <p:cNvCxnSpPr/>
                      <p:nvPr/>
                    </p:nvCxnSpPr>
                    <p:spPr bwMode="auto">
                      <a:xfrm rot="10800000" flipH="0" flipV="0">
                        <a:off x="2642400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09976911" name=""/>
                      <p:cNvCxnSpPr/>
                      <p:nvPr/>
                    </p:nvCxnSpPr>
                    <p:spPr bwMode="auto">
                      <a:xfrm rot="10800000" flipH="0" flipV="0">
                        <a:off x="2926723" y="704475"/>
                        <a:ext cx="185437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46812841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6029640" name=""/>
                    <p:cNvGrpSpPr/>
                    <p:nvPr/>
                  </p:nvGrpSpPr>
                  <p:grpSpPr bwMode="auto">
                    <a:xfrm>
                      <a:off x="0" y="0"/>
                      <a:ext cx="2053507" cy="1408945"/>
                      <a:chOff x="0" y="0"/>
                      <a:chExt cx="2053507" cy="1408945"/>
                    </a:xfrm>
                  </p:grpSpPr>
                  <p:cxnSp>
                    <p:nvCxnSpPr>
                      <p:cNvPr id="32369284" name=""/>
                      <p:cNvCxnSpPr/>
                      <p:nvPr/>
                    </p:nvCxnSpPr>
                    <p:spPr bwMode="auto">
                      <a:xfrm rot="10800000" flipH="0" flipV="0">
                        <a:off x="1234576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55754387" name=""/>
                      <p:cNvSpPr/>
                      <p:nvPr/>
                    </p:nvSpPr>
                    <p:spPr bwMode="auto">
                      <a:xfrm rot="10800000" flipH="0" flipV="0">
                        <a:off x="885408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83015679" name=""/>
                      <p:cNvSpPr/>
                      <p:nvPr/>
                    </p:nvSpPr>
                    <p:spPr bwMode="auto">
                      <a:xfrm rot="10800000" flipH="0" flipV="0">
                        <a:off x="885408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83409196" name=""/>
                      <p:cNvSpPr/>
                      <p:nvPr/>
                    </p:nvSpPr>
                    <p:spPr bwMode="auto">
                      <a:xfrm rot="10800000" flipH="0" flipV="0">
                        <a:off x="885406" y="105977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92769665" name=""/>
                      <p:cNvSpPr/>
                      <p:nvPr/>
                    </p:nvSpPr>
                    <p:spPr bwMode="auto">
                      <a:xfrm rot="10800000" flipH="0" flipV="0">
                        <a:off x="1704341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43155278" name=""/>
                      <p:cNvSpPr/>
                      <p:nvPr/>
                    </p:nvSpPr>
                    <p:spPr bwMode="auto">
                      <a:xfrm rot="10800000" flipH="0" flipV="0">
                        <a:off x="1704341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086257198" name=""/>
                      <p:cNvCxnSpPr/>
                      <p:nvPr/>
                    </p:nvCxnSpPr>
                    <p:spPr bwMode="auto">
                      <a:xfrm rot="10800000" flipH="0" flipV="0">
                        <a:off x="1234576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75124877" name=""/>
                      <p:cNvCxnSpPr/>
                      <p:nvPr/>
                    </p:nvCxnSpPr>
                    <p:spPr bwMode="auto">
                      <a:xfrm rot="10800000" flipH="0" flipV="1">
                        <a:off x="1234576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4505978" name=""/>
                      <p:cNvCxnSpPr/>
                      <p:nvPr/>
                    </p:nvCxnSpPr>
                    <p:spPr bwMode="auto">
                      <a:xfrm rot="10800000" flipH="0" flipV="0">
                        <a:off x="298030" y="827922"/>
                        <a:ext cx="587373" cy="40643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061983810" name=""/>
                      <p:cNvSpPr/>
                      <p:nvPr/>
                    </p:nvSpPr>
                    <p:spPr bwMode="auto">
                      <a:xfrm rot="10800000" flipH="0" flipV="0">
                        <a:off x="1704341" y="105977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810406538" name=""/>
                      <p:cNvCxnSpPr/>
                      <p:nvPr/>
                    </p:nvCxnSpPr>
                    <p:spPr bwMode="auto">
                      <a:xfrm rot="10800000" flipH="0" flipV="1">
                        <a:off x="349165" y="704475"/>
                        <a:ext cx="53624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37305348" name=""/>
                      <p:cNvCxnSpPr/>
                      <p:nvPr/>
                    </p:nvCxnSpPr>
                    <p:spPr bwMode="auto">
                      <a:xfrm rot="10800000" flipH="0" flipV="1">
                        <a:off x="298031" y="174582"/>
                        <a:ext cx="587376" cy="40643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003918468" name=""/>
                      <p:cNvSpPr/>
                      <p:nvPr/>
                    </p:nvSpPr>
                    <p:spPr bwMode="auto">
                      <a:xfrm rot="10800000" flipH="0" flipV="0">
                        <a:off x="0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904355940" name=""/>
                    <p:cNvGrpSpPr/>
                    <p:nvPr/>
                  </p:nvGrpSpPr>
                  <p:grpSpPr bwMode="auto">
                    <a:xfrm rot="10800000">
                      <a:off x="9562202" y="0"/>
                      <a:ext cx="2053507" cy="1408945"/>
                      <a:chOff x="0" y="0"/>
                      <a:chExt cx="2053507" cy="1408945"/>
                    </a:xfrm>
                  </p:grpSpPr>
                  <p:cxnSp>
                    <p:nvCxnSpPr>
                      <p:cNvPr id="1148313949" name=""/>
                      <p:cNvCxnSpPr/>
                      <p:nvPr/>
                    </p:nvCxnSpPr>
                    <p:spPr bwMode="auto">
                      <a:xfrm rot="10800000" flipH="0" flipV="0">
                        <a:off x="1234576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23839680" name=""/>
                      <p:cNvSpPr/>
                      <p:nvPr/>
                    </p:nvSpPr>
                    <p:spPr bwMode="auto">
                      <a:xfrm rot="10800000" flipH="0" flipV="0">
                        <a:off x="885408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53001769" name=""/>
                      <p:cNvSpPr/>
                      <p:nvPr/>
                    </p:nvSpPr>
                    <p:spPr bwMode="auto">
                      <a:xfrm rot="10800000" flipH="0" flipV="0">
                        <a:off x="885408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27012200" name=""/>
                      <p:cNvSpPr/>
                      <p:nvPr/>
                    </p:nvSpPr>
                    <p:spPr bwMode="auto">
                      <a:xfrm rot="10800000" flipH="0" flipV="0">
                        <a:off x="885406" y="105977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1974357" name=""/>
                      <p:cNvSpPr/>
                      <p:nvPr/>
                    </p:nvSpPr>
                    <p:spPr bwMode="auto">
                      <a:xfrm rot="10800000" flipH="0" flipV="0">
                        <a:off x="1704341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33814823" name=""/>
                      <p:cNvSpPr/>
                      <p:nvPr/>
                    </p:nvSpPr>
                    <p:spPr bwMode="auto">
                      <a:xfrm rot="10800000" flipH="0" flipV="0">
                        <a:off x="1704341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222278101" name=""/>
                      <p:cNvCxnSpPr/>
                      <p:nvPr/>
                    </p:nvCxnSpPr>
                    <p:spPr bwMode="auto">
                      <a:xfrm rot="10800000" flipH="0" flipV="0">
                        <a:off x="1234576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044310" name=""/>
                      <p:cNvCxnSpPr/>
                      <p:nvPr/>
                    </p:nvCxnSpPr>
                    <p:spPr bwMode="auto">
                      <a:xfrm rot="10800000" flipH="0" flipV="1">
                        <a:off x="1234576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11329625" name=""/>
                      <p:cNvCxnSpPr/>
                      <p:nvPr/>
                    </p:nvCxnSpPr>
                    <p:spPr bwMode="auto">
                      <a:xfrm rot="10800000" flipH="0" flipV="0">
                        <a:off x="298029" y="827922"/>
                        <a:ext cx="587373" cy="40643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2807815" name=""/>
                      <p:cNvSpPr/>
                      <p:nvPr/>
                    </p:nvSpPr>
                    <p:spPr bwMode="auto">
                      <a:xfrm rot="10800000" flipH="0" flipV="0">
                        <a:off x="1704341" y="105977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714274791" name=""/>
                      <p:cNvCxnSpPr/>
                      <p:nvPr/>
                    </p:nvCxnSpPr>
                    <p:spPr bwMode="auto">
                      <a:xfrm rot="10800000" flipH="0" flipV="1">
                        <a:off x="349165" y="704475"/>
                        <a:ext cx="536239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24728148" name=""/>
                      <p:cNvCxnSpPr/>
                      <p:nvPr/>
                    </p:nvCxnSpPr>
                    <p:spPr bwMode="auto">
                      <a:xfrm rot="10800000" flipH="0" flipV="1">
                        <a:off x="298030" y="174582"/>
                        <a:ext cx="587373" cy="40643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42934101" name=""/>
                      <p:cNvSpPr/>
                      <p:nvPr/>
                    </p:nvSpPr>
                    <p:spPr bwMode="auto">
                      <a:xfrm rot="10800000" flipH="0" flipV="0">
                        <a:off x="0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306525127" name=""/>
                    <p:cNvGrpSpPr/>
                    <p:nvPr/>
                  </p:nvGrpSpPr>
                  <p:grpSpPr bwMode="auto">
                    <a:xfrm rot="10800000">
                      <a:off x="5905533" y="1"/>
                      <a:ext cx="3461328" cy="1408943"/>
                      <a:chOff x="0" y="0"/>
                      <a:chExt cx="3461328" cy="1408943"/>
                    </a:xfrm>
                  </p:grpSpPr>
                  <p:grpSp>
                    <p:nvGrpSpPr>
                      <p:cNvPr id="432308689" name=""/>
                      <p:cNvGrpSpPr/>
                      <p:nvPr/>
                    </p:nvGrpSpPr>
                    <p:grpSpPr bwMode="auto">
                      <a:xfrm rot="10800000" flipH="0" flipV="0">
                        <a:off x="883775" y="167079"/>
                        <a:ext cx="1693773" cy="1067278"/>
                        <a:chOff x="0" y="0"/>
                        <a:chExt cx="1693773" cy="1067278"/>
                      </a:xfrm>
                    </p:grpSpPr>
                    <p:cxnSp>
                      <p:nvCxnSpPr>
                        <p:cNvPr id="279467567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951855896" name=""/>
                        <p:cNvCxnSpPr/>
                        <p:nvPr/>
                      </p:nvCxnSpPr>
                      <p:spPr bwMode="auto">
                        <a:xfrm rot="0" flipH="0" flipV="0">
                          <a:off x="284319" y="0"/>
                          <a:ext cx="1409448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4225232" name=""/>
                        <p:cNvCxnSpPr/>
                        <p:nvPr/>
                      </p:nvCxnSpPr>
                      <p:spPr bwMode="auto">
                        <a:xfrm rot="0" flipH="0" flipV="0">
                          <a:off x="0" y="529886"/>
                          <a:ext cx="1409448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946741612" name=""/>
                        <p:cNvCxnSpPr/>
                        <p:nvPr/>
                      </p:nvCxnSpPr>
                      <p:spPr bwMode="auto">
                        <a:xfrm rot="0" flipH="0" flipV="0">
                          <a:off x="284319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32353738" name=""/>
                        <p:cNvCxnSpPr/>
                        <p:nvPr/>
                      </p:nvCxnSpPr>
                      <p:spPr bwMode="auto">
                        <a:xfrm rot="0" flipH="0" flipV="0">
                          <a:off x="284319" y="3746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622044963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8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06502271" name=""/>
                        <p:cNvCxnSpPr/>
                        <p:nvPr/>
                      </p:nvCxnSpPr>
                      <p:spPr bwMode="auto">
                        <a:xfrm rot="0" flipH="0" flipV="1">
                          <a:off x="284319" y="537390"/>
                          <a:ext cx="1409448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63081280" name=""/>
                        <p:cNvCxnSpPr/>
                        <p:nvPr/>
                      </p:nvCxnSpPr>
                      <p:spPr bwMode="auto">
                        <a:xfrm rot="0" flipH="0" flipV="1">
                          <a:off x="284319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95913804" name=""/>
                        <p:cNvCxnSpPr/>
                        <p:nvPr/>
                      </p:nvCxnSpPr>
                      <p:spPr bwMode="auto">
                        <a:xfrm rot="10800000" flipH="0" flipV="0">
                          <a:off x="284319" y="0"/>
                          <a:ext cx="1125126" cy="1067278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738649948" name=""/>
                      <p:cNvSpPr/>
                      <p:nvPr/>
                    </p:nvSpPr>
                    <p:spPr bwMode="auto">
                      <a:xfrm rot="10800000" flipH="0" flipV="0">
                        <a:off x="2577555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960860659" name=""/>
                      <p:cNvSpPr/>
                      <p:nvPr/>
                    </p:nvSpPr>
                    <p:spPr bwMode="auto">
                      <a:xfrm rot="10800000" flipH="0" flipV="0">
                        <a:off x="2293228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69394025" name=""/>
                      <p:cNvSpPr/>
                      <p:nvPr/>
                    </p:nvSpPr>
                    <p:spPr bwMode="auto">
                      <a:xfrm rot="10800000" flipH="0" flipV="0">
                        <a:off x="2293227" y="105977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15590963" name=""/>
                      <p:cNvCxnSpPr/>
                      <p:nvPr/>
                    </p:nvCxnSpPr>
                    <p:spPr bwMode="auto">
                      <a:xfrm rot="0" flipH="0" flipV="0">
                        <a:off x="34916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25210458" name=""/>
                      <p:cNvSpPr/>
                      <p:nvPr/>
                    </p:nvSpPr>
                    <p:spPr bwMode="auto">
                      <a:xfrm rot="0" flipH="0" flipV="0">
                        <a:off x="534609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45145419" name=""/>
                      <p:cNvSpPr/>
                      <p:nvPr/>
                    </p:nvSpPr>
                    <p:spPr bwMode="auto">
                      <a:xfrm rot="0" flipH="0" flipV="0">
                        <a:off x="818931" y="105977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95364531" name=""/>
                      <p:cNvSpPr/>
                      <p:nvPr/>
                    </p:nvSpPr>
                    <p:spPr bwMode="auto">
                      <a:xfrm rot="0" flipH="0" flipV="0">
                        <a:off x="818929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80845796" name=""/>
                      <p:cNvSpPr/>
                      <p:nvPr/>
                    </p:nvSpPr>
                    <p:spPr bwMode="auto">
                      <a:xfrm rot="0" flipH="0" flipV="0">
                        <a:off x="0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78635800" name=""/>
                      <p:cNvSpPr/>
                      <p:nvPr/>
                    </p:nvSpPr>
                    <p:spPr bwMode="auto">
                      <a:xfrm rot="0" flipH="0" flipV="0">
                        <a:off x="0" y="105977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701428531" name=""/>
                      <p:cNvCxnSpPr/>
                      <p:nvPr/>
                    </p:nvCxnSpPr>
                    <p:spPr bwMode="auto">
                      <a:xfrm rot="0" flipH="0" flipV="0">
                        <a:off x="349165" y="704471"/>
                        <a:ext cx="18543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26448730" name=""/>
                      <p:cNvCxnSpPr/>
                      <p:nvPr/>
                    </p:nvCxnSpPr>
                    <p:spPr bwMode="auto">
                      <a:xfrm rot="0" flipH="0" flipV="1">
                        <a:off x="349165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152979295" name=""/>
                      <p:cNvSpPr/>
                      <p:nvPr/>
                    </p:nvSpPr>
                    <p:spPr bwMode="auto">
                      <a:xfrm rot="10800000" flipH="0" flipV="0">
                        <a:off x="3112161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82236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60884318" name=""/>
                      <p:cNvSpPr/>
                      <p:nvPr/>
                    </p:nvSpPr>
                    <p:spPr bwMode="auto">
                      <a:xfrm rot="10800000" flipH="0" flipV="0">
                        <a:off x="3112161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45975450" name=""/>
                      <p:cNvSpPr/>
                      <p:nvPr/>
                    </p:nvSpPr>
                    <p:spPr bwMode="auto">
                      <a:xfrm rot="10800000" flipH="0" flipV="0">
                        <a:off x="3112161" y="105977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303484365" name=""/>
                      <p:cNvCxnSpPr/>
                      <p:nvPr/>
                    </p:nvCxnSpPr>
                    <p:spPr bwMode="auto">
                      <a:xfrm rot="10800000" flipH="0" flipV="0">
                        <a:off x="2642400" y="1234363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59920415" name=""/>
                      <p:cNvCxnSpPr/>
                      <p:nvPr/>
                    </p:nvCxnSpPr>
                    <p:spPr bwMode="auto">
                      <a:xfrm rot="10800000" flipH="0" flipV="0">
                        <a:off x="2926722" y="704475"/>
                        <a:ext cx="18543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53237025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</p:grpSp>
            <p:grpSp>
              <p:nvGrpSpPr>
                <p:cNvPr id="1930526253" name=""/>
                <p:cNvGrpSpPr/>
                <p:nvPr/>
              </p:nvGrpSpPr>
              <p:grpSpPr bwMode="auto">
                <a:xfrm>
                  <a:off x="1619040" y="1395988"/>
                  <a:ext cx="8854305" cy="421396"/>
                  <a:chOff x="0" y="0"/>
                  <a:chExt cx="8854305" cy="421396"/>
                </a:xfrm>
              </p:grpSpPr>
              <p:sp>
                <p:nvSpPr>
                  <p:cNvPr id="1087701742" name=""/>
                  <p:cNvSpPr txBox="1"/>
                  <p:nvPr/>
                </p:nvSpPr>
                <p:spPr bwMode="auto">
                  <a:xfrm rot="5400000" flipH="0" flipV="0">
                    <a:off x="-27279" y="27638"/>
                    <a:ext cx="420678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604933921" name=""/>
                  <p:cNvSpPr txBox="1"/>
                  <p:nvPr/>
                </p:nvSpPr>
                <p:spPr bwMode="auto">
                  <a:xfrm rot="5400000" flipH="0" flipV="0">
                    <a:off x="1230012" y="27638"/>
                    <a:ext cx="421037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48087937" name=""/>
                  <p:cNvSpPr txBox="1"/>
                  <p:nvPr/>
                </p:nvSpPr>
                <p:spPr bwMode="auto">
                  <a:xfrm rot="16199998" flipH="0" flipV="0">
                    <a:off x="7203243" y="27638"/>
                    <a:ext cx="421037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890374531" name=""/>
                  <p:cNvSpPr txBox="1"/>
                  <p:nvPr/>
                </p:nvSpPr>
                <p:spPr bwMode="auto">
                  <a:xfrm rot="16199998" flipH="0" flipV="0">
                    <a:off x="8460547" y="27638"/>
                    <a:ext cx="421396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800371258" name=""/>
                  <p:cNvSpPr txBox="1"/>
                  <p:nvPr/>
                </p:nvSpPr>
                <p:spPr bwMode="auto">
                  <a:xfrm rot="16199998" flipH="0" flipV="0">
                    <a:off x="3554113" y="27638"/>
                    <a:ext cx="421037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83422593" name=""/>
                  <p:cNvSpPr txBox="1"/>
                  <p:nvPr/>
                </p:nvSpPr>
                <p:spPr bwMode="auto">
                  <a:xfrm rot="5400000" flipH="0" flipV="0">
                    <a:off x="4887606" y="27638"/>
                    <a:ext cx="421396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</p:grpSp>
          </p:grpSp>
          <p:grpSp>
            <p:nvGrpSpPr>
              <p:cNvPr id="1348912688" name=""/>
              <p:cNvGrpSpPr/>
              <p:nvPr/>
            </p:nvGrpSpPr>
            <p:grpSpPr bwMode="auto">
              <a:xfrm>
                <a:off x="260850" y="5977519"/>
                <a:ext cx="3526135" cy="472023"/>
                <a:chOff x="0" y="0"/>
                <a:chExt cx="3526135" cy="472023"/>
              </a:xfrm>
            </p:grpSpPr>
            <p:sp>
              <p:nvSpPr>
                <p:cNvPr id="1658417347" name=""/>
                <p:cNvSpPr/>
                <p:nvPr/>
              </p:nvSpPr>
              <p:spPr bwMode="auto">
                <a:xfrm rot="0" flipH="0" flipV="0">
                  <a:off x="0" y="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71994477" name=""/>
                <p:cNvSpPr txBox="1"/>
                <p:nvPr/>
              </p:nvSpPr>
              <p:spPr bwMode="auto">
                <a:xfrm rot="0" flipH="0" flipV="0">
                  <a:off x="1104660" y="52949"/>
                  <a:ext cx="2421475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= Successful BSM</a:t>
                  </a:r>
                  <a:endParaRPr b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522035841" name=""/>
              <p:cNvGrpSpPr/>
              <p:nvPr/>
            </p:nvGrpSpPr>
            <p:grpSpPr bwMode="auto">
              <a:xfrm>
                <a:off x="4372758" y="5977519"/>
                <a:ext cx="3471098" cy="472023"/>
                <a:chOff x="0" y="0"/>
                <a:chExt cx="3471098" cy="472023"/>
              </a:xfrm>
            </p:grpSpPr>
            <p:sp>
              <p:nvSpPr>
                <p:cNvPr id="564905100" name=""/>
                <p:cNvSpPr/>
                <p:nvPr/>
              </p:nvSpPr>
              <p:spPr bwMode="auto">
                <a:xfrm rot="0" flipH="0" flipV="0">
                  <a:off x="0" y="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604460244" name=""/>
                <p:cNvSpPr txBox="1"/>
                <p:nvPr/>
              </p:nvSpPr>
              <p:spPr bwMode="auto">
                <a:xfrm rot="0" flipH="0" flipV="0">
                  <a:off x="1104970" y="48748"/>
                  <a:ext cx="236612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= Failed</a:t>
                  </a: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 BSM</a:t>
                  </a:r>
                  <a:endPara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</p:grpSp>
          <p:grpSp>
            <p:nvGrpSpPr>
              <p:cNvPr id="426355636" name=""/>
              <p:cNvGrpSpPr/>
              <p:nvPr/>
            </p:nvGrpSpPr>
            <p:grpSpPr bwMode="auto">
              <a:xfrm>
                <a:off x="8039941" y="5994471"/>
                <a:ext cx="3873721" cy="366119"/>
                <a:chOff x="0" y="0"/>
                <a:chExt cx="3873721" cy="366119"/>
              </a:xfrm>
            </p:grpSpPr>
            <p:cxnSp>
              <p:nvCxnSpPr>
                <p:cNvPr id="277005978" name=""/>
                <p:cNvCxnSpPr/>
                <p:nvPr/>
              </p:nvCxnSpPr>
              <p:spPr bwMode="auto">
                <a:xfrm rot="0" flipH="1" flipV="0">
                  <a:off x="0" y="216958"/>
                  <a:ext cx="808167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929212" name=""/>
                <p:cNvSpPr txBox="1"/>
                <p:nvPr/>
              </p:nvSpPr>
              <p:spPr bwMode="auto">
                <a:xfrm rot="0" flipH="0" flipV="0">
                  <a:off x="886638" y="0"/>
                  <a:ext cx="2987082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= Entanglement</a:t>
                  </a: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 Link</a:t>
                  </a:r>
                  <a:endPara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</p:grpSp>
          <p:grpSp>
            <p:nvGrpSpPr>
              <p:cNvPr id="1906644489" name=""/>
              <p:cNvGrpSpPr/>
              <p:nvPr/>
            </p:nvGrpSpPr>
            <p:grpSpPr bwMode="auto">
              <a:xfrm>
                <a:off x="90758" y="2298037"/>
                <a:ext cx="11844775" cy="1666872"/>
                <a:chOff x="0" y="0"/>
                <a:chExt cx="11844775" cy="1666872"/>
              </a:xfrm>
            </p:grpSpPr>
            <p:grpSp>
              <p:nvGrpSpPr>
                <p:cNvPr id="115771139" name=""/>
                <p:cNvGrpSpPr/>
                <p:nvPr/>
              </p:nvGrpSpPr>
              <p:grpSpPr bwMode="auto">
                <a:xfrm>
                  <a:off x="0" y="0"/>
                  <a:ext cx="11844775" cy="1666872"/>
                  <a:chOff x="0" y="0"/>
                  <a:chExt cx="11844775" cy="1666872"/>
                </a:xfrm>
              </p:grpSpPr>
              <p:grpSp>
                <p:nvGrpSpPr>
                  <p:cNvPr id="143031240" name=""/>
                  <p:cNvGrpSpPr/>
                  <p:nvPr/>
                </p:nvGrpSpPr>
                <p:grpSpPr bwMode="auto">
                  <a:xfrm>
                    <a:off x="0" y="0"/>
                    <a:ext cx="11844775" cy="1666872"/>
                    <a:chOff x="0" y="0"/>
                    <a:chExt cx="11844775" cy="1666872"/>
                  </a:xfrm>
                </p:grpSpPr>
                <p:grpSp>
                  <p:nvGrpSpPr>
                    <p:cNvPr id="696509916" name=""/>
                    <p:cNvGrpSpPr/>
                    <p:nvPr/>
                  </p:nvGrpSpPr>
                  <p:grpSpPr bwMode="auto">
                    <a:xfrm>
                      <a:off x="0" y="0"/>
                      <a:ext cx="11844775" cy="1666872"/>
                      <a:chOff x="0" y="0"/>
                      <a:chExt cx="11844775" cy="1666872"/>
                    </a:xfrm>
                  </p:grpSpPr>
                  <p:sp>
                    <p:nvSpPr>
                      <p:cNvPr id="1170134331" name=""/>
                      <p:cNvSpPr/>
                      <p:nvPr/>
                    </p:nvSpPr>
                    <p:spPr bwMode="auto">
                      <a:xfrm rot="0" flipH="0" flipV="0">
                        <a:off x="943587" y="0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283453699" name=""/>
                      <p:cNvSpPr/>
                      <p:nvPr/>
                    </p:nvSpPr>
                    <p:spPr bwMode="auto">
                      <a:xfrm rot="0" flipH="0" flipV="0">
                        <a:off x="3795534" y="0"/>
                        <a:ext cx="634995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585024969" name=""/>
                      <p:cNvSpPr/>
                      <p:nvPr/>
                    </p:nvSpPr>
                    <p:spPr bwMode="auto">
                      <a:xfrm rot="0" flipH="0" flipV="0">
                        <a:off x="4594842" y="0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747235824" name=""/>
                      <p:cNvSpPr/>
                      <p:nvPr/>
                    </p:nvSpPr>
                    <p:spPr bwMode="auto">
                      <a:xfrm rot="0" flipH="0" flipV="0">
                        <a:off x="7446783" y="0"/>
                        <a:ext cx="634995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75258169" name=""/>
                      <p:cNvSpPr/>
                      <p:nvPr/>
                    </p:nvSpPr>
                    <p:spPr bwMode="auto">
                      <a:xfrm rot="0" flipH="0" flipV="0">
                        <a:off x="8265498" y="0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350490567" name=""/>
                      <p:cNvSpPr/>
                      <p:nvPr/>
                    </p:nvSpPr>
                    <p:spPr bwMode="auto">
                      <a:xfrm rot="0" flipH="0" flipV="0">
                        <a:off x="11092293" y="0"/>
                        <a:ext cx="752482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479796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52482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</p:grpSp>
                <p:grpSp>
                  <p:nvGrpSpPr>
                    <p:cNvPr id="1211599746" name=""/>
                    <p:cNvGrpSpPr/>
                    <p:nvPr/>
                  </p:nvGrpSpPr>
                  <p:grpSpPr bwMode="auto">
                    <a:xfrm rot="0" flipH="0" flipV="0">
                      <a:off x="133956" y="136457"/>
                      <a:ext cx="11615708" cy="1408941"/>
                      <a:chOff x="0" y="0"/>
                      <a:chExt cx="11615708" cy="1408941"/>
                    </a:xfrm>
                  </p:grpSpPr>
                  <p:grpSp>
                    <p:nvGrpSpPr>
                      <p:cNvPr id="1264064700" name=""/>
                      <p:cNvGrpSpPr/>
                      <p:nvPr/>
                    </p:nvGrpSpPr>
                    <p:grpSpPr bwMode="auto">
                      <a:xfrm>
                        <a:off x="2248848" y="0"/>
                        <a:ext cx="3461324" cy="1408941"/>
                        <a:chOff x="0" y="0"/>
                        <a:chExt cx="3461324" cy="1408941"/>
                      </a:xfrm>
                    </p:grpSpPr>
                    <p:grpSp>
                      <p:nvGrpSpPr>
                        <p:cNvPr id="1996507929" name=""/>
                        <p:cNvGrpSpPr/>
                        <p:nvPr/>
                      </p:nvGrpSpPr>
                      <p:grpSpPr bwMode="auto">
                        <a:xfrm rot="10800000" flipH="0" flipV="0">
                          <a:off x="883773" y="167076"/>
                          <a:ext cx="1693773" cy="1067275"/>
                          <a:chOff x="0" y="0"/>
                          <a:chExt cx="1693773" cy="1067275"/>
                        </a:xfrm>
                      </p:grpSpPr>
                      <p:cxnSp>
                        <p:nvCxnSpPr>
                          <p:cNvPr id="1613579634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33637"/>
                            <a:ext cx="1693773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255174728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0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842129490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29884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85712522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1063530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577803663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3744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42986456" name=""/>
                          <p:cNvCxnSpPr/>
                          <p:nvPr/>
                        </p:nvCxnSpPr>
                        <p:spPr bwMode="auto">
                          <a:xfrm rot="0" flipH="0" flipV="1">
                            <a:off x="0" y="7497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884565154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537390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71492148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7497"/>
                            <a:ext cx="1125126" cy="105228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397134038" name=""/>
                          <p:cNvCxnSpPr/>
                          <p:nvPr/>
                        </p:nvCxnSpPr>
                        <p:spPr bwMode="auto">
                          <a:xfrm rot="10800000" flipH="0" flipV="0">
                            <a:off x="284319" y="0"/>
                            <a:ext cx="1125126" cy="1067275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100297557" name=""/>
                        <p:cNvSpPr/>
                        <p:nvPr/>
                      </p:nvSpPr>
                      <p:spPr bwMode="auto">
                        <a:xfrm rot="10800000" flipH="0" flipV="0">
                          <a:off x="2577552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226623482" name=""/>
                        <p:cNvSpPr/>
                        <p:nvPr/>
                      </p:nvSpPr>
                      <p:spPr bwMode="auto">
                        <a:xfrm rot="10800000" flipH="0" flipV="0">
                          <a:off x="2293227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0459492" name=""/>
                        <p:cNvSpPr/>
                        <p:nvPr/>
                      </p:nvSpPr>
                      <p:spPr bwMode="auto">
                        <a:xfrm rot="10800000" flipH="0" flipV="0">
                          <a:off x="2293224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975311952" name=""/>
                        <p:cNvCxnSpPr/>
                        <p:nvPr/>
                      </p:nvCxnSpPr>
                      <p:spPr bwMode="auto">
                        <a:xfrm rot="0" flipH="0" flipV="0">
                          <a:off x="349164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977506462" name=""/>
                        <p:cNvSpPr/>
                        <p:nvPr/>
                      </p:nvSpPr>
                      <p:spPr bwMode="auto">
                        <a:xfrm rot="0" flipH="0" flipV="0">
                          <a:off x="534609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2028341255" name=""/>
                        <p:cNvSpPr/>
                        <p:nvPr/>
                      </p:nvSpPr>
                      <p:spPr bwMode="auto">
                        <a:xfrm rot="0" flipH="0" flipV="0">
                          <a:off x="81892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673983116" name=""/>
                        <p:cNvSpPr/>
                        <p:nvPr/>
                      </p:nvSpPr>
                      <p:spPr bwMode="auto">
                        <a:xfrm rot="0" flipH="0" flipV="0">
                          <a:off x="818928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355806402" name=""/>
                        <p:cNvSpPr/>
                        <p:nvPr/>
                      </p:nvSpPr>
                      <p:spPr bwMode="auto">
                        <a:xfrm rot="0" flipH="0" flipV="0">
                          <a:off x="0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675403974" name=""/>
                        <p:cNvSpPr/>
                        <p:nvPr/>
                      </p:nvSpPr>
                      <p:spPr bwMode="auto">
                        <a:xfrm rot="0" flipH="0" flipV="0">
                          <a:off x="0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719806492" name=""/>
                        <p:cNvCxnSpPr/>
                        <p:nvPr/>
                      </p:nvCxnSpPr>
                      <p:spPr bwMode="auto">
                        <a:xfrm rot="0" flipH="0" flipV="0">
                          <a:off x="349164" y="704469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33090335" name=""/>
                        <p:cNvCxnSpPr/>
                        <p:nvPr/>
                      </p:nvCxnSpPr>
                      <p:spPr bwMode="auto">
                        <a:xfrm rot="0" flipH="0" flipV="1">
                          <a:off x="349164" y="123436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8109827" name=""/>
                        <p:cNvSpPr/>
                        <p:nvPr/>
                      </p:nvSpPr>
                      <p:spPr bwMode="auto">
                        <a:xfrm rot="10800000" flipH="0" flipV="0">
                          <a:off x="3112161" y="529886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89449183" name=""/>
                        <p:cNvSpPr/>
                        <p:nvPr/>
                      </p:nvSpPr>
                      <p:spPr bwMode="auto">
                        <a:xfrm rot="0" flipH="0" flipV="0">
                          <a:off x="0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938842822" name=""/>
                        <p:cNvSpPr/>
                        <p:nvPr/>
                      </p:nvSpPr>
                      <p:spPr bwMode="auto">
                        <a:xfrm rot="10800000" flipH="0" flipV="0">
                          <a:off x="3112161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83437487" name=""/>
                        <p:cNvSpPr/>
                        <p:nvPr/>
                      </p:nvSpPr>
                      <p:spPr bwMode="auto">
                        <a:xfrm rot="10800000" flipH="0" flipV="0">
                          <a:off x="3112161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962860324" name=""/>
                        <p:cNvCxnSpPr/>
                        <p:nvPr/>
                      </p:nvCxnSpPr>
                      <p:spPr bwMode="auto">
                        <a:xfrm rot="10800000" flipH="0" flipV="0">
                          <a:off x="2642400" y="1234361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588430421" name=""/>
                        <p:cNvCxnSpPr/>
                        <p:nvPr/>
                      </p:nvCxnSpPr>
                      <p:spPr bwMode="auto">
                        <a:xfrm rot="10800000" flipH="0" flipV="0">
                          <a:off x="2926720" y="704475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683264374" name=""/>
                        <p:cNvCxnSpPr/>
                        <p:nvPr/>
                      </p:nvCxnSpPr>
                      <p:spPr bwMode="auto">
                        <a:xfrm rot="10800000" flipH="0" flipV="1">
                          <a:off x="2642400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2051841240" name=""/>
                      <p:cNvGrpSpPr/>
                      <p:nvPr/>
                    </p:nvGrpSpPr>
                    <p:grpSpPr bwMode="auto">
                      <a:xfrm>
                        <a:off x="0" y="0"/>
                        <a:ext cx="2053503" cy="1408941"/>
                        <a:chOff x="0" y="0"/>
                        <a:chExt cx="2053503" cy="1408941"/>
                      </a:xfrm>
                    </p:grpSpPr>
                    <p:cxnSp>
                      <p:nvCxnSpPr>
                        <p:cNvPr id="1609457848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123436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95999246" name=""/>
                        <p:cNvSpPr/>
                        <p:nvPr/>
                      </p:nvSpPr>
                      <p:spPr bwMode="auto">
                        <a:xfrm rot="10800000" flipH="0" flipV="0">
                          <a:off x="885408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774826752" name=""/>
                        <p:cNvSpPr/>
                        <p:nvPr/>
                      </p:nvSpPr>
                      <p:spPr bwMode="auto">
                        <a:xfrm rot="10800000" flipH="0" flipV="0">
                          <a:off x="885405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653269844" name=""/>
                        <p:cNvSpPr/>
                        <p:nvPr/>
                      </p:nvSpPr>
                      <p:spPr bwMode="auto">
                        <a:xfrm rot="10800000" flipH="0" flipV="0">
                          <a:off x="885403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757185896" name=""/>
                        <p:cNvSpPr/>
                        <p:nvPr/>
                      </p:nvSpPr>
                      <p:spPr bwMode="auto">
                        <a:xfrm rot="10800000" flipH="0" flipV="0">
                          <a:off x="1704339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510697043" name=""/>
                        <p:cNvSpPr/>
                        <p:nvPr/>
                      </p:nvSpPr>
                      <p:spPr bwMode="auto">
                        <a:xfrm rot="10800000" flipH="0" flipV="0">
                          <a:off x="1704339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730612883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704475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14992577" name=""/>
                        <p:cNvCxnSpPr/>
                        <p:nvPr/>
                      </p:nvCxnSpPr>
                      <p:spPr bwMode="auto">
                        <a:xfrm rot="10800000" flipH="0" flipV="1">
                          <a:off x="1234575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1438189" name=""/>
                        <p:cNvCxnSpPr/>
                        <p:nvPr/>
                      </p:nvCxnSpPr>
                      <p:spPr bwMode="auto">
                        <a:xfrm rot="10800000" flipH="0" flipV="0">
                          <a:off x="298028" y="827919"/>
                          <a:ext cx="587373" cy="406434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31871060" name=""/>
                        <p:cNvSpPr/>
                        <p:nvPr/>
                      </p:nvSpPr>
                      <p:spPr bwMode="auto">
                        <a:xfrm rot="10800000" flipH="0" flipV="0">
                          <a:off x="170433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947201762" name=""/>
                        <p:cNvCxnSpPr/>
                        <p:nvPr/>
                      </p:nvCxnSpPr>
                      <p:spPr bwMode="auto">
                        <a:xfrm rot="10800000" flipH="0" flipV="1">
                          <a:off x="349164" y="704475"/>
                          <a:ext cx="536238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2865856" name=""/>
                        <p:cNvCxnSpPr/>
                        <p:nvPr/>
                      </p:nvCxnSpPr>
                      <p:spPr bwMode="auto">
                        <a:xfrm rot="10800000" flipH="0" flipV="1">
                          <a:off x="298028" y="174582"/>
                          <a:ext cx="587373" cy="40643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573785586" name=""/>
                        <p:cNvSpPr/>
                        <p:nvPr/>
                      </p:nvSpPr>
                      <p:spPr bwMode="auto">
                        <a:xfrm rot="10800000" flipH="0" flipV="0">
                          <a:off x="0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E173FF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</p:grpSp>
                  <p:grpSp>
                    <p:nvGrpSpPr>
                      <p:cNvPr id="1036361822" name=""/>
                      <p:cNvGrpSpPr/>
                      <p:nvPr/>
                    </p:nvGrpSpPr>
                    <p:grpSpPr bwMode="auto">
                      <a:xfrm rot="10800000">
                        <a:off x="9562204" y="0"/>
                        <a:ext cx="2053503" cy="1408941"/>
                        <a:chOff x="0" y="0"/>
                        <a:chExt cx="2053503" cy="1408941"/>
                      </a:xfrm>
                    </p:grpSpPr>
                    <p:cxnSp>
                      <p:nvCxnSpPr>
                        <p:cNvPr id="2001988673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1234361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97176247" name=""/>
                        <p:cNvSpPr/>
                        <p:nvPr/>
                      </p:nvSpPr>
                      <p:spPr bwMode="auto">
                        <a:xfrm rot="10800000" flipH="0" flipV="0">
                          <a:off x="885408" y="529886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056888887" name=""/>
                        <p:cNvSpPr/>
                        <p:nvPr/>
                      </p:nvSpPr>
                      <p:spPr bwMode="auto">
                        <a:xfrm rot="10800000" flipH="0" flipV="0">
                          <a:off x="885408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454506821" name=""/>
                        <p:cNvSpPr/>
                        <p:nvPr/>
                      </p:nvSpPr>
                      <p:spPr bwMode="auto">
                        <a:xfrm rot="10800000" flipH="0" flipV="0">
                          <a:off x="885403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850478611" name=""/>
                        <p:cNvSpPr/>
                        <p:nvPr/>
                      </p:nvSpPr>
                      <p:spPr bwMode="auto">
                        <a:xfrm rot="10800000" flipH="0" flipV="0">
                          <a:off x="1704339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884597138" name=""/>
                        <p:cNvSpPr/>
                        <p:nvPr/>
                      </p:nvSpPr>
                      <p:spPr bwMode="auto">
                        <a:xfrm rot="10800000" flipH="0" flipV="0">
                          <a:off x="1704339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423456455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704475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45660167" name=""/>
                        <p:cNvCxnSpPr/>
                        <p:nvPr/>
                      </p:nvCxnSpPr>
                      <p:spPr bwMode="auto">
                        <a:xfrm rot="10800000" flipH="0" flipV="1">
                          <a:off x="1234575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69310846" name=""/>
                        <p:cNvCxnSpPr/>
                        <p:nvPr/>
                      </p:nvCxnSpPr>
                      <p:spPr bwMode="auto">
                        <a:xfrm rot="10800000" flipH="0" flipV="0">
                          <a:off x="298028" y="827919"/>
                          <a:ext cx="587373" cy="406434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2118971281" name=""/>
                        <p:cNvSpPr/>
                        <p:nvPr/>
                      </p:nvSpPr>
                      <p:spPr bwMode="auto">
                        <a:xfrm rot="10800000" flipH="0" flipV="0">
                          <a:off x="170433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817963257" name=""/>
                        <p:cNvCxnSpPr/>
                        <p:nvPr/>
                      </p:nvCxnSpPr>
                      <p:spPr bwMode="auto">
                        <a:xfrm rot="10800000" flipH="0" flipV="1">
                          <a:off x="349164" y="704475"/>
                          <a:ext cx="536238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02449708" name=""/>
                        <p:cNvCxnSpPr/>
                        <p:nvPr/>
                      </p:nvCxnSpPr>
                      <p:spPr bwMode="auto">
                        <a:xfrm rot="10800000" flipH="0" flipV="1">
                          <a:off x="298028" y="174582"/>
                          <a:ext cx="587373" cy="40643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746843058" name=""/>
                        <p:cNvSpPr/>
                        <p:nvPr/>
                      </p:nvSpPr>
                      <p:spPr bwMode="auto">
                        <a:xfrm rot="10800000" flipH="0" flipV="0">
                          <a:off x="0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E173FF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</p:grpSp>
                  <p:grpSp>
                    <p:nvGrpSpPr>
                      <p:cNvPr id="2005106317" name=""/>
                      <p:cNvGrpSpPr/>
                      <p:nvPr/>
                    </p:nvGrpSpPr>
                    <p:grpSpPr bwMode="auto">
                      <a:xfrm rot="10800000">
                        <a:off x="5905530" y="0"/>
                        <a:ext cx="3461324" cy="1408941"/>
                        <a:chOff x="0" y="0"/>
                        <a:chExt cx="3461324" cy="1408941"/>
                      </a:xfrm>
                    </p:grpSpPr>
                    <p:grpSp>
                      <p:nvGrpSpPr>
                        <p:cNvPr id="1513419054" name=""/>
                        <p:cNvGrpSpPr/>
                        <p:nvPr/>
                      </p:nvGrpSpPr>
                      <p:grpSpPr bwMode="auto">
                        <a:xfrm rot="10800000" flipH="0" flipV="0">
                          <a:off x="883773" y="167076"/>
                          <a:ext cx="1693773" cy="1067275"/>
                          <a:chOff x="0" y="0"/>
                          <a:chExt cx="1693773" cy="1067275"/>
                        </a:xfrm>
                      </p:grpSpPr>
                      <p:cxnSp>
                        <p:nvCxnSpPr>
                          <p:cNvPr id="815547634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33637"/>
                            <a:ext cx="1693773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495818926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0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734122287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29884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082493071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1063530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02769419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3744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436616612" name=""/>
                          <p:cNvCxnSpPr/>
                          <p:nvPr/>
                        </p:nvCxnSpPr>
                        <p:spPr bwMode="auto">
                          <a:xfrm rot="0" flipH="0" flipV="1">
                            <a:off x="0" y="7497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74597843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537390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106616250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7497"/>
                            <a:ext cx="1125126" cy="105228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351651872" name=""/>
                          <p:cNvCxnSpPr/>
                          <p:nvPr/>
                        </p:nvCxnSpPr>
                        <p:spPr bwMode="auto">
                          <a:xfrm rot="10800000" flipH="0" flipV="0">
                            <a:off x="284319" y="0"/>
                            <a:ext cx="1125126" cy="1067275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196280686" name=""/>
                        <p:cNvSpPr/>
                        <p:nvPr/>
                      </p:nvSpPr>
                      <p:spPr bwMode="auto">
                        <a:xfrm rot="10800000" flipH="0" flipV="0">
                          <a:off x="2577552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640184256" name=""/>
                        <p:cNvSpPr/>
                        <p:nvPr/>
                      </p:nvSpPr>
                      <p:spPr bwMode="auto">
                        <a:xfrm rot="10800000" flipH="0" flipV="0">
                          <a:off x="2293227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502239547" name=""/>
                        <p:cNvSpPr/>
                        <p:nvPr/>
                      </p:nvSpPr>
                      <p:spPr bwMode="auto">
                        <a:xfrm rot="10800000" flipH="0" flipV="0">
                          <a:off x="2293224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470900465" name=""/>
                        <p:cNvCxnSpPr/>
                        <p:nvPr/>
                      </p:nvCxnSpPr>
                      <p:spPr bwMode="auto">
                        <a:xfrm rot="0" flipH="0" flipV="0">
                          <a:off x="349164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501738963" name=""/>
                        <p:cNvSpPr/>
                        <p:nvPr/>
                      </p:nvSpPr>
                      <p:spPr bwMode="auto">
                        <a:xfrm rot="0" flipH="0" flipV="0">
                          <a:off x="534609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538114368" name=""/>
                        <p:cNvSpPr/>
                        <p:nvPr/>
                      </p:nvSpPr>
                      <p:spPr bwMode="auto">
                        <a:xfrm rot="0" flipH="0" flipV="0">
                          <a:off x="81892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04078498" name=""/>
                        <p:cNvSpPr/>
                        <p:nvPr/>
                      </p:nvSpPr>
                      <p:spPr bwMode="auto">
                        <a:xfrm rot="0" flipH="0" flipV="0">
                          <a:off x="818928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502549443" name=""/>
                        <p:cNvSpPr/>
                        <p:nvPr/>
                      </p:nvSpPr>
                      <p:spPr bwMode="auto">
                        <a:xfrm rot="0" flipH="0" flipV="0">
                          <a:off x="0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87026882" name=""/>
                        <p:cNvSpPr/>
                        <p:nvPr/>
                      </p:nvSpPr>
                      <p:spPr bwMode="auto">
                        <a:xfrm rot="0" flipH="0" flipV="0">
                          <a:off x="0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250167716" name=""/>
                        <p:cNvCxnSpPr/>
                        <p:nvPr/>
                      </p:nvCxnSpPr>
                      <p:spPr bwMode="auto">
                        <a:xfrm rot="0" flipH="0" flipV="0">
                          <a:off x="349164" y="704469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5081193" name=""/>
                        <p:cNvCxnSpPr/>
                        <p:nvPr/>
                      </p:nvCxnSpPr>
                      <p:spPr bwMode="auto">
                        <a:xfrm rot="0" flipH="0" flipV="1">
                          <a:off x="349164" y="123436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532497001" name=""/>
                        <p:cNvSpPr/>
                        <p:nvPr/>
                      </p:nvSpPr>
                      <p:spPr bwMode="auto">
                        <a:xfrm rot="10800000" flipH="0" flipV="0">
                          <a:off x="3112161" y="529886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671901267" name=""/>
                        <p:cNvSpPr/>
                        <p:nvPr/>
                      </p:nvSpPr>
                      <p:spPr bwMode="auto">
                        <a:xfrm rot="0" flipH="0" flipV="0">
                          <a:off x="0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303528058" name=""/>
                        <p:cNvSpPr/>
                        <p:nvPr/>
                      </p:nvSpPr>
                      <p:spPr bwMode="auto">
                        <a:xfrm rot="10800000" flipH="0" flipV="0">
                          <a:off x="3112161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399995196" name=""/>
                        <p:cNvSpPr/>
                        <p:nvPr/>
                      </p:nvSpPr>
                      <p:spPr bwMode="auto">
                        <a:xfrm rot="10800000" flipH="0" flipV="0">
                          <a:off x="3112161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414617042" name=""/>
                        <p:cNvCxnSpPr/>
                        <p:nvPr/>
                      </p:nvCxnSpPr>
                      <p:spPr bwMode="auto">
                        <a:xfrm rot="10800000" flipH="0" flipV="0">
                          <a:off x="2642400" y="1234361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78415479" name=""/>
                        <p:cNvCxnSpPr/>
                        <p:nvPr/>
                      </p:nvCxnSpPr>
                      <p:spPr bwMode="auto">
                        <a:xfrm rot="10800000" flipH="0" flipV="0">
                          <a:off x="2926720" y="704475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27618928" name=""/>
                        <p:cNvCxnSpPr/>
                        <p:nvPr/>
                      </p:nvCxnSpPr>
                      <p:spPr bwMode="auto">
                        <a:xfrm rot="10800000" flipH="0" flipV="1">
                          <a:off x="2642400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420571416" name=""/>
                    <p:cNvSpPr/>
                    <p:nvPr/>
                  </p:nvSpPr>
                  <p:spPr bwMode="auto">
                    <a:xfrm rot="0" flipH="0" flipV="0">
                      <a:off x="5414163" y="68026"/>
                      <a:ext cx="1037484" cy="472023"/>
                    </a:xfrm>
                    <a:prstGeom prst="flowChartAlternateProcess">
                      <a:avLst/>
                    </a:prstGeom>
                    <a:noFill/>
                    <a:ln w="38100" cap="flat" cmpd="sng" algn="ctr">
                      <a:solidFill>
                        <a:srgbClr val="00FF73"/>
                      </a:solidFill>
                      <a:prstDash val="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59517954" name=""/>
                    <p:cNvSpPr/>
                    <p:nvPr/>
                  </p:nvSpPr>
                  <p:spPr bwMode="auto">
                    <a:xfrm rot="0" flipH="0" flipV="0">
                      <a:off x="1775305" y="1133388"/>
                      <a:ext cx="1037484" cy="472023"/>
                    </a:xfrm>
                    <a:prstGeom prst="flowChartAlternateProcess">
                      <a:avLst/>
                    </a:prstGeom>
                    <a:noFill/>
                    <a:ln w="38100" cap="flat" cmpd="sng" algn="ctr">
                      <a:solidFill>
                        <a:srgbClr val="00FF73"/>
                      </a:solidFill>
                      <a:prstDash val="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78004733" name=""/>
                    <p:cNvSpPr/>
                    <p:nvPr/>
                  </p:nvSpPr>
                  <p:spPr bwMode="auto">
                    <a:xfrm rot="0" flipH="0" flipV="0">
                      <a:off x="9090576" y="603748"/>
                      <a:ext cx="1037484" cy="472023"/>
                    </a:xfrm>
                    <a:prstGeom prst="flowChartAlternateProcess">
                      <a:avLst/>
                    </a:prstGeom>
                    <a:noFill/>
                    <a:ln w="38100" cap="flat" cmpd="sng" algn="ctr">
                      <a:solidFill>
                        <a:srgbClr val="00FF73"/>
                      </a:solidFill>
                      <a:prstDash val="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sp>
                <p:nvSpPr>
                  <p:cNvPr id="874918563" name=""/>
                  <p:cNvSpPr/>
                  <p:nvPr/>
                </p:nvSpPr>
                <p:spPr bwMode="auto">
                  <a:xfrm rot="0" flipH="0" flipV="0">
                    <a:off x="5419917" y="601851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9341843" name=""/>
                  <p:cNvSpPr/>
                  <p:nvPr/>
                </p:nvSpPr>
                <p:spPr bwMode="auto">
                  <a:xfrm rot="0" flipH="0" flipV="0">
                    <a:off x="5429439" y="1136952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38169092" name=""/>
                  <p:cNvSpPr/>
                  <p:nvPr/>
                </p:nvSpPr>
                <p:spPr bwMode="auto">
                  <a:xfrm rot="0" flipH="0" flipV="0">
                    <a:off x="9082746" y="67530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44195735" name=""/>
                  <p:cNvSpPr/>
                  <p:nvPr/>
                </p:nvSpPr>
                <p:spPr bwMode="auto">
                  <a:xfrm rot="0" flipH="0" flipV="0">
                    <a:off x="9080367" y="1136710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22729175" name=""/>
                  <p:cNvSpPr/>
                  <p:nvPr/>
                </p:nvSpPr>
                <p:spPr bwMode="auto">
                  <a:xfrm rot="0" flipH="0" flipV="0">
                    <a:off x="1768664" y="608673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86301809" name=""/>
                  <p:cNvSpPr/>
                  <p:nvPr/>
                </p:nvSpPr>
                <p:spPr bwMode="auto">
                  <a:xfrm rot="0" flipH="0" flipV="0">
                    <a:off x="1778190" y="70510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9091695" name=""/>
                <p:cNvGrpSpPr/>
                <p:nvPr/>
              </p:nvGrpSpPr>
              <p:grpSpPr bwMode="auto">
                <a:xfrm>
                  <a:off x="1528992" y="945795"/>
                  <a:ext cx="8911453" cy="460933"/>
                  <a:chOff x="0" y="0"/>
                  <a:chExt cx="8911453" cy="460933"/>
                </a:xfrm>
              </p:grpSpPr>
              <p:sp>
                <p:nvSpPr>
                  <p:cNvPr id="694105162" name=""/>
                  <p:cNvSpPr txBox="1"/>
                  <p:nvPr/>
                </p:nvSpPr>
                <p:spPr bwMode="auto">
                  <a:xfrm rot="5400000" flipH="0" flipV="0">
                    <a:off x="-27997" y="28356"/>
                    <a:ext cx="422115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419170719" name=""/>
                  <p:cNvSpPr txBox="1"/>
                  <p:nvPr/>
                </p:nvSpPr>
                <p:spPr bwMode="auto">
                  <a:xfrm rot="5400000" flipH="0" flipV="0">
                    <a:off x="1229292" y="28356"/>
                    <a:ext cx="422474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422593419" name=""/>
                  <p:cNvSpPr txBox="1"/>
                  <p:nvPr/>
                </p:nvSpPr>
                <p:spPr bwMode="auto">
                  <a:xfrm rot="16199998" flipH="0" flipV="0">
                    <a:off x="7126323" y="47406"/>
                    <a:ext cx="422474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192274899" name=""/>
                  <p:cNvSpPr txBox="1"/>
                  <p:nvPr/>
                </p:nvSpPr>
                <p:spPr bwMode="auto">
                  <a:xfrm rot="16199998" flipH="0" flipV="0">
                    <a:off x="8516976" y="28356"/>
                    <a:ext cx="422833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461790976" name=""/>
                  <p:cNvSpPr txBox="1"/>
                  <p:nvPr/>
                </p:nvSpPr>
                <p:spPr bwMode="auto">
                  <a:xfrm rot="16199998" flipH="0" flipV="0">
                    <a:off x="3458139" y="66456"/>
                    <a:ext cx="422474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94147890" name=""/>
                  <p:cNvSpPr txBox="1"/>
                  <p:nvPr/>
                </p:nvSpPr>
                <p:spPr bwMode="auto">
                  <a:xfrm rot="5400000" flipH="0" flipV="0">
                    <a:off x="4982135" y="66456"/>
                    <a:ext cx="422833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</p:grpSp>
          </p:grpSp>
        </p:grpSp>
        <p:sp>
          <p:nvSpPr>
            <p:cNvPr id="150791885" name=""/>
            <p:cNvSpPr txBox="1"/>
            <p:nvPr/>
          </p:nvSpPr>
          <p:spPr bwMode="auto">
            <a:xfrm rot="0" flipH="0" flipV="0">
              <a:off x="1079" y="1037142"/>
              <a:ext cx="733966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(a)</a:t>
              </a:r>
              <a:endParaRPr sz="2400" b="1" i="0">
                <a:latin typeface="CMU Serif"/>
                <a:cs typeface="CMU Serif"/>
              </a:endParaRPr>
            </a:p>
          </p:txBody>
        </p:sp>
        <p:sp>
          <p:nvSpPr>
            <p:cNvPr id="736085962" name=""/>
            <p:cNvSpPr txBox="1"/>
            <p:nvPr/>
          </p:nvSpPr>
          <p:spPr bwMode="auto">
            <a:xfrm rot="0" flipH="0" flipV="0">
              <a:off x="540" y="2883267"/>
              <a:ext cx="735046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(b)</a:t>
              </a:r>
              <a:endParaRPr sz="2400" b="1" i="0">
                <a:latin typeface="CMU Serif"/>
                <a:cs typeface="CMU Serif"/>
              </a:endParaRPr>
            </a:p>
          </p:txBody>
        </p:sp>
        <p:sp>
          <p:nvSpPr>
            <p:cNvPr id="1415704787" name=""/>
            <p:cNvSpPr txBox="1"/>
            <p:nvPr/>
          </p:nvSpPr>
          <p:spPr bwMode="auto">
            <a:xfrm rot="0" flipH="0" flipV="0">
              <a:off x="0" y="4691291"/>
              <a:ext cx="736126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(c)</a:t>
              </a:r>
              <a:endParaRPr sz="2400" b="1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937624" name=""/>
          <p:cNvSpPr txBox="1"/>
          <p:nvPr/>
        </p:nvSpPr>
        <p:spPr bwMode="auto">
          <a:xfrm rot="0" flipH="0" flipV="0">
            <a:off x="4230775" y="9051606"/>
            <a:ext cx="6509172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27936" indent="-327936" algn="ctr">
              <a:buAutoNum type="alphaLcParenBoth"/>
              <a:defRPr/>
            </a:pPr>
            <a:r>
              <a:rPr lang="fr-FR" sz="2400" b="0">
                <a:latin typeface="CMU Serif"/>
                <a:ea typeface="CMU Serif"/>
                <a:cs typeface="CMU Serif"/>
              </a:rPr>
              <a:t> XXXXXXXXXXXXX</a:t>
            </a:r>
            <a:endParaRPr sz="2400" b="0" i="0">
              <a:latin typeface="CMU Serif"/>
              <a:cs typeface="CMU Serif"/>
            </a:endParaRPr>
          </a:p>
        </p:txBody>
      </p:sp>
      <p:grpSp>
        <p:nvGrpSpPr>
          <p:cNvPr id="1728154237" name=""/>
          <p:cNvGrpSpPr/>
          <p:nvPr/>
        </p:nvGrpSpPr>
        <p:grpSpPr bwMode="auto">
          <a:xfrm>
            <a:off x="4743903" y="4128788"/>
            <a:ext cx="16214655" cy="5380377"/>
            <a:chOff x="0" y="0"/>
            <a:chExt cx="16214655" cy="5380377"/>
          </a:xfrm>
        </p:grpSpPr>
        <p:grpSp>
          <p:nvGrpSpPr>
            <p:cNvPr id="189187148" name=""/>
            <p:cNvGrpSpPr/>
            <p:nvPr/>
          </p:nvGrpSpPr>
          <p:grpSpPr bwMode="auto">
            <a:xfrm>
              <a:off x="0" y="0"/>
              <a:ext cx="4867976" cy="4578462"/>
              <a:chOff x="0" y="0"/>
              <a:chExt cx="4867976" cy="4578462"/>
            </a:xfrm>
          </p:grpSpPr>
          <p:grpSp>
            <p:nvGrpSpPr>
              <p:cNvPr id="1297355063" name=""/>
              <p:cNvGrpSpPr/>
              <p:nvPr/>
            </p:nvGrpSpPr>
            <p:grpSpPr bwMode="auto">
              <a:xfrm rot="10800000">
                <a:off x="748468" y="1240947"/>
                <a:ext cx="3974220" cy="3337515"/>
                <a:chOff x="0" y="0"/>
                <a:chExt cx="3974220" cy="3337515"/>
              </a:xfrm>
            </p:grpSpPr>
            <p:cxnSp>
              <p:nvCxnSpPr>
                <p:cNvPr id="27721872" name=""/>
                <p:cNvCxnSpPr/>
                <p:nvPr/>
              </p:nvCxnSpPr>
              <p:spPr bwMode="auto">
                <a:xfrm rot="10800000" flipH="0" flipV="0">
                  <a:off x="2436300" y="1668753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2823772" name=""/>
                <p:cNvCxnSpPr/>
                <p:nvPr/>
              </p:nvCxnSpPr>
              <p:spPr bwMode="auto">
                <a:xfrm rot="16199998" flipH="0" flipV="1">
                  <a:off x="2370880" y="431759"/>
                  <a:ext cx="1043366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5512982" name=""/>
                <p:cNvCxnSpPr/>
                <p:nvPr/>
              </p:nvCxnSpPr>
              <p:spPr bwMode="auto">
                <a:xfrm rot="5399997" flipH="0" flipV="0">
                  <a:off x="2370882" y="1993221"/>
                  <a:ext cx="1043364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0894466" name=""/>
                <p:cNvSpPr/>
                <p:nvPr/>
              </p:nvSpPr>
              <p:spPr bwMode="auto">
                <a:xfrm rot="0" flipH="0" flipV="0">
                  <a:off x="3241530" y="1302407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63398486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927461" name=""/>
                <p:cNvCxnSpPr/>
                <p:nvPr/>
              </p:nvCxnSpPr>
              <p:spPr bwMode="auto">
                <a:xfrm rot="10800000" flipH="0" flipV="1">
                  <a:off x="732690" y="1668753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640331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9503898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619956404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91558119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75510989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514559234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89055235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00687095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25209292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581103059" name=""/>
              <p:cNvGrpSpPr/>
              <p:nvPr/>
            </p:nvGrpSpPr>
            <p:grpSpPr bwMode="auto">
              <a:xfrm>
                <a:off x="943677" y="0"/>
                <a:ext cx="3924297" cy="1066377"/>
                <a:chOff x="0" y="0"/>
                <a:chExt cx="3924297" cy="1066377"/>
              </a:xfrm>
            </p:grpSpPr>
            <p:sp>
              <p:nvSpPr>
                <p:cNvPr id="306871424" name=""/>
                <p:cNvSpPr/>
                <p:nvPr/>
              </p:nvSpPr>
              <p:spPr bwMode="auto">
                <a:xfrm rot="5400000" flipH="0" flipV="0">
                  <a:off x="1851862" y="-1006056"/>
                  <a:ext cx="220572" cy="3924297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874700912" name=""/>
                <p:cNvSpPr txBox="1"/>
                <p:nvPr/>
              </p:nvSpPr>
              <p:spPr bwMode="auto">
                <a:xfrm rot="0" flipH="0" flipV="0">
                  <a:off x="1268190" y="0"/>
                  <a:ext cx="1401235" cy="762897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br>
                    <a:rPr sz="2200" b="0">
                      <a:latin typeface="CMU Serif"/>
                      <a:cs typeface="CMU Serif"/>
                    </a:rPr>
                  </a:br>
                  <a:r>
                    <a:rPr lang="fr-FR" sz="2200" b="0">
                      <a:latin typeface="CMU Serif"/>
                      <a:cs typeface="CMU Serif"/>
                    </a:rPr>
                    <a:t>(</a:t>
                  </a:r>
                  <a:r>
                    <a:rPr lang="fr-FR" sz="2200" b="0" i="1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m </a:t>
                  </a:r>
                  <a:r>
                    <a:rPr lang="fr-FR" sz="2200" b="0" i="0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arms)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531573254" name=""/>
              <p:cNvSpPr txBox="1"/>
              <p:nvPr/>
            </p:nvSpPr>
            <p:spPr bwMode="auto">
              <a:xfrm rot="5400000" flipH="0" flipV="0">
                <a:off x="3327049" y="3254049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768024702" name=""/>
              <p:cNvSpPr txBox="1"/>
              <p:nvPr/>
            </p:nvSpPr>
            <p:spPr bwMode="auto">
              <a:xfrm rot="0" flipH="0" flipV="0">
                <a:off x="0" y="3499239"/>
                <a:ext cx="173460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759331062" name=""/>
            <p:cNvGrpSpPr/>
            <p:nvPr/>
          </p:nvGrpSpPr>
          <p:grpSpPr bwMode="auto">
            <a:xfrm rot="0" flipH="0" flipV="0">
              <a:off x="6975763" y="1237591"/>
              <a:ext cx="9238891" cy="3337515"/>
              <a:chOff x="0" y="0"/>
              <a:chExt cx="9238891" cy="3337515"/>
            </a:xfrm>
          </p:grpSpPr>
          <p:grpSp>
            <p:nvGrpSpPr>
              <p:cNvPr id="152478172" name=""/>
              <p:cNvGrpSpPr/>
              <p:nvPr/>
            </p:nvGrpSpPr>
            <p:grpSpPr bwMode="auto">
              <a:xfrm>
                <a:off x="0" y="0"/>
                <a:ext cx="9238891" cy="3337515"/>
                <a:chOff x="0" y="0"/>
                <a:chExt cx="9238891" cy="3337515"/>
              </a:xfrm>
            </p:grpSpPr>
            <p:cxnSp>
              <p:nvCxnSpPr>
                <p:cNvPr id="1848138063" name=""/>
                <p:cNvCxnSpPr/>
                <p:nvPr/>
              </p:nvCxnSpPr>
              <p:spPr bwMode="auto">
                <a:xfrm rot="0" flipH="0" flipV="1">
                  <a:off x="3974226" y="1668758"/>
                  <a:ext cx="1290442" cy="0"/>
                </a:xfrm>
                <a:prstGeom prst="line">
                  <a:avLst/>
                </a:prstGeom>
                <a:ln w="50800" cap="flat" cmpd="sng" algn="ctr">
                  <a:solidFill>
                    <a:srgbClr val="FF99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79705265" name=""/>
                <p:cNvGrpSpPr/>
                <p:nvPr/>
              </p:nvGrpSpPr>
              <p:grpSpPr bwMode="auto">
                <a:xfrm>
                  <a:off x="0" y="0"/>
                  <a:ext cx="3974221" cy="3337515"/>
                  <a:chOff x="0" y="0"/>
                  <a:chExt cx="3974221" cy="3337515"/>
                </a:xfrm>
              </p:grpSpPr>
              <p:cxnSp>
                <p:nvCxnSpPr>
                  <p:cNvPr id="204173450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166102" name=""/>
                  <p:cNvCxnSpPr/>
                  <p:nvPr/>
                </p:nvCxnSpPr>
                <p:spPr bwMode="auto">
                  <a:xfrm rot="16199998" flipH="0" flipV="1">
                    <a:off x="2370882" y="431761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2257787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7440613" name=""/>
                  <p:cNvSpPr/>
                  <p:nvPr/>
                </p:nvSpPr>
                <p:spPr bwMode="auto">
                  <a:xfrm rot="0" flipH="0" flipV="0">
                    <a:off x="3241531" y="1302409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4115736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1743238" name=""/>
                  <p:cNvCxnSpPr/>
                  <p:nvPr/>
                </p:nvCxnSpPr>
                <p:spPr bwMode="auto">
                  <a:xfrm rot="10800000" flipH="0" flipV="1">
                    <a:off x="732690" y="166875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9915272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017931881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957885463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56303961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5368579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58135796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95465236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58964212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9147102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1068183383" name=""/>
                <p:cNvGrpSpPr/>
                <p:nvPr/>
              </p:nvGrpSpPr>
              <p:grpSpPr bwMode="auto">
                <a:xfrm rot="10800000">
                  <a:off x="5264670" y="0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821004646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180552" name=""/>
                  <p:cNvCxnSpPr/>
                  <p:nvPr/>
                </p:nvCxnSpPr>
                <p:spPr bwMode="auto">
                  <a:xfrm rot="16199998" flipH="0" flipV="1">
                    <a:off x="2370881" y="431760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552110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6641196" name=""/>
                  <p:cNvSpPr/>
                  <p:nvPr/>
                </p:nvSpPr>
                <p:spPr bwMode="auto">
                  <a:xfrm rot="0" flipH="0" flipV="0">
                    <a:off x="3241530" y="1302408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801660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5890906" name=""/>
                  <p:cNvCxnSpPr/>
                  <p:nvPr/>
                </p:nvCxnSpPr>
                <p:spPr bwMode="auto">
                  <a:xfrm rot="10800000" flipH="0" flipV="1">
                    <a:off x="732690" y="1668753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890513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3737093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474582365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93405184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46013776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467173247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79580728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3775069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50334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sp>
              <p:nvSpPr>
                <p:cNvPr id="901776762" name=""/>
                <p:cNvSpPr txBox="1"/>
                <p:nvPr/>
              </p:nvSpPr>
              <p:spPr bwMode="auto">
                <a:xfrm rot="0" flipH="0" flipV="0">
                  <a:off x="4234262" y="1037943"/>
                  <a:ext cx="790743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800" b="1" i="1">
                      <a:solidFill>
                        <a:srgbClr val="FF9900"/>
                      </a:solidFill>
                      <a:latin typeface="CMU Serif"/>
                      <a:ea typeface="CMU Serif"/>
                      <a:cs typeface="CMU Serif"/>
                    </a:rPr>
                    <a:t>CZ</a:t>
                  </a:r>
                  <a:endParaRPr sz="2800" b="1" i="1">
                    <a:solidFill>
                      <a:srgbClr val="FF9900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843370235" name=""/>
                <p:cNvSpPr txBox="1"/>
                <p:nvPr/>
              </p:nvSpPr>
              <p:spPr bwMode="auto">
                <a:xfrm rot="0" flipH="0" flipV="0">
                  <a:off x="3863370" y="1941093"/>
                  <a:ext cx="1512872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cs typeface="CMU Serif"/>
                    </a:rPr>
                    <a:t>s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703111495" name=""/>
              <p:cNvSpPr txBox="1"/>
              <p:nvPr/>
            </p:nvSpPr>
            <p:spPr bwMode="auto">
              <a:xfrm rot="0" flipH="0" flipV="0">
                <a:off x="4239348" y="118238"/>
                <a:ext cx="795421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en-US" sz="2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800" b="1" i="1">
                  <a:solidFill>
                    <a:schemeClr val="tx1"/>
                  </a:solidFill>
                  <a:latin typeface="C059"/>
                  <a:cs typeface="C059"/>
                </a:endParaRPr>
              </a:p>
            </p:txBody>
          </p:sp>
          <p:cxnSp>
            <p:nvCxnSpPr>
              <p:cNvPr id="1893180460" name=""/>
              <p:cNvCxnSpPr/>
              <p:nvPr/>
            </p:nvCxnSpPr>
            <p:spPr bwMode="auto">
              <a:xfrm rot="10800000" flipH="0" flipV="1">
                <a:off x="3858489" y="645692"/>
                <a:ext cx="514348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79951" name=""/>
              <p:cNvCxnSpPr/>
              <p:nvPr/>
            </p:nvCxnSpPr>
            <p:spPr bwMode="auto">
              <a:xfrm rot="10800000" flipH="1" flipV="1">
                <a:off x="4868137" y="607591"/>
                <a:ext cx="514347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2389118" name=""/>
              <p:cNvSpPr txBox="1"/>
              <p:nvPr/>
            </p:nvSpPr>
            <p:spPr bwMode="auto">
              <a:xfrm rot="5400000" flipH="0" flipV="0">
                <a:off x="990825" y="2055258"/>
                <a:ext cx="667605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574090520" name=""/>
              <p:cNvSpPr txBox="1"/>
              <p:nvPr/>
            </p:nvSpPr>
            <p:spPr bwMode="auto">
              <a:xfrm rot="5400000" flipH="0" flipV="0">
                <a:off x="7907794" y="2055438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</p:grpSp>
        <p:sp>
          <p:nvSpPr>
            <p:cNvPr id="548925508" name=""/>
            <p:cNvSpPr txBox="1"/>
            <p:nvPr/>
          </p:nvSpPr>
          <p:spPr bwMode="auto">
            <a:xfrm rot="0" flipH="0" flipV="0">
              <a:off x="8176417" y="4922817"/>
              <a:ext cx="6512411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7903883" name=""/>
          <p:cNvGrpSpPr/>
          <p:nvPr/>
        </p:nvGrpSpPr>
        <p:grpSpPr bwMode="auto">
          <a:xfrm flipH="0" flipV="0">
            <a:off x="7336691" y="4492561"/>
            <a:ext cx="3792462" cy="3775203"/>
            <a:chOff x="0" y="0"/>
            <a:chExt cx="3792462" cy="3775203"/>
          </a:xfrm>
        </p:grpSpPr>
        <p:grpSp>
          <p:nvGrpSpPr>
            <p:cNvPr id="1699717873" name=""/>
            <p:cNvGrpSpPr/>
            <p:nvPr/>
          </p:nvGrpSpPr>
          <p:grpSpPr bwMode="auto">
            <a:xfrm rot="10800000" flipH="0" flipV="0">
              <a:off x="789780" y="880530"/>
              <a:ext cx="2242593" cy="1883309"/>
              <a:chOff x="0" y="0"/>
              <a:chExt cx="2242593" cy="1883309"/>
            </a:xfrm>
          </p:grpSpPr>
          <p:cxnSp>
            <p:nvCxnSpPr>
              <p:cNvPr id="803574124" name=""/>
              <p:cNvCxnSpPr/>
              <p:nvPr/>
            </p:nvCxnSpPr>
            <p:spPr bwMode="auto">
              <a:xfrm rot="10800000" flipH="0" flipV="0">
                <a:off x="1374768" y="941652"/>
                <a:ext cx="454378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678582" name=""/>
              <p:cNvCxnSpPr/>
              <p:nvPr/>
            </p:nvCxnSpPr>
            <p:spPr bwMode="auto">
              <a:xfrm rot="16199998" flipH="0" flipV="1">
                <a:off x="1337852" y="243634"/>
                <a:ext cx="588755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6512898" name=""/>
              <p:cNvCxnSpPr/>
              <p:nvPr/>
            </p:nvCxnSpPr>
            <p:spPr bwMode="auto">
              <a:xfrm rot="5399997" flipH="0" flipV="0">
                <a:off x="1337853" y="1124744"/>
                <a:ext cx="588754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9479889" name=""/>
              <p:cNvSpPr/>
              <p:nvPr/>
            </p:nvSpPr>
            <p:spPr bwMode="auto">
              <a:xfrm rot="0" flipH="0" flipV="0">
                <a:off x="1829146" y="734928"/>
                <a:ext cx="413445" cy="413445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099953854" name=""/>
              <p:cNvCxnSpPr/>
              <p:nvPr/>
            </p:nvCxnSpPr>
            <p:spPr bwMode="auto">
              <a:xfrm rot="10800000" flipH="0" flipV="0">
                <a:off x="413445" y="1676586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552035" name=""/>
              <p:cNvCxnSpPr/>
              <p:nvPr/>
            </p:nvCxnSpPr>
            <p:spPr bwMode="auto">
              <a:xfrm rot="10800000" flipH="0" flipV="1">
                <a:off x="413445" y="94165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0051769" name=""/>
              <p:cNvCxnSpPr/>
              <p:nvPr/>
            </p:nvCxnSpPr>
            <p:spPr bwMode="auto">
              <a:xfrm rot="10800000" flipH="0" flipV="0">
                <a:off x="413445" y="20672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08453646" name=""/>
              <p:cNvGrpSpPr/>
              <p:nvPr/>
            </p:nvGrpSpPr>
            <p:grpSpPr bwMode="auto">
              <a:xfrm flipH="0" flipV="0">
                <a:off x="0" y="0"/>
                <a:ext cx="413445" cy="1883309"/>
                <a:chOff x="0" y="0"/>
                <a:chExt cx="413445" cy="1883309"/>
              </a:xfrm>
            </p:grpSpPr>
            <p:sp>
              <p:nvSpPr>
                <p:cNvPr id="1430523331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03998519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71911159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668944674" name=""/>
              <p:cNvGrpSpPr/>
              <p:nvPr/>
            </p:nvGrpSpPr>
            <p:grpSpPr bwMode="auto">
              <a:xfrm flipH="0" flipV="0">
                <a:off x="961321" y="0"/>
                <a:ext cx="413445" cy="1883309"/>
                <a:chOff x="0" y="0"/>
                <a:chExt cx="413445" cy="1883309"/>
              </a:xfrm>
            </p:grpSpPr>
            <p:sp>
              <p:nvSpPr>
                <p:cNvPr id="392289333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80201130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4614827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647858501" name=""/>
            <p:cNvGrpSpPr/>
            <p:nvPr/>
          </p:nvGrpSpPr>
          <p:grpSpPr bwMode="auto">
            <a:xfrm flipH="0" flipV="0">
              <a:off x="899934" y="2853554"/>
              <a:ext cx="2214423" cy="921648"/>
              <a:chOff x="0" y="0"/>
              <a:chExt cx="2214423" cy="921648"/>
            </a:xfrm>
          </p:grpSpPr>
          <p:sp>
            <p:nvSpPr>
              <p:cNvPr id="1148864750" name=""/>
              <p:cNvSpPr/>
              <p:nvPr/>
            </p:nvSpPr>
            <p:spPr bwMode="auto">
              <a:xfrm rot="16199998" flipH="0" flipV="0">
                <a:off x="1044978" y="-1044978"/>
                <a:ext cx="124464" cy="2214423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096991151" name=""/>
              <p:cNvSpPr txBox="1"/>
              <p:nvPr/>
            </p:nvSpPr>
            <p:spPr bwMode="auto">
              <a:xfrm rot="0" flipH="0" flipV="0">
                <a:off x="243547" y="158750"/>
                <a:ext cx="1792024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260541523" name=""/>
            <p:cNvSpPr txBox="1"/>
            <p:nvPr/>
          </p:nvSpPr>
          <p:spPr bwMode="auto">
            <a:xfrm rot="0" flipH="0" flipV="0">
              <a:off x="914895" y="0"/>
              <a:ext cx="1731640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892534093" name=""/>
            <p:cNvSpPr txBox="1"/>
            <p:nvPr/>
          </p:nvSpPr>
          <p:spPr bwMode="auto">
            <a:xfrm rot="5400000" flipH="0" flipV="0">
              <a:off x="2244835" y="1877466"/>
              <a:ext cx="377914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1658718177" name=""/>
            <p:cNvSpPr txBox="1"/>
            <p:nvPr/>
          </p:nvSpPr>
          <p:spPr bwMode="auto">
            <a:xfrm rot="0" flipH="0" flipV="0">
              <a:off x="2143755" y="0"/>
              <a:ext cx="1648706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970275595" name=""/>
            <p:cNvSpPr txBox="1"/>
            <p:nvPr/>
          </p:nvSpPr>
          <p:spPr bwMode="auto">
            <a:xfrm rot="0" flipH="0" flipV="0">
              <a:off x="0" y="1142431"/>
              <a:ext cx="1460174" cy="10976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Anchor/Emitter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869402359" name=""/>
          <p:cNvGrpSpPr/>
          <p:nvPr/>
        </p:nvGrpSpPr>
        <p:grpSpPr bwMode="auto">
          <a:xfrm flipH="0" flipV="0">
            <a:off x="5951362" y="8493231"/>
            <a:ext cx="6072365" cy="2708724"/>
            <a:chOff x="0" y="0"/>
            <a:chExt cx="6072365" cy="2708724"/>
          </a:xfrm>
        </p:grpSpPr>
        <p:grpSp>
          <p:nvGrpSpPr>
            <p:cNvPr id="1056935196" name=""/>
            <p:cNvGrpSpPr/>
            <p:nvPr/>
          </p:nvGrpSpPr>
          <p:grpSpPr bwMode="auto">
            <a:xfrm flipH="0" flipV="0">
              <a:off x="0" y="0"/>
              <a:ext cx="6072365" cy="2708724"/>
              <a:chOff x="0" y="0"/>
              <a:chExt cx="6072365" cy="2708724"/>
            </a:xfrm>
          </p:grpSpPr>
          <p:cxnSp>
            <p:nvCxnSpPr>
              <p:cNvPr id="1323180733" name=""/>
              <p:cNvCxnSpPr/>
              <p:nvPr/>
            </p:nvCxnSpPr>
            <p:spPr bwMode="auto">
              <a:xfrm rot="0" flipH="0" flipV="1">
                <a:off x="2612105" y="1096810"/>
                <a:ext cx="848157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14096295" name=""/>
              <p:cNvGrpSpPr/>
              <p:nvPr/>
            </p:nvGrpSpPr>
            <p:grpSpPr bwMode="auto">
              <a:xfrm flipH="0" flipV="0">
                <a:off x="0" y="0"/>
                <a:ext cx="2612101" cy="2193618"/>
                <a:chOff x="0" y="0"/>
                <a:chExt cx="2612101" cy="2193618"/>
              </a:xfrm>
            </p:grpSpPr>
            <p:cxnSp>
              <p:nvCxnSpPr>
                <p:cNvPr id="1118489048" name=""/>
                <p:cNvCxnSpPr/>
                <p:nvPr/>
              </p:nvCxnSpPr>
              <p:spPr bwMode="auto">
                <a:xfrm rot="10800000" flipH="0" flipV="0">
                  <a:off x="1601286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3338243" name=""/>
                <p:cNvCxnSpPr/>
                <p:nvPr/>
              </p:nvCxnSpPr>
              <p:spPr bwMode="auto">
                <a:xfrm rot="16199998" flipH="0" flipV="1">
                  <a:off x="1558289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3776895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3729442" name=""/>
                <p:cNvSpPr/>
                <p:nvPr/>
              </p:nvSpPr>
              <p:spPr bwMode="auto">
                <a:xfrm rot="0" flipH="0" flipV="0">
                  <a:off x="2130534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582987594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2575735" name=""/>
                <p:cNvCxnSpPr/>
                <p:nvPr/>
              </p:nvCxnSpPr>
              <p:spPr bwMode="auto">
                <a:xfrm rot="10800000" flipH="0" flipV="1">
                  <a:off x="481567" y="1096808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283454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794894324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324760140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69357418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98523819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192077165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997051818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8880209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6979494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095626641" name=""/>
              <p:cNvGrpSpPr/>
              <p:nvPr/>
            </p:nvGrpSpPr>
            <p:grpSpPr bwMode="auto">
              <a:xfrm rot="10800000" flipH="0" flipV="0">
                <a:off x="3460266" y="0"/>
                <a:ext cx="2612100" cy="2193618"/>
                <a:chOff x="0" y="0"/>
                <a:chExt cx="2612100" cy="2193618"/>
              </a:xfrm>
            </p:grpSpPr>
            <p:cxnSp>
              <p:nvCxnSpPr>
                <p:cNvPr id="605882173" name=""/>
                <p:cNvCxnSpPr/>
                <p:nvPr/>
              </p:nvCxnSpPr>
              <p:spPr bwMode="auto">
                <a:xfrm rot="10800000" flipH="0" flipV="0">
                  <a:off x="1601285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2909619" name=""/>
                <p:cNvCxnSpPr/>
                <p:nvPr/>
              </p:nvCxnSpPr>
              <p:spPr bwMode="auto">
                <a:xfrm rot="16199998" flipH="0" flipV="1">
                  <a:off x="1558288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619067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0215356" name=""/>
                <p:cNvSpPr/>
                <p:nvPr/>
              </p:nvSpPr>
              <p:spPr bwMode="auto">
                <a:xfrm rot="0" flipH="0" flipV="0">
                  <a:off x="2130532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437142101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8123963" name=""/>
                <p:cNvCxnSpPr/>
                <p:nvPr/>
              </p:nvCxnSpPr>
              <p:spPr bwMode="auto">
                <a:xfrm rot="10800000" flipH="0" flipV="1">
                  <a:off x="481567" y="1096807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099077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9687008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647116012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718414672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04526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935766140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06895409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629967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0944706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sp>
            <p:nvSpPr>
              <p:cNvPr id="651805615" name=""/>
              <p:cNvSpPr txBox="1"/>
              <p:nvPr/>
            </p:nvSpPr>
            <p:spPr bwMode="auto">
              <a:xfrm rot="0" flipH="0" flipV="0">
                <a:off x="2783017" y="682198"/>
                <a:ext cx="520776" cy="9452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555065521" name=""/>
              <p:cNvSpPr txBox="1"/>
              <p:nvPr/>
            </p:nvSpPr>
            <p:spPr bwMode="auto">
              <a:xfrm rot="0" flipH="0" flipV="0">
                <a:off x="2539244" y="1275804"/>
                <a:ext cx="995403" cy="14329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6693126" name=""/>
            <p:cNvSpPr txBox="1"/>
            <p:nvPr/>
          </p:nvSpPr>
          <p:spPr bwMode="auto">
            <a:xfrm rot="0" flipH="0" flipV="0">
              <a:off x="2786359" y="77712"/>
              <a:ext cx="523851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342032979" name=""/>
            <p:cNvCxnSpPr/>
            <p:nvPr/>
          </p:nvCxnSpPr>
          <p:spPr bwMode="auto">
            <a:xfrm rot="10800000" flipH="0" flipV="1">
              <a:off x="2536035" y="424388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1108843" name=""/>
            <p:cNvCxnSpPr/>
            <p:nvPr/>
          </p:nvCxnSpPr>
          <p:spPr bwMode="auto">
            <a:xfrm rot="10800000" flipH="1" flipV="1">
              <a:off x="3199638" y="399345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4371240" name=""/>
            <p:cNvSpPr txBox="1"/>
            <p:nvPr/>
          </p:nvSpPr>
          <p:spPr bwMode="auto">
            <a:xfrm rot="5400000" flipH="0" flipV="0">
              <a:off x="651230" y="1241615"/>
              <a:ext cx="439842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0798720" name=""/>
            <p:cNvSpPr txBox="1"/>
            <p:nvPr/>
          </p:nvSpPr>
          <p:spPr bwMode="auto">
            <a:xfrm rot="5400000" flipH="0" flipV="0">
              <a:off x="5197488" y="1241733"/>
              <a:ext cx="440078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2026-09-21T08:55:42Z</dcterms:modified>
</cp:coreProperties>
</file>