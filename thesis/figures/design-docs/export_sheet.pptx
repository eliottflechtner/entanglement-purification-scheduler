
<file path=[Content_Types].xml><?xml version="1.0" encoding="utf-8"?>
<Types xmlns="http://schemas.openxmlformats.org/package/2006/content-types">
  <Default Extension="xml" ContentType="application/xml"/>
  <Default Extension="wmf" ContentType="image/x-wmf"/>
  <Default Extension="bin" ContentType="application/vnd.openxmlformats-officedocument.oleObject"/>
  <Default Extension="rels" ContentType="application/vnd.openxmlformats-package.relationships+xml"/>
  <Default Extension="jpeg" ContentType="image/jpeg"/>
  <Default Extension="png" ContentType="image/png"/>
  <Override PartName="/ppt/notesSlides/notesSlide3.xml" ContentType="application/vnd.openxmlformats-officedocument.presentationml.notesSlide+xml"/>
  <Override PartName="/ppt/notesSlides/notesSlide1.xml" ContentType="application/vnd.openxmlformats-officedocument.presentationml.notesSlide+xml"/>
  <Override PartName="/ppt/slides/slide5.xml" ContentType="application/vnd.openxmlformats-officedocument.presentationml.slide+xml"/>
  <Override PartName="/ppt/slides/slide4.xml" ContentType="application/vnd.openxmlformats-officedocument.presentationml.slide+xml"/>
  <Override PartName="/ppt/slides/slide2.xml" ContentType="application/vnd.openxmlformats-officedocument.presentationml.slide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slideLayouts/slideLayout6.xml" ContentType="application/vnd.openxmlformats-officedocument.presentationml.slideLayout+xml"/>
  <Override PartName="/docProps/core.xml" ContentType="application/vnd.openxmlformats-package.core-properties+xml"/>
  <Override PartName="/ppt/slideLayouts/slideLayout8.xml" ContentType="application/vnd.openxmlformats-officedocument.presentationml.slideLayout+xml"/>
  <Override PartName="/ppt/presProps.xml" ContentType="application/vnd.openxmlformats-officedocument.presentationml.presProps+xml"/>
  <Override PartName="/ppt/slideLayouts/slideLayout2.xml" ContentType="application/vnd.openxmlformats-officedocument.presentationml.slideLayout+xml"/>
  <Override PartName="/ppt/presentation.xml" ContentType="application/vnd.openxmlformats-officedocument.presentationml.presentation.main+xml"/>
  <Override PartName="/ppt/viewProps.xml" ContentType="application/vnd.openxmlformats-officedocument.presentationml.viewProps+xml"/>
  <Override PartName="/docProps/app.xml" ContentType="application/vnd.openxmlformats-officedocument.extended-properties+xml"/>
  <Override PartName="/ppt/tableStyles.xml" ContentType="application/vnd.openxmlformats-officedocument.presentationml.tableStyles+xml"/>
  <Override PartName="/ppt/notesSlides/notesSlide2.xml" ContentType="application/vnd.openxmlformats-officedocument.presentationml.notesSlide+xml"/>
  <Override PartName="/ppt/slideLayouts/slideLayout5.xml" ContentType="application/vnd.openxmlformats-officedocument.presentationml.slideLayout+xml"/>
  <Override PartName="/ppt/slideLayouts/slideLayout1.xml" ContentType="application/vnd.openxmlformats-officedocument.presentationml.slideLayout+xml"/>
  <Override PartName="/ppt/notesSlides/notesSlide5.xml" ContentType="application/vnd.openxmlformats-officedocument.presentationml.notesSlide+xml"/>
  <Override PartName="/ppt/slideLayouts/slideLayout4.xml" ContentType="application/vnd.openxmlformats-officedocument.presentationml.slideLayout+xml"/>
  <Override PartName="/ppt/slides/slide3.xml" ContentType="application/vnd.openxmlformats-officedocument.presentationml.slide+xml"/>
  <Override PartName="/ppt/theme/theme1.xml" ContentType="application/vnd.openxmlformats-officedocument.theme+xml"/>
  <Override PartName="/ppt/theme/theme2.xml" ContentType="application/vnd.openxmlformats-officedocument.theme+xml"/>
  <Override PartName="/ppt/slideLayouts/slideLayout9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10.xml" ContentType="application/vnd.openxmlformats-officedocument.presentationml.slideLayout+xml"/>
  <Override PartName="/ppt/notesSlides/notesSlide4.xml" ContentType="application/vnd.openxmlformats-officedocument.presentationml.notesSlide+xml"/>
  <Override PartName="/ppt/slideLayouts/slideLayout11.xml" ContentType="application/vnd.openxmlformats-officedocument.presentationml.slideLayout+xml"/>
</Types>
</file>

<file path=_rels/.rels><?xml version="1.0" encoding="UTF-8" standalone="yes"?><Relationships xmlns="http://schemas.openxmlformats.org/package/2006/relationships"><Relationship Id="rId3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2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saveSubsetFonts="1">
  <p:sldMasterIdLst>
    <p:sldMasterId id="2147483648" r:id="rId1"/>
  </p:sldMasterIdLst>
  <p:notesMasterIdLst>
    <p:notesMasterId r:id="rId9"/>
  </p:notesMasterIdLst>
  <p:sldIdLst>
    <p:sldId id="256" r:id="rId4"/>
    <p:sldId id="257" r:id="rId5"/>
    <p:sldId id="258" r:id="rId6"/>
    <p:sldId id="259" r:id="rId7"/>
    <p:sldId id="260" r:id="rId8"/>
  </p:sldIdLst>
  <p:sldSz cx="36000000" cy="18000000"/>
  <p:notesSz cx="6858000" cy="9144000"/>
  <p:defaultTextStyle>
    <a:defPPr>
      <a:defRPr lang="en-US"/>
    </a:defPPr>
    <a:lvl1pPr marL="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slideViewPr>
    <p:cSldViewPr snapToGrid="0">
      <p:cViewPr varScale="1">
        <p:scale>
          <a:sx n="100" d="100"/>
          <a:sy n="100" d="100"/>
        </p:scale>
        <p:origin x="378" y="90"/>
      </p:cViewPr>
      <p:guideLst>
        <p:guide pos="11340"/>
        <p:guide pos="5670" orient="horz"/>
      </p:guideLst>
    </p:cSldViewPr>
  </p:slideViewPr>
  <p:gridSpacing cx="72008" cy="72008"/>
</p:viewPr>
</file>

<file path=ppt/_rels/presentation.xml.rels><?xml version="1.0" encoding="UTF-8" standalone="yes"?>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theme" Target="theme/theme2.xml"/><Relationship Id="rId4" Type="http://schemas.openxmlformats.org/officeDocument/2006/relationships/slide" Target="slides/slide1.xml"/><Relationship Id="rId5" Type="http://schemas.openxmlformats.org/officeDocument/2006/relationships/slide" Target="slides/slide2.xml"/><Relationship Id="rId6" Type="http://schemas.openxmlformats.org/officeDocument/2006/relationships/slide" Target="slides/slide3.xml"/><Relationship Id="rId7" Type="http://schemas.openxmlformats.org/officeDocument/2006/relationships/slide" Target="slides/slide4.xml"/><Relationship Id="rId8" Type="http://schemas.openxmlformats.org/officeDocument/2006/relationships/slide" Target="slides/slide5.xml"/><Relationship Id="rId9" Type="http://schemas.openxmlformats.org/officeDocument/2006/relationships/notesMaster" Target="notesMasters/notesMaster1.xml"/><Relationship Id="rId10" Type="http://schemas.openxmlformats.org/officeDocument/2006/relationships/presProps" Target="presProps.xml" /><Relationship Id="rId11" Type="http://schemas.openxmlformats.org/officeDocument/2006/relationships/tableStyles" Target="tableStyles.xml" /><Relationship Id="rId12" Type="http://schemas.openxmlformats.org/officeDocument/2006/relationships/viewProps" Target="viewProps.xml" /></Relationships>
</file>

<file path=ppt/notesMasters/_rels/notesMaster1.xml.rels><?xml version="1.0" encoding="UTF-8" standalone="yes"?>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 name="">
    <p:bg>
      <p:bgRef idx="1001">
        <a:schemeClr val="bg1"/>
      </p:bgRef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17793876" name="Header Placeholder 1"/>
          <p:cNvSpPr>
            <a:spLocks noGrp="1"/>
          </p:cNvSpPr>
          <p:nvPr>
            <p:ph type="hdr" sz="quarter"/>
          </p:nvPr>
        </p:nvSpPr>
        <p:spPr bwMode="auto"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911782262" name="Date Placeholder 2"/>
          <p:cNvSpPr>
            <a:spLocks noGrp="1"/>
          </p:cNvSpPr>
          <p:nvPr>
            <p:ph type="dt" idx="1"/>
          </p:nvPr>
        </p:nvSpPr>
        <p:spPr bwMode="auto"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pPr>
              <a:defRPr/>
            </a:pPr>
            <a:fld id="{3632E96E-41F7-40C5-8419-297958CC00FA}" type="datetimeFigureOut">
              <a:rPr lang="en-US"/>
              <a:t>10/30/2013</a:t>
            </a:fld>
            <a:endParaRPr lang="en-US"/>
          </a:p>
        </p:txBody>
      </p:sp>
      <p:sp>
        <p:nvSpPr>
          <p:cNvPr id="1271406534" name="Slide Image Placeholder 3"/>
          <p:cNvSpPr>
            <a:spLocks noChangeAspect="1" noGrp="1" noRot="1"/>
          </p:cNvSpPr>
          <p:nvPr>
            <p:ph type="sldImg" idx="2"/>
          </p:nvPr>
        </p:nvSpPr>
        <p:spPr bwMode="auto"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>
              <a:defRPr/>
            </a:pPr>
            <a:endParaRPr lang="en-US"/>
          </a:p>
        </p:txBody>
      </p:sp>
      <p:sp>
        <p:nvSpPr>
          <p:cNvPr id="1267596915" name="Notes Placeholder 4"/>
          <p:cNvSpPr>
            <a:spLocks noGrp="1"/>
          </p:cNvSpPr>
          <p:nvPr>
            <p:ph type="body" sz="quarter" idx="3"/>
          </p:nvPr>
        </p:nvSpPr>
        <p:spPr bwMode="auto"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US"/>
          </a:p>
        </p:txBody>
      </p:sp>
      <p:sp>
        <p:nvSpPr>
          <p:cNvPr id="290206907" name="Footer Placeholder 5"/>
          <p:cNvSpPr>
            <a:spLocks noGrp="1"/>
          </p:cNvSpPr>
          <p:nvPr>
            <p:ph type="ftr" sz="quarter" idx="4"/>
          </p:nvPr>
        </p:nvSpPr>
        <p:spPr bwMode="auto"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493050898" name="Slide Number Placeholder 6"/>
          <p:cNvSpPr>
            <a:spLocks noGrp="1"/>
          </p:cNvSpPr>
          <p:nvPr>
            <p:ph type="sldNum" sz="quarter" idx="5"/>
          </p:nvPr>
        </p:nvSpPr>
        <p:spPr bwMode="auto"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>
              <a:defRPr/>
            </a:pPr>
            <a:fld id="{2E6999B8-B6B4-4561-A3CD-BBCDAB9FC9D9}" type="slidenum">
              <a:rPr lang="en-US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 ?>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 ?>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 ?>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 ?>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 ?>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867698124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422650407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771535400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CA4AF25E-8730-29A7-B21F-F2E48131D0CD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8715059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2088498901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1319980972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2E6999B8-B6B4-4561-A3CD-BBCDAB9FC9D9}" type="slidenum">
              <a:rPr lang="en-US"/>
              <a:t>1</a:t>
            </a:fld>
            <a:endParaRPr 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79501437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998209758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039383869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6A491238-2CBC-8F49-8F2D-3518DAA56AAC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998359018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755659975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194693987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6617004D-49F4-EEEE-68CD-95F7AD4965B0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7974263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2025965687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706389246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8A770FF3-B03B-2DE3-2CFC-B695B15E95B5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title" userDrawn="1">
  <p:cSld name="Title Slide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35946972" name="Title 1"/>
          <p:cNvSpPr>
            <a:spLocks noGrp="1"/>
          </p:cNvSpPr>
          <p:nvPr>
            <p:ph type="ctrTitle"/>
          </p:nvPr>
        </p:nvSpPr>
        <p:spPr bwMode="auto">
          <a:xfrm>
            <a:off x="4499999" y="2945834"/>
            <a:ext cx="26999999" cy="6266666"/>
          </a:xfrm>
        </p:spPr>
        <p:txBody>
          <a:bodyPr anchor="b"/>
          <a:lstStyle>
            <a:lvl1pPr algn="ctr">
              <a:defRPr sz="6000"/>
            </a:lvl1pPr>
          </a:lstStyle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2046284919" name="Subtitle 2"/>
          <p:cNvSpPr>
            <a:spLocks noGrp="1"/>
          </p:cNvSpPr>
          <p:nvPr>
            <p:ph type="subTitle" idx="1"/>
          </p:nvPr>
        </p:nvSpPr>
        <p:spPr bwMode="auto">
          <a:xfrm>
            <a:off x="4499999" y="9454167"/>
            <a:ext cx="26999999" cy="434583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pPr>
              <a:defRPr/>
            </a:pPr>
            <a:r>
              <a:rPr lang="en-US"/>
              <a:t>Click to edit Master subtitle style</a:t>
            </a:r>
            <a:endParaRPr lang="en-US"/>
          </a:p>
        </p:txBody>
      </p:sp>
      <p:sp>
        <p:nvSpPr>
          <p:cNvPr id="1653273552" name="Date Placeholder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BCC18F51-09EC-435C-A3BA-64A766E099C0}" type="datetimeFigureOut">
              <a:rPr lang="en-US"/>
              <a:t>30.10.2013</a:t>
            </a:fld>
            <a:endParaRPr lang="en-US"/>
          </a:p>
        </p:txBody>
      </p:sp>
      <p:sp>
        <p:nvSpPr>
          <p:cNvPr id="2121795031" name="Footer Placeholder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390824662" name="Slide Number Placeholder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8395586-F03A-48D1-94DF-16B239DF4FB5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obj" userDrawn="1">
  <p:cSld name="Title and Conten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995850498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410829971" name="Content Placeholder 2"/>
          <p:cNvSpPr>
            <a:spLocks noGrp="1"/>
          </p:cNvSpPr>
          <p:nvPr>
            <p:ph idx="1"/>
          </p:nvPr>
        </p:nvSpPr>
        <p:spPr bwMode="auto"/>
        <p:txBody>
          <a:bodyPr/>
          <a:lstStyle/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US"/>
          </a:p>
        </p:txBody>
      </p:sp>
      <p:sp>
        <p:nvSpPr>
          <p:cNvPr id="1169236196" name="Date Placeholder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BCC18F51-09EC-435C-A3BA-64A766E099C0}" type="datetimeFigureOut">
              <a:rPr lang="en-US"/>
              <a:t>30.10.2013</a:t>
            </a:fld>
            <a:endParaRPr lang="en-US"/>
          </a:p>
        </p:txBody>
      </p:sp>
      <p:sp>
        <p:nvSpPr>
          <p:cNvPr id="1325942113" name="Footer Placeholder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1881973112" name="Slide Number Placeholder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8395586-F03A-48D1-94DF-16B239DF4FB5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secHead" userDrawn="1">
  <p:cSld name="Section Header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73021702" name="Title 1"/>
          <p:cNvSpPr>
            <a:spLocks noGrp="1"/>
          </p:cNvSpPr>
          <p:nvPr>
            <p:ph type="title"/>
          </p:nvPr>
        </p:nvSpPr>
        <p:spPr bwMode="auto">
          <a:xfrm>
            <a:off x="2456249" y="4487501"/>
            <a:ext cx="31050000" cy="7487498"/>
          </a:xfrm>
        </p:spPr>
        <p:txBody>
          <a:bodyPr anchor="b"/>
          <a:lstStyle>
            <a:lvl1pPr>
              <a:defRPr sz="6000"/>
            </a:lvl1pPr>
          </a:lstStyle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1585122663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2456249" y="12045834"/>
            <a:ext cx="31050000" cy="393749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</p:txBody>
      </p:sp>
      <p:sp>
        <p:nvSpPr>
          <p:cNvPr id="384456624" name="Date Placeholder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BCC18F51-09EC-435C-A3BA-64A766E099C0}" type="datetimeFigureOut">
              <a:rPr lang="en-US"/>
              <a:t>30.10.2013</a:t>
            </a:fld>
            <a:endParaRPr lang="en-US"/>
          </a:p>
        </p:txBody>
      </p:sp>
      <p:sp>
        <p:nvSpPr>
          <p:cNvPr id="1128213254" name="Footer Placeholder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2097074830" name="Slide Number Placeholder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8395586-F03A-48D1-94DF-16B239DF4FB5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twoObj" userDrawn="1">
  <p:cSld name="Two Conten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67537846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478468667" name="Content Placeholder 2"/>
          <p:cNvSpPr>
            <a:spLocks noGrp="1"/>
          </p:cNvSpPr>
          <p:nvPr>
            <p:ph sz="half" idx="1"/>
          </p:nvPr>
        </p:nvSpPr>
        <p:spPr bwMode="auto">
          <a:xfrm>
            <a:off x="2475000" y="4791666"/>
            <a:ext cx="15300000" cy="11420834"/>
          </a:xfrm>
        </p:spPr>
        <p:txBody>
          <a:bodyPr/>
          <a:lstStyle/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US"/>
          </a:p>
        </p:txBody>
      </p:sp>
      <p:sp>
        <p:nvSpPr>
          <p:cNvPr id="641952135" name="Content Placeholder 3"/>
          <p:cNvSpPr>
            <a:spLocks noGrp="1"/>
          </p:cNvSpPr>
          <p:nvPr>
            <p:ph sz="half" idx="2"/>
          </p:nvPr>
        </p:nvSpPr>
        <p:spPr bwMode="auto">
          <a:xfrm>
            <a:off x="18224999" y="4791666"/>
            <a:ext cx="15300000" cy="11420834"/>
          </a:xfrm>
        </p:spPr>
        <p:txBody>
          <a:bodyPr/>
          <a:lstStyle/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US"/>
          </a:p>
        </p:txBody>
      </p:sp>
      <p:sp>
        <p:nvSpPr>
          <p:cNvPr id="1937933398" name="Date Placeholder 4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BCC18F51-09EC-435C-A3BA-64A766E099C0}" type="datetimeFigureOut">
              <a:rPr lang="en-US"/>
              <a:t>30.10.2013</a:t>
            </a:fld>
            <a:endParaRPr lang="en-US"/>
          </a:p>
        </p:txBody>
      </p:sp>
      <p:sp>
        <p:nvSpPr>
          <p:cNvPr id="206827348" name="Footer Placeholder 5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1321157937" name="Slide Number Placeholder 6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8395586-F03A-48D1-94DF-16B239DF4FB5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twoTxTwoObj" userDrawn="1">
  <p:cSld name="Comparison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2556268" name="Title 1"/>
          <p:cNvSpPr>
            <a:spLocks noGrp="1"/>
          </p:cNvSpPr>
          <p:nvPr>
            <p:ph type="title"/>
          </p:nvPr>
        </p:nvSpPr>
        <p:spPr bwMode="auto">
          <a:xfrm>
            <a:off x="2479687" y="958333"/>
            <a:ext cx="31050000" cy="3479167"/>
          </a:xfrm>
        </p:spPr>
        <p:txBody>
          <a:bodyPr/>
          <a:lstStyle/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503118724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2479687" y="4412501"/>
            <a:ext cx="15229686" cy="2162498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</p:txBody>
      </p:sp>
      <p:sp>
        <p:nvSpPr>
          <p:cNvPr id="1798666912" name="Content Placeholder 3"/>
          <p:cNvSpPr>
            <a:spLocks noGrp="1"/>
          </p:cNvSpPr>
          <p:nvPr>
            <p:ph sz="half" idx="2"/>
          </p:nvPr>
        </p:nvSpPr>
        <p:spPr bwMode="auto">
          <a:xfrm>
            <a:off x="2479687" y="6574999"/>
            <a:ext cx="15229686" cy="9670834"/>
          </a:xfrm>
        </p:spPr>
        <p:txBody>
          <a:bodyPr/>
          <a:lstStyle/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US"/>
          </a:p>
        </p:txBody>
      </p:sp>
      <p:sp>
        <p:nvSpPr>
          <p:cNvPr id="1381408455" name="Text Placeholder 4"/>
          <p:cNvSpPr>
            <a:spLocks noGrp="1"/>
          </p:cNvSpPr>
          <p:nvPr>
            <p:ph type="body" sz="quarter" idx="3"/>
          </p:nvPr>
        </p:nvSpPr>
        <p:spPr bwMode="auto">
          <a:xfrm>
            <a:off x="18224999" y="4412501"/>
            <a:ext cx="15304688" cy="2162498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</p:txBody>
      </p:sp>
      <p:sp>
        <p:nvSpPr>
          <p:cNvPr id="480863605" name="Content Placeholder 5"/>
          <p:cNvSpPr>
            <a:spLocks noGrp="1"/>
          </p:cNvSpPr>
          <p:nvPr>
            <p:ph sz="quarter" idx="4"/>
          </p:nvPr>
        </p:nvSpPr>
        <p:spPr bwMode="auto">
          <a:xfrm>
            <a:off x="18224999" y="6574999"/>
            <a:ext cx="15304688" cy="9670834"/>
          </a:xfrm>
        </p:spPr>
        <p:txBody>
          <a:bodyPr/>
          <a:lstStyle/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US"/>
          </a:p>
        </p:txBody>
      </p:sp>
      <p:sp>
        <p:nvSpPr>
          <p:cNvPr id="109584987" name="Date Placeholder 6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BCC18F51-09EC-435C-A3BA-64A766E099C0}" type="datetimeFigureOut">
              <a:rPr lang="en-US"/>
              <a:t>30.10.2013</a:t>
            </a:fld>
            <a:endParaRPr lang="en-US"/>
          </a:p>
        </p:txBody>
      </p:sp>
      <p:sp>
        <p:nvSpPr>
          <p:cNvPr id="480215787" name="Footer Placeholder 7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1247313659" name="Slide Number Placeholder 8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8395586-F03A-48D1-94DF-16B239DF4FB5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titleOnly" userDrawn="1">
  <p:cSld name="Title Only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84631411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1578131081" name="Date Placeholder 2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BCC18F51-09EC-435C-A3BA-64A766E099C0}" type="datetimeFigureOut">
              <a:rPr lang="en-US"/>
              <a:t>30.10.2013</a:t>
            </a:fld>
            <a:endParaRPr lang="en-US"/>
          </a:p>
        </p:txBody>
      </p:sp>
      <p:sp>
        <p:nvSpPr>
          <p:cNvPr id="1181593990" name="Footer Placeholder 3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871062383" name="Slide Number Placeholder 4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8395586-F03A-48D1-94DF-16B239DF4FB5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blank" userDrawn="1">
  <p:cSld name="Blank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2260082" name="Date Placeholder 1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BCC18F51-09EC-435C-A3BA-64A766E099C0}" type="datetimeFigureOut">
              <a:rPr lang="en-US"/>
              <a:t>30.10.2013</a:t>
            </a:fld>
            <a:endParaRPr lang="en-US"/>
          </a:p>
        </p:txBody>
      </p:sp>
      <p:sp>
        <p:nvSpPr>
          <p:cNvPr id="543587529" name="Footer Placeholder 2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561506023" name="Slide Number Placeholder 3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8395586-F03A-48D1-94DF-16B239DF4FB5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objTx" userDrawn="1">
  <p:cSld name="Content with Caption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20257292" name="Title 1"/>
          <p:cNvSpPr>
            <a:spLocks noGrp="1"/>
          </p:cNvSpPr>
          <p:nvPr>
            <p:ph type="title"/>
          </p:nvPr>
        </p:nvSpPr>
        <p:spPr bwMode="auto">
          <a:xfrm>
            <a:off x="2479687" y="1199999"/>
            <a:ext cx="11610936" cy="4200000"/>
          </a:xfrm>
        </p:spPr>
        <p:txBody>
          <a:bodyPr anchor="b"/>
          <a:lstStyle>
            <a:lvl1pPr>
              <a:defRPr sz="3200"/>
            </a:lvl1pPr>
          </a:lstStyle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1289332668" name="Content Placeholder 2"/>
          <p:cNvSpPr>
            <a:spLocks noGrp="1"/>
          </p:cNvSpPr>
          <p:nvPr>
            <p:ph idx="1"/>
          </p:nvPr>
        </p:nvSpPr>
        <p:spPr bwMode="auto">
          <a:xfrm>
            <a:off x="15304688" y="2591666"/>
            <a:ext cx="18224999" cy="12791666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US"/>
          </a:p>
        </p:txBody>
      </p:sp>
      <p:sp>
        <p:nvSpPr>
          <p:cNvPr id="471914583" name="Text Placeholder 3"/>
          <p:cNvSpPr>
            <a:spLocks noGrp="1"/>
          </p:cNvSpPr>
          <p:nvPr>
            <p:ph type="body" sz="half" idx="2"/>
          </p:nvPr>
        </p:nvSpPr>
        <p:spPr bwMode="auto">
          <a:xfrm>
            <a:off x="2479687" y="5400000"/>
            <a:ext cx="11610936" cy="10004167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</p:txBody>
      </p:sp>
      <p:sp>
        <p:nvSpPr>
          <p:cNvPr id="1686846511" name="Date Placeholder 4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BCC18F51-09EC-435C-A3BA-64A766E099C0}" type="datetimeFigureOut">
              <a:rPr lang="en-US"/>
              <a:t>30.10.2013</a:t>
            </a:fld>
            <a:endParaRPr lang="en-US"/>
          </a:p>
        </p:txBody>
      </p:sp>
      <p:sp>
        <p:nvSpPr>
          <p:cNvPr id="922346336" name="Footer Placeholder 5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1717776015" name="Slide Number Placeholder 6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8395586-F03A-48D1-94DF-16B239DF4FB5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picTx" userDrawn="1">
  <p:cSld name="Picture with Caption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475835800" name="Title 1"/>
          <p:cNvSpPr>
            <a:spLocks noGrp="1"/>
          </p:cNvSpPr>
          <p:nvPr>
            <p:ph type="title"/>
          </p:nvPr>
        </p:nvSpPr>
        <p:spPr bwMode="auto">
          <a:xfrm>
            <a:off x="2479687" y="1199999"/>
            <a:ext cx="11610936" cy="4200000"/>
          </a:xfrm>
        </p:spPr>
        <p:txBody>
          <a:bodyPr anchor="b"/>
          <a:lstStyle>
            <a:lvl1pPr>
              <a:defRPr sz="3200"/>
            </a:lvl1pPr>
          </a:lstStyle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922857106" name="Picture Placeholder 2"/>
          <p:cNvSpPr>
            <a:spLocks noChangeAspect="1" noGrp="1"/>
          </p:cNvSpPr>
          <p:nvPr>
            <p:ph type="pic" idx="1"/>
          </p:nvPr>
        </p:nvSpPr>
        <p:spPr bwMode="auto">
          <a:xfrm>
            <a:off x="15304688" y="2591666"/>
            <a:ext cx="18224999" cy="12791666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>
              <a:defRPr/>
            </a:pPr>
            <a:r>
              <a:rPr lang="en-US"/>
              <a:t>Click icon to add picture</a:t>
            </a:r>
            <a:endParaRPr lang="en-US"/>
          </a:p>
        </p:txBody>
      </p:sp>
      <p:sp>
        <p:nvSpPr>
          <p:cNvPr id="2134415113" name="Text Placeholder 3"/>
          <p:cNvSpPr>
            <a:spLocks noGrp="1"/>
          </p:cNvSpPr>
          <p:nvPr>
            <p:ph type="body" sz="half" idx="2"/>
          </p:nvPr>
        </p:nvSpPr>
        <p:spPr bwMode="auto">
          <a:xfrm>
            <a:off x="2479687" y="5400000"/>
            <a:ext cx="11610936" cy="10004167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</p:txBody>
      </p:sp>
      <p:sp>
        <p:nvSpPr>
          <p:cNvPr id="1694887082" name="Date Placeholder 4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BCC18F51-09EC-435C-A3BA-64A766E099C0}" type="datetimeFigureOut">
              <a:rPr lang="en-US"/>
              <a:t>30.10.2013</a:t>
            </a:fld>
            <a:endParaRPr lang="en-US"/>
          </a:p>
        </p:txBody>
      </p:sp>
      <p:sp>
        <p:nvSpPr>
          <p:cNvPr id="1858142947" name="Footer Placeholder 5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216512356" name="Slide Number Placeholder 6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8395586-F03A-48D1-94DF-16B239DF4FB5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vertTx" userDrawn="1">
  <p:cSld name="Title and Vertical Tex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120196401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216906870" name="Vertical Text Placeholder 2"/>
          <p:cNvSpPr>
            <a:spLocks noGrp="1"/>
          </p:cNvSpPr>
          <p:nvPr>
            <p:ph type="body" orient="vert" idx="1"/>
          </p:nvPr>
        </p:nvSpPr>
        <p:spPr bwMode="auto"/>
        <p:txBody>
          <a:bodyPr vert="eaVert"/>
          <a:lstStyle/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US"/>
          </a:p>
        </p:txBody>
      </p:sp>
      <p:sp>
        <p:nvSpPr>
          <p:cNvPr id="1266033654" name="Date Placeholder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BCC18F51-09EC-435C-A3BA-64A766E099C0}" type="datetimeFigureOut">
              <a:rPr lang="en-US"/>
              <a:t>30.10.2013</a:t>
            </a:fld>
            <a:endParaRPr lang="en-US"/>
          </a:p>
        </p:txBody>
      </p:sp>
      <p:sp>
        <p:nvSpPr>
          <p:cNvPr id="478888183" name="Footer Placeholder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97234098" name="Slide Number Placeholder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8395586-F03A-48D1-94DF-16B239DF4FB5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vertTitleAndTx" userDrawn="1">
  <p:cSld name="Vertical Title and Tex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205122734" name="Vertical Title 1"/>
          <p:cNvSpPr>
            <a:spLocks noGrp="1"/>
          </p:cNvSpPr>
          <p:nvPr>
            <p:ph type="title" orient="vert"/>
          </p:nvPr>
        </p:nvSpPr>
        <p:spPr bwMode="auto">
          <a:xfrm>
            <a:off x="25762499" y="958333"/>
            <a:ext cx="7762500" cy="15254167"/>
          </a:xfrm>
        </p:spPr>
        <p:txBody>
          <a:bodyPr vert="eaVert"/>
          <a:lstStyle/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1999618158" name="Vertical Text Placeholder 2"/>
          <p:cNvSpPr>
            <a:spLocks noGrp="1"/>
          </p:cNvSpPr>
          <p:nvPr>
            <p:ph type="body" orient="vert" idx="1"/>
          </p:nvPr>
        </p:nvSpPr>
        <p:spPr bwMode="auto">
          <a:xfrm>
            <a:off x="2475000" y="958333"/>
            <a:ext cx="22837500" cy="15254167"/>
          </a:xfrm>
        </p:spPr>
        <p:txBody>
          <a:bodyPr vert="eaVert"/>
          <a:lstStyle/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US"/>
          </a:p>
        </p:txBody>
      </p:sp>
      <p:sp>
        <p:nvSpPr>
          <p:cNvPr id="612283670" name="Date Placeholder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BCC18F51-09EC-435C-A3BA-64A766E099C0}" type="datetimeFigureOut">
              <a:rPr lang="en-US"/>
              <a:t>30.10.2013</a:t>
            </a:fld>
            <a:endParaRPr lang="en-US"/>
          </a:p>
        </p:txBody>
      </p:sp>
      <p:sp>
        <p:nvSpPr>
          <p:cNvPr id="1539797892" name="Footer Placeholder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1382299306" name="Slide Number Placeholder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8395586-F03A-48D1-94DF-16B239DF4FB5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preserve="0">
  <p:cSld name="">
    <p:bg>
      <p:bgRef idx="1001">
        <a:schemeClr val="bg1"/>
      </p:bgRef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57163007" name="Title Placeholder 1"/>
          <p:cNvSpPr>
            <a:spLocks noGrp="1"/>
          </p:cNvSpPr>
          <p:nvPr>
            <p:ph type="title"/>
          </p:nvPr>
        </p:nvSpPr>
        <p:spPr bwMode="auto">
          <a:xfrm>
            <a:off x="2475000" y="958333"/>
            <a:ext cx="31050000" cy="3479167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697519335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2475000" y="4791666"/>
            <a:ext cx="31050000" cy="1142083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US"/>
          </a:p>
        </p:txBody>
      </p:sp>
      <p:sp>
        <p:nvSpPr>
          <p:cNvPr id="1139972914" name="Date Placeholder 3"/>
          <p:cNvSpPr>
            <a:spLocks noGrp="1"/>
          </p:cNvSpPr>
          <p:nvPr>
            <p:ph type="dt" sz="half" idx="2"/>
          </p:nvPr>
        </p:nvSpPr>
        <p:spPr bwMode="auto">
          <a:xfrm>
            <a:off x="2475000" y="16683333"/>
            <a:ext cx="8099999" cy="95833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BCC18F51-09EC-435C-A3BA-64A766E099C0}" type="datetimeFigureOut">
              <a:rPr lang="en-US"/>
              <a:t>30.10.2013</a:t>
            </a:fld>
            <a:endParaRPr lang="en-US"/>
          </a:p>
        </p:txBody>
      </p:sp>
      <p:sp>
        <p:nvSpPr>
          <p:cNvPr id="159368810" name="Footer Placeholder 4"/>
          <p:cNvSpPr>
            <a:spLocks noGrp="1"/>
          </p:cNvSpPr>
          <p:nvPr>
            <p:ph type="ftr" sz="quarter" idx="3"/>
          </p:nvPr>
        </p:nvSpPr>
        <p:spPr bwMode="auto">
          <a:xfrm>
            <a:off x="11924999" y="16683333"/>
            <a:ext cx="12149999" cy="95833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06857991" name="Slide Number Placeholder 5"/>
          <p:cNvSpPr>
            <a:spLocks noGrp="1"/>
          </p:cNvSpPr>
          <p:nvPr>
            <p:ph type="sldNum" sz="quarter" idx="4"/>
          </p:nvPr>
        </p:nvSpPr>
        <p:spPr bwMode="auto">
          <a:xfrm>
            <a:off x="25425000" y="16683333"/>
            <a:ext cx="8099999" cy="95833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08395586-F03A-48D1-94DF-16B239DF4FB5}" type="slidenum">
              <a:rPr lang="en-US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>
        <a:lnSpc>
          <a:spcPct val="90000"/>
        </a:lnSpc>
        <a:spcBef>
          <a:spcPts val="1000"/>
        </a:spcBef>
        <a:buFont typeface="Arial"/>
        <a:buChar char="•"/>
        <a:defRPr sz="28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>
        <a:lnSpc>
          <a:spcPct val="90000"/>
        </a:lnSpc>
        <a:spcBef>
          <a:spcPts val="500"/>
        </a:spcBef>
        <a:buFont typeface="Arial"/>
        <a:buChar char="•"/>
        <a:defRPr sz="24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>
        <a:lnSpc>
          <a:spcPct val="90000"/>
        </a:lnSpc>
        <a:spcBef>
          <a:spcPts val="500"/>
        </a:spcBef>
        <a:buFont typeface="Arial"/>
        <a:buChar char="•"/>
        <a:defRPr sz="20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>
        <a:lnSpc>
          <a:spcPct val="90000"/>
        </a:lnSpc>
        <a:spcBef>
          <a:spcPts val="500"/>
        </a:spcBef>
        <a:buFont typeface="Arial"/>
        <a:buChar char="•"/>
        <a:defRPr sz="18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>
        <a:lnSpc>
          <a:spcPct val="90000"/>
        </a:lnSpc>
        <a:spcBef>
          <a:spcPts val="500"/>
        </a:spcBef>
        <a:buFont typeface="Arial"/>
        <a:buChar char="•"/>
        <a:defRPr sz="18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>
        <a:lnSpc>
          <a:spcPct val="90000"/>
        </a:lnSpc>
        <a:spcBef>
          <a:spcPts val="500"/>
        </a:spcBef>
        <a:buFont typeface="Arial"/>
        <a:buChar char="•"/>
        <a:defRPr sz="18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>
        <a:lnSpc>
          <a:spcPct val="90000"/>
        </a:lnSpc>
        <a:spcBef>
          <a:spcPts val="500"/>
        </a:spcBef>
        <a:buFont typeface="Arial"/>
        <a:buChar char="•"/>
        <a:defRPr sz="18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>
        <a:lnSpc>
          <a:spcPct val="90000"/>
        </a:lnSpc>
        <a:spcBef>
          <a:spcPts val="500"/>
        </a:spcBef>
        <a:buFont typeface="Arial"/>
        <a:buChar char="•"/>
        <a:defRPr sz="18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>
        <a:lnSpc>
          <a:spcPct val="90000"/>
        </a:lnSpc>
        <a:spcBef>
          <a:spcPts val="500"/>
        </a:spcBef>
        <a:buFont typeface="Arial"/>
        <a:buChar char="•"/>
        <a:defRPr sz="18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grpSp>
        <p:nvGrpSpPr>
          <p:cNvPr id="2035263187" name=""/>
          <p:cNvGrpSpPr/>
          <p:nvPr/>
        </p:nvGrpSpPr>
        <p:grpSpPr bwMode="auto">
          <a:xfrm>
            <a:off x="19538562" y="9099399"/>
            <a:ext cx="3564434" cy="427079"/>
            <a:chOff x="0" y="0"/>
            <a:chExt cx="3564434" cy="427079"/>
          </a:xfrm>
        </p:grpSpPr>
        <p:cxnSp>
          <p:nvCxnSpPr>
            <p:cNvPr id="138996307" name=""/>
            <p:cNvCxnSpPr/>
            <p:nvPr/>
          </p:nvCxnSpPr>
          <p:spPr bwMode="auto">
            <a:xfrm rot="0" flipH="1" flipV="0">
              <a:off x="0" y="216956"/>
              <a:ext cx="808166" cy="0"/>
            </a:xfrm>
            <a:prstGeom prst="line">
              <a:avLst/>
            </a:prstGeom>
            <a:ln w="44450" cap="flat" cmpd="sng" algn="ctr">
              <a:solidFill>
                <a:srgbClr val="00FF73"/>
              </a:solidFill>
              <a:prstDash val="solid"/>
              <a:miter lim="800000"/>
            </a:ln>
          </p:spPr>
          <p:style>
            <a:lnRef idx="1">
              <a:schemeClr val="accent1">
                <a:shade val="50000"/>
              </a:schemeClr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96466058" name=""/>
            <p:cNvSpPr txBox="1"/>
            <p:nvPr/>
          </p:nvSpPr>
          <p:spPr bwMode="auto">
            <a:xfrm rot="0" flipH="0" flipV="0">
              <a:off x="992832" y="0"/>
              <a:ext cx="2571602" cy="427079"/>
            </a:xfrm>
            <a:prstGeom prst="rect">
              <a:avLst/>
            </a:prstGeom>
            <a:noFill/>
          </p:spPr>
          <p:txBody>
            <a:bodyPr vertOverflow="overflow" horzOverflow="overflow" vert="horz" wrap="square" lIns="91440" tIns="45720" rIns="91440" bIns="45720" numCol="1" spcCol="0" rtlCol="0" fromWordArt="0" anchor="t" anchorCtr="0" forceAA="0" upright="0" compatLnSpc="0">
              <a:spAutoFit/>
            </a:bodyPr>
            <a:p>
              <a:pPr>
                <a:defRPr/>
              </a:pPr>
              <a:r>
                <a:rPr lang="fr-FR" sz="2200" b="1">
                  <a:solidFill>
                    <a:schemeClr val="tx1"/>
                  </a:solidFill>
                  <a:latin typeface="CMU Serif"/>
                  <a:ea typeface="CMU Serif"/>
                  <a:cs typeface="CMU Serif"/>
                </a:rPr>
                <a:t>= Entanglement</a:t>
              </a:r>
              <a:endParaRPr lang="fr-FR" sz="2200" b="1">
                <a:solidFill>
                  <a:schemeClr val="tx1"/>
                </a:solidFill>
                <a:latin typeface="CMU Serif"/>
                <a:ea typeface="CMU Serif"/>
                <a:cs typeface="CMU Serif"/>
              </a:endParaRPr>
            </a:p>
          </p:txBody>
        </p:sp>
      </p:grpSp>
      <p:grpSp>
        <p:nvGrpSpPr>
          <p:cNvPr id="1682798440" name=""/>
          <p:cNvGrpSpPr/>
          <p:nvPr/>
        </p:nvGrpSpPr>
        <p:grpSpPr bwMode="auto">
          <a:xfrm>
            <a:off x="6878675" y="3832256"/>
            <a:ext cx="14526602" cy="3461573"/>
            <a:chOff x="0" y="0"/>
            <a:chExt cx="14526602" cy="3461573"/>
          </a:xfrm>
        </p:grpSpPr>
        <p:grpSp>
          <p:nvGrpSpPr>
            <p:cNvPr id="1491003039" name=""/>
            <p:cNvGrpSpPr/>
            <p:nvPr/>
          </p:nvGrpSpPr>
          <p:grpSpPr bwMode="auto">
            <a:xfrm rot="0" flipH="0" flipV="0">
              <a:off x="6555867" y="435762"/>
              <a:ext cx="3212269" cy="2294743"/>
              <a:chOff x="0" y="0"/>
              <a:chExt cx="3212269" cy="2294743"/>
            </a:xfrm>
          </p:grpSpPr>
          <p:cxnSp>
            <p:nvCxnSpPr>
              <p:cNvPr id="209936647" name=""/>
              <p:cNvCxnSpPr/>
              <p:nvPr/>
            </p:nvCxnSpPr>
            <p:spPr bwMode="auto">
              <a:xfrm rot="10800000" flipH="0" flipV="0">
                <a:off x="1252065" y="1179936"/>
                <a:ext cx="718360" cy="0"/>
              </a:xfrm>
              <a:prstGeom prst="line">
                <a:avLst/>
              </a:prstGeom>
              <a:ln w="38100" cap="flat" cmpd="sng" algn="ctr">
                <a:solidFill>
                  <a:schemeClr val="tx1"/>
                </a:solidFill>
                <a:prstDash val="solid"/>
                <a:miter lim="800000"/>
              </a:ln>
            </p:spPr>
            <p:style>
              <a:lnRef idx="1">
                <a:schemeClr val="accent1">
                  <a:shade val="50000"/>
                </a:schemeClr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grpSp>
            <p:nvGrpSpPr>
              <p:cNvPr id="72158560" name=""/>
              <p:cNvGrpSpPr/>
              <p:nvPr/>
            </p:nvGrpSpPr>
            <p:grpSpPr bwMode="auto">
              <a:xfrm rot="0" flipH="0" flipV="0">
                <a:off x="827498" y="457376"/>
                <a:ext cx="628718" cy="1837110"/>
                <a:chOff x="0" y="0"/>
                <a:chExt cx="628718" cy="1837110"/>
              </a:xfrm>
            </p:grpSpPr>
            <p:sp>
              <p:nvSpPr>
                <p:cNvPr id="45257188" name=""/>
                <p:cNvSpPr/>
                <p:nvPr/>
              </p:nvSpPr>
              <p:spPr bwMode="auto">
                <a:xfrm rot="0" flipH="0" flipV="0">
                  <a:off x="243095" y="631695"/>
                  <a:ext cx="181469" cy="181469"/>
                </a:xfrm>
                <a:prstGeom prst="ellipse">
                  <a:avLst/>
                </a:prstGeom>
                <a:solidFill>
                  <a:schemeClr val="tx1"/>
                </a:solidFill>
                <a:ln w="12700" cap="flat" cmpd="sng" algn="ctr">
                  <a:solidFill>
                    <a:schemeClr val="tx1"/>
                  </a:solidFill>
                  <a:prstDash val="solid"/>
                  <a:miter lim="800000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</p:sp>
            <p:cxnSp>
              <p:nvCxnSpPr>
                <p:cNvPr id="1485224911" name=""/>
                <p:cNvCxnSpPr/>
                <p:nvPr/>
              </p:nvCxnSpPr>
              <p:spPr bwMode="auto">
                <a:xfrm rot="5400000" flipH="0" flipV="1">
                  <a:off x="12871" y="315847"/>
                  <a:ext cx="631695" cy="0"/>
                </a:xfrm>
                <a:prstGeom prst="line">
                  <a:avLst/>
                </a:prstGeom>
                <a:ln w="38100" cap="flat" cmpd="sng" algn="ctr">
                  <a:solidFill>
                    <a:schemeClr val="tx1"/>
                  </a:solidFill>
                  <a:prstDash val="solid"/>
                  <a:miter lim="800000"/>
                </a:ln>
              </p:spPr>
              <p:style>
                <a:lnRef idx="1">
                  <a:schemeClr val="accent1">
                    <a:shade val="50000"/>
                  </a:schemeClr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084472742" name=""/>
                <p:cNvCxnSpPr/>
                <p:nvPr/>
              </p:nvCxnSpPr>
              <p:spPr bwMode="auto">
                <a:xfrm rot="16199998" flipH="0" flipV="0">
                  <a:off x="67687" y="1079309"/>
                  <a:ext cx="532286" cy="0"/>
                </a:xfrm>
                <a:prstGeom prst="line">
                  <a:avLst/>
                </a:prstGeom>
                <a:ln w="38100" cap="flat" cmpd="sng" algn="ctr">
                  <a:solidFill>
                    <a:schemeClr val="tx1"/>
                  </a:solidFill>
                  <a:prstDash val="solid"/>
                  <a:miter lim="800000"/>
                </a:ln>
              </p:spPr>
              <p:style>
                <a:lnRef idx="1">
                  <a:schemeClr val="accent1">
                    <a:shade val="50000"/>
                  </a:schemeClr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grpSp>
              <p:nvGrpSpPr>
                <p:cNvPr id="965460799" name=""/>
                <p:cNvGrpSpPr/>
                <p:nvPr/>
              </p:nvGrpSpPr>
              <p:grpSpPr bwMode="auto">
                <a:xfrm flipH="0" flipV="0">
                  <a:off x="0" y="1345452"/>
                  <a:ext cx="628718" cy="491658"/>
                  <a:chOff x="0" y="0"/>
                  <a:chExt cx="628718" cy="491658"/>
                </a:xfrm>
              </p:grpSpPr>
              <p:sp>
                <p:nvSpPr>
                  <p:cNvPr id="326553863" name=""/>
                  <p:cNvSpPr txBox="1"/>
                  <p:nvPr/>
                </p:nvSpPr>
                <p:spPr bwMode="auto">
                  <a:xfrm rot="0" flipH="0" flipV="0">
                    <a:off x="0" y="3619"/>
                    <a:ext cx="477778" cy="488039"/>
                  </a:xfrm>
                  <a:prstGeom prst="rect">
                    <a:avLst/>
                  </a:prstGeom>
                  <a:noFill/>
                </p:spPr>
                <p:txBody>
                  <a:bodyPr vertOverflow="overflow" horzOverflow="overflow" vert="horz" wrap="square" lIns="91440" tIns="45720" rIns="91440" bIns="45720" numCol="1" spcCol="0" rtlCol="0" fromWordArt="0" anchor="t" anchorCtr="0" forceAA="0" upright="0" compatLnSpc="0">
                    <a:spAutoFit/>
                  </a:bodyPr>
                  <a:p>
                    <a:pPr algn="ctr">
                      <a:defRPr/>
                    </a:pPr>
                    <mc:AlternateContent xmlns:mc="http://schemas.openxmlformats.org/markup-compatibility/2006" xmlns:m="http://schemas.openxmlformats.org/officeDocument/2006/math">
                      <mc:Choice xmlns:a14="http://schemas.microsoft.com/office/drawing/2010/main" Requires="a14">
                        <a14:m>
                          <m:oMathPara>
                            <m:oMathParaPr/>
                            <m:oMath>
                              <m:sSub>
                                <m:sSubPr>
                                  <m:ctrlPr>
                                    <a:rPr lang="fr-FR" sz="2600" b="1" i="1" u="none" strike="noStrike" cap="none" spc="0">
                                      <a:solidFill>
                                        <a:schemeClr val="tx1"/>
                                      </a:solidFill>
                                      <a:latin typeface="Cambria Math"/>
                                      <a:ea typeface="Cambria Math"/>
                                      <a:cs typeface="Cambria Math"/>
                                    </a:rPr>
                                  </m:ctrlPr>
                                </m:sSubPr>
                                <m:e>
                                  <m:r>
                                    <m:rPr>
                                      <m:sty m:val="bi"/>
                                    </m:rPr>
                                    <a:rPr lang="fr-FR" sz="2600" u="none" strike="noStrike" cap="none" spc="0">
                                      <a:solidFill>
                                        <a:schemeClr val="tx1"/>
                                      </a:solidFill>
                                      <a:latin typeface="Cambria Math"/>
                                      <a:ea typeface="Cambria Math"/>
                                      <a:cs typeface="Cambria Math"/>
                                    </a:rPr>
                                    <m:t>M</m:t>
                                  </m:r>
                                </m:e>
                                <m:sub>
                                  <m:r>
                                    <m:rPr>
                                      <m:sty m:val="bi"/>
                                    </m:rPr>
                                    <a:rPr lang="fr-FR" sz="2600" u="none" strike="noStrike" cap="none" spc="0">
                                      <a:solidFill>
                                        <a:schemeClr val="tx1"/>
                                      </a:solidFill>
                                      <a:latin typeface="Cambria Math"/>
                                      <a:ea typeface="Cambria Math"/>
                                      <a:cs typeface="Cambria Math"/>
                                    </a:rPr>
                                    <m:t>X</m:t>
                                  </m:r>
                                </m:sub>
                              </m:sSub>
                            </m:oMath>
                          </m:oMathPara>
                        </a14:m>
                      </mc:Choice>
                      <mc:Fallback/>
                    </mc:AlternateContent>
                    <a:endParaRPr sz="2600" b="1">
                      <a:latin typeface="CMU Serif"/>
                      <a:cs typeface="CMU Serif"/>
                    </a:endParaRPr>
                  </a:p>
                </p:txBody>
              </p:sp>
              <p:sp>
                <p:nvSpPr>
                  <p:cNvPr id="907833745" name=""/>
                  <p:cNvSpPr/>
                  <p:nvPr/>
                </p:nvSpPr>
                <p:spPr bwMode="auto">
                  <a:xfrm rot="0" flipH="0" flipV="0">
                    <a:off x="38943" y="0"/>
                    <a:ext cx="589777" cy="488672"/>
                  </a:xfrm>
                  <a:prstGeom prst="rect">
                    <a:avLst/>
                  </a:prstGeom>
                  <a:noFill/>
                  <a:ln w="28575" cap="flat" cmpd="sng" algn="ctr">
                    <a:solidFill>
                      <a:schemeClr val="tx1"/>
                    </a:solidFill>
                    <a:prstDash val="solid"/>
                    <a:miter lim="800000"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</p:sp>
            </p:grpSp>
          </p:grpSp>
          <p:sp>
            <p:nvSpPr>
              <p:cNvPr id="508684163" name=""/>
              <p:cNvSpPr/>
              <p:nvPr/>
            </p:nvSpPr>
            <p:spPr bwMode="auto">
              <a:xfrm rot="0" flipH="0" flipV="0">
                <a:off x="1970426" y="1089327"/>
                <a:ext cx="181469" cy="181469"/>
              </a:xfrm>
              <a:prstGeom prst="ellipse">
                <a:avLst/>
              </a:prstGeom>
              <a:solidFill>
                <a:schemeClr val="tx1"/>
              </a:solidFill>
              <a:ln w="12700" cap="flat" cmpd="sng" algn="ctr">
                <a:solidFill>
                  <a:schemeClr val="tx1"/>
                </a:solidFill>
                <a:prstDash val="solid"/>
                <a:miter lim="800000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</p:sp>
          <p:cxnSp>
            <p:nvCxnSpPr>
              <p:cNvPr id="1314814407" name=""/>
              <p:cNvCxnSpPr/>
              <p:nvPr/>
            </p:nvCxnSpPr>
            <p:spPr bwMode="auto">
              <a:xfrm rot="5400000" flipH="0" flipV="0">
                <a:off x="1745186" y="773352"/>
                <a:ext cx="631950" cy="0"/>
              </a:xfrm>
              <a:prstGeom prst="line">
                <a:avLst/>
              </a:prstGeom>
              <a:ln w="38100" cap="flat" cmpd="sng" algn="ctr">
                <a:solidFill>
                  <a:schemeClr val="tx1"/>
                </a:solidFill>
                <a:prstDash val="solid"/>
                <a:miter lim="800000"/>
              </a:ln>
            </p:spPr>
            <p:style>
              <a:lnRef idx="1">
                <a:schemeClr val="accent1">
                  <a:shade val="50000"/>
                </a:schemeClr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8772195" name=""/>
              <p:cNvCxnSpPr/>
              <p:nvPr/>
            </p:nvCxnSpPr>
            <p:spPr bwMode="auto">
              <a:xfrm rot="16199998" flipH="0" flipV="0">
                <a:off x="1795018" y="1536940"/>
                <a:ext cx="532285" cy="0"/>
              </a:xfrm>
              <a:prstGeom prst="line">
                <a:avLst/>
              </a:prstGeom>
              <a:ln w="38100" cap="flat" cmpd="sng" algn="ctr">
                <a:solidFill>
                  <a:schemeClr val="tx1"/>
                </a:solidFill>
                <a:prstDash val="solid"/>
                <a:miter lim="800000"/>
              </a:ln>
            </p:spPr>
            <p:style>
              <a:lnRef idx="1">
                <a:schemeClr val="accent1">
                  <a:shade val="50000"/>
                </a:schemeClr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grpSp>
            <p:nvGrpSpPr>
              <p:cNvPr id="1976074680" name=""/>
              <p:cNvGrpSpPr/>
              <p:nvPr/>
            </p:nvGrpSpPr>
            <p:grpSpPr bwMode="auto">
              <a:xfrm rot="0" flipH="0" flipV="0">
                <a:off x="1727329" y="1803084"/>
                <a:ext cx="628718" cy="491658"/>
                <a:chOff x="0" y="0"/>
                <a:chExt cx="628718" cy="491658"/>
              </a:xfrm>
            </p:grpSpPr>
            <p:sp>
              <p:nvSpPr>
                <p:cNvPr id="382696975" name=""/>
                <p:cNvSpPr txBox="1"/>
                <p:nvPr/>
              </p:nvSpPr>
              <p:spPr bwMode="auto">
                <a:xfrm rot="0" flipH="0" flipV="0">
                  <a:off x="0" y="3619"/>
                  <a:ext cx="478033" cy="488039"/>
                </a:xfrm>
                <a:prstGeom prst="rect">
                  <a:avLst/>
                </a:prstGeom>
                <a:noFill/>
              </p:spPr>
              <p:txBody>
                <a:bodyPr vertOverflow="overflow" horzOverflow="overflow" vert="horz" wrap="square" lIns="91440" tIns="45720" rIns="91440" bIns="45720" numCol="1" spcCol="0" rtlCol="0" fromWordArt="0" anchor="t" anchorCtr="0" forceAA="0" upright="0" compatLnSpc="0">
                  <a:spAutoFit/>
                </a:bodyPr>
                <a:p>
                  <a:pPr algn="ctr">
                    <a:defRPr/>
                  </a:pPr>
                  <mc:AlternateContent xmlns:mc="http://schemas.openxmlformats.org/markup-compatibility/2006" xmlns:m="http://schemas.openxmlformats.org/officeDocument/2006/math">
                    <mc:Choice xmlns:a14="http://schemas.microsoft.com/office/drawing/2010/main" Requires="a14">
                      <a14:m>
                        <m:oMathPara>
                          <m:oMathParaPr/>
                          <m:oMath>
                            <m:sSub>
                              <m:sSubPr>
                                <m:ctrlPr>
                                  <a:rPr lang="fr-FR" sz="2600" b="1" i="1" u="none" strike="noStrike" cap="none" spc="0">
                                    <a:solidFill>
                                      <a:schemeClr val="tx1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</m:ctrlPr>
                              </m:sSubPr>
                              <m:e>
                                <m:r>
                                  <m:rPr>
                                    <m:sty m:val="bi"/>
                                  </m:rPr>
                                  <a:rPr lang="fr-FR" sz="2600" u="none" strike="noStrike" cap="none" spc="0">
                                    <a:solidFill>
                                      <a:schemeClr val="tx1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M</m:t>
                                </m:r>
                              </m:e>
                              <m:sub>
                                <m:r>
                                  <m:rPr>
                                    <m:sty m:val="bi"/>
                                  </m:rPr>
                                  <a:rPr lang="fr-FR" sz="2600" u="none" strike="noStrike" cap="none" spc="0">
                                    <a:solidFill>
                                      <a:schemeClr val="tx1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X</m:t>
                                </m:r>
                              </m:sub>
                            </m:sSub>
                          </m:oMath>
                        </m:oMathPara>
                      </a14:m>
                    </mc:Choice>
                    <mc:Fallback/>
                  </mc:AlternateContent>
                  <a:endParaRPr sz="2600" b="1">
                    <a:latin typeface="CMU Serif"/>
                    <a:cs typeface="CMU Serif"/>
                  </a:endParaRPr>
                </a:p>
              </p:txBody>
            </p:sp>
            <p:sp>
              <p:nvSpPr>
                <p:cNvPr id="2122237855" name=""/>
                <p:cNvSpPr/>
                <p:nvPr/>
              </p:nvSpPr>
              <p:spPr bwMode="auto">
                <a:xfrm rot="0" flipH="0" flipV="0">
                  <a:off x="38943" y="0"/>
                  <a:ext cx="589776" cy="488671"/>
                </a:xfrm>
                <a:prstGeom prst="rect">
                  <a:avLst/>
                </a:prstGeom>
                <a:noFill/>
                <a:ln w="28575" cap="flat" cmpd="sng" algn="ctr">
                  <a:solidFill>
                    <a:schemeClr val="tx1"/>
                  </a:solidFill>
                  <a:prstDash val="solid"/>
                  <a:miter lim="800000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</p:sp>
          </p:grpSp>
          <p:sp>
            <p:nvSpPr>
              <p:cNvPr id="1930183193" name=""/>
              <p:cNvSpPr txBox="1"/>
              <p:nvPr/>
            </p:nvSpPr>
            <p:spPr bwMode="auto">
              <a:xfrm rot="0" flipH="0" flipV="0">
                <a:off x="1292351" y="675000"/>
                <a:ext cx="480580" cy="488039"/>
              </a:xfrm>
              <a:prstGeom prst="rect">
                <a:avLst/>
              </a:prstGeom>
              <a:noFill/>
            </p:spPr>
            <p:txBody>
              <a:bodyPr vertOverflow="overflow" horzOverflow="overflow" vert="horz" wrap="square" lIns="91440" tIns="45720" rIns="91440" bIns="45720" numCol="1" spcCol="0" rtlCol="0" fromWordArt="0" anchor="t" anchorCtr="0" forceAA="0" upright="0" compatLnSpc="0">
                <a:spAutoFit/>
              </a:bodyPr>
              <a:p>
                <a:pPr algn="ctr">
                  <a:defRPr/>
                </a:pPr>
                <mc:AlternateContent xmlns:mc="http://schemas.openxmlformats.org/markup-compatibility/2006" xmlns:m="http://schemas.openxmlformats.org/officeDocument/2006/math">
                  <mc:Choice xmlns:a14="http://schemas.microsoft.com/office/drawing/2010/main" Requires="a14">
                    <a14:m>
                      <m:oMathPara>
                        <m:oMathParaPr/>
                        <m:oMath>
                          <m:r>
                            <m:rPr>
                              <m:sty m:val="bi"/>
                            </m:rPr>
                            <a:rPr lang="fr-FR" sz="2600" u="none" strike="noStrike" cap="none" spc="0">
                              <a:solidFill>
                                <a:schemeClr val="tx1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CZ</m:t>
                          </m:r>
                        </m:oMath>
                      </m:oMathPara>
                    </a14:m>
                  </mc:Choice>
                  <mc:Fallback/>
                </mc:AlternateContent>
                <a:endParaRPr sz="2600" b="1">
                  <a:latin typeface="CMU Serif"/>
                  <a:cs typeface="CMU Serif"/>
                </a:endParaRPr>
              </a:p>
            </p:txBody>
          </p:sp>
          <p:sp>
            <p:nvSpPr>
              <p:cNvPr id="1286433182" name=""/>
              <p:cNvSpPr/>
              <p:nvPr/>
            </p:nvSpPr>
            <p:spPr bwMode="auto">
              <a:xfrm rot="0" flipH="0" flipV="0">
                <a:off x="2754892" y="0"/>
                <a:ext cx="457377" cy="457377"/>
              </a:xfrm>
              <a:prstGeom prst="ellipse">
                <a:avLst/>
              </a:prstGeom>
              <a:solidFill>
                <a:schemeClr val="bg1"/>
              </a:solidFill>
              <a:ln w="44450" cap="flat" cmpd="sng" algn="ctr">
                <a:solidFill>
                  <a:srgbClr val="000000"/>
                </a:solidFill>
                <a:prstDash val="sysDot"/>
                <a:miter lim="800000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</p:sp>
          <p:cxnSp>
            <p:nvCxnSpPr>
              <p:cNvPr id="854316108" name=""/>
              <p:cNvCxnSpPr/>
              <p:nvPr/>
            </p:nvCxnSpPr>
            <p:spPr bwMode="auto">
              <a:xfrm rot="10800000" flipH="0" flipV="0">
                <a:off x="2299998" y="228687"/>
                <a:ext cx="454893" cy="0"/>
              </a:xfrm>
              <a:prstGeom prst="line">
                <a:avLst/>
              </a:prstGeom>
              <a:ln w="38100" cap="flat" cmpd="sng" algn="ctr">
                <a:solidFill>
                  <a:schemeClr val="tx1"/>
                </a:solidFill>
                <a:prstDash val="solid"/>
                <a:miter lim="800000"/>
              </a:ln>
            </p:spPr>
            <p:style>
              <a:lnRef idx="1">
                <a:schemeClr val="accent1">
                  <a:shade val="50000"/>
                </a:schemeClr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475000429" name=""/>
              <p:cNvSpPr/>
              <p:nvPr/>
            </p:nvSpPr>
            <p:spPr bwMode="auto">
              <a:xfrm rot="0" flipH="0" flipV="0">
                <a:off x="1832473" y="0"/>
                <a:ext cx="457377" cy="457377"/>
              </a:xfrm>
              <a:prstGeom prst="ellipse">
                <a:avLst/>
              </a:prstGeom>
              <a:solidFill>
                <a:schemeClr val="bg1"/>
              </a:solidFill>
              <a:ln w="44450" cap="flat" cmpd="sng" algn="ctr">
                <a:solidFill>
                  <a:schemeClr val="tx1"/>
                </a:solidFill>
                <a:prstDash val="solid"/>
                <a:miter lim="800000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p>
                <a:pPr algn="ctr">
                  <a:defRPr/>
                </a:pPr>
                <a:endParaRPr/>
              </a:p>
            </p:txBody>
          </p:sp>
          <p:grpSp>
            <p:nvGrpSpPr>
              <p:cNvPr id="2083355767" name=""/>
              <p:cNvGrpSpPr/>
              <p:nvPr/>
            </p:nvGrpSpPr>
            <p:grpSpPr bwMode="auto">
              <a:xfrm rot="10800000" flipH="0" flipV="0">
                <a:off x="0" y="0"/>
                <a:ext cx="1379795" cy="457376"/>
                <a:chOff x="0" y="0"/>
                <a:chExt cx="1379795" cy="457376"/>
              </a:xfrm>
            </p:grpSpPr>
            <p:sp>
              <p:nvSpPr>
                <p:cNvPr id="1883425642" name=""/>
                <p:cNvSpPr/>
                <p:nvPr/>
              </p:nvSpPr>
              <p:spPr bwMode="auto">
                <a:xfrm rot="0" flipH="0" flipV="0">
                  <a:off x="922419" y="0"/>
                  <a:ext cx="457377" cy="457377"/>
                </a:xfrm>
                <a:prstGeom prst="ellipse">
                  <a:avLst/>
                </a:prstGeom>
                <a:solidFill>
                  <a:schemeClr val="bg1"/>
                </a:solidFill>
                <a:ln w="44450" cap="flat" cmpd="sng" algn="ctr">
                  <a:solidFill>
                    <a:srgbClr val="000000"/>
                  </a:solidFill>
                  <a:prstDash val="sysDot"/>
                  <a:miter lim="800000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</p:sp>
            <p:cxnSp>
              <p:nvCxnSpPr>
                <p:cNvPr id="188305902" name=""/>
                <p:cNvCxnSpPr/>
                <p:nvPr/>
              </p:nvCxnSpPr>
              <p:spPr bwMode="auto">
                <a:xfrm rot="10800000" flipH="0" flipV="0">
                  <a:off x="467523" y="228687"/>
                  <a:ext cx="454893" cy="0"/>
                </a:xfrm>
                <a:prstGeom prst="line">
                  <a:avLst/>
                </a:prstGeom>
                <a:ln w="38100" cap="flat" cmpd="sng" algn="ctr">
                  <a:solidFill>
                    <a:schemeClr val="tx1"/>
                  </a:solidFill>
                  <a:prstDash val="solid"/>
                  <a:miter lim="800000"/>
                </a:ln>
              </p:spPr>
              <p:style>
                <a:lnRef idx="1">
                  <a:schemeClr val="accent1">
                    <a:shade val="50000"/>
                  </a:schemeClr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sp>
              <p:nvSpPr>
                <p:cNvPr id="1505337369" name=""/>
                <p:cNvSpPr/>
                <p:nvPr/>
              </p:nvSpPr>
              <p:spPr bwMode="auto">
                <a:xfrm rot="0" flipH="0" flipV="0">
                  <a:off x="0" y="0"/>
                  <a:ext cx="457377" cy="457377"/>
                </a:xfrm>
                <a:prstGeom prst="ellipse">
                  <a:avLst/>
                </a:prstGeom>
                <a:solidFill>
                  <a:schemeClr val="bg1"/>
                </a:solidFill>
                <a:ln w="44450" cap="flat" cmpd="sng" algn="ctr">
                  <a:solidFill>
                    <a:schemeClr val="tx1"/>
                  </a:solidFill>
                  <a:prstDash val="solid"/>
                  <a:miter lim="800000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anchor="ctr"/>
                <a:p>
                  <a:pPr algn="ctr">
                    <a:defRPr/>
                  </a:pPr>
                  <a:endParaRPr/>
                </a:p>
              </p:txBody>
            </p:sp>
          </p:grpSp>
        </p:grpSp>
        <p:grpSp>
          <p:nvGrpSpPr>
            <p:cNvPr id="37379887" name=""/>
            <p:cNvGrpSpPr/>
            <p:nvPr/>
          </p:nvGrpSpPr>
          <p:grpSpPr bwMode="auto">
            <a:xfrm rot="0" flipH="0" flipV="0">
              <a:off x="232391" y="660861"/>
              <a:ext cx="4194554" cy="1400661"/>
              <a:chOff x="0" y="0"/>
              <a:chExt cx="4194554" cy="1400661"/>
            </a:xfrm>
          </p:grpSpPr>
          <p:sp>
            <p:nvSpPr>
              <p:cNvPr id="915773653" name=""/>
              <p:cNvSpPr/>
              <p:nvPr/>
            </p:nvSpPr>
            <p:spPr bwMode="auto">
              <a:xfrm rot="0" flipH="0" flipV="0">
                <a:off x="1289165" y="652273"/>
                <a:ext cx="646337" cy="646337"/>
              </a:xfrm>
              <a:prstGeom prst="ellipse">
                <a:avLst/>
              </a:prstGeom>
              <a:solidFill>
                <a:schemeClr val="bg1"/>
              </a:solidFill>
              <a:ln w="44450" cap="flat" cmpd="sng" algn="ctr">
                <a:solidFill>
                  <a:schemeClr val="tx1"/>
                </a:solidFill>
                <a:prstDash val="solid"/>
                <a:miter lim="800000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</p:sp>
          <p:sp>
            <p:nvSpPr>
              <p:cNvPr id="1295666278" name=""/>
              <p:cNvSpPr/>
              <p:nvPr/>
            </p:nvSpPr>
            <p:spPr bwMode="auto">
              <a:xfrm rot="0" flipH="0" flipV="0">
                <a:off x="1136908" y="536991"/>
                <a:ext cx="1898305" cy="863669"/>
              </a:xfrm>
              <a:prstGeom prst="flowChartAlternateProcess">
                <a:avLst/>
              </a:prstGeom>
              <a:noFill/>
              <a:ln w="57150" cap="flat" cmpd="sng" algn="ctr">
                <a:solidFill>
                  <a:schemeClr val="tx1"/>
                </a:solidFill>
                <a:prstDash val="dash"/>
                <a:miter lim="800000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p>
                <a:pPr algn="ctr">
                  <a:defRPr/>
                </a:pPr>
                <a:endParaRPr/>
              </a:p>
            </p:txBody>
          </p:sp>
          <p:sp>
            <p:nvSpPr>
              <p:cNvPr id="399993644" name=""/>
              <p:cNvSpPr txBox="1"/>
              <p:nvPr/>
            </p:nvSpPr>
            <p:spPr bwMode="auto">
              <a:xfrm rot="0" flipH="0" flipV="0">
                <a:off x="1095300" y="0"/>
                <a:ext cx="1983323" cy="488039"/>
              </a:xfrm>
              <a:prstGeom prst="rect">
                <a:avLst/>
              </a:prstGeom>
              <a:noFill/>
            </p:spPr>
            <p:txBody>
              <a:bodyPr vertOverflow="overflow" horzOverflow="overflow" vert="horz" wrap="square" lIns="91440" tIns="45720" rIns="91440" bIns="45720" numCol="1" spcCol="0" rtlCol="0" fromWordArt="0" anchor="t" anchorCtr="0" forceAA="0" upright="0" compatLnSpc="0">
                <a:spAutoFit/>
              </a:bodyPr>
              <a:p>
                <a:pPr algn="ctr">
                  <a:defRPr/>
                </a:pPr>
                <a:r>
                  <a:rPr lang="fr-FR" sz="2600" b="1">
                    <a:latin typeface="CMU Serif"/>
                    <a:ea typeface="CMU Serif"/>
                    <a:cs typeface="CMU Serif"/>
                  </a:rPr>
                  <a:t>BSM</a:t>
                </a:r>
                <a:endParaRPr sz="2600" b="1">
                  <a:latin typeface="CMU Serif"/>
                  <a:cs typeface="CMU Serif"/>
                </a:endParaRPr>
              </a:p>
            </p:txBody>
          </p:sp>
          <p:cxnSp>
            <p:nvCxnSpPr>
              <p:cNvPr id="1745280508" name=""/>
              <p:cNvCxnSpPr/>
              <p:nvPr/>
            </p:nvCxnSpPr>
            <p:spPr bwMode="auto">
              <a:xfrm rot="10800000" flipH="0" flipV="0">
                <a:off x="646335" y="975443"/>
                <a:ext cx="642828" cy="0"/>
              </a:xfrm>
              <a:prstGeom prst="line">
                <a:avLst/>
              </a:prstGeom>
              <a:ln w="38100" cap="flat" cmpd="sng" algn="ctr">
                <a:solidFill>
                  <a:schemeClr val="tx1"/>
                </a:solidFill>
                <a:prstDash val="solid"/>
                <a:miter lim="800000"/>
              </a:ln>
            </p:spPr>
            <p:style>
              <a:lnRef idx="1">
                <a:schemeClr val="accent1">
                  <a:shade val="50000"/>
                </a:schemeClr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403892996" name=""/>
              <p:cNvSpPr/>
              <p:nvPr/>
            </p:nvSpPr>
            <p:spPr bwMode="auto">
              <a:xfrm rot="0" flipH="0" flipV="0">
                <a:off x="0" y="652273"/>
                <a:ext cx="646337" cy="646337"/>
              </a:xfrm>
              <a:prstGeom prst="ellipse">
                <a:avLst/>
              </a:prstGeom>
              <a:solidFill>
                <a:schemeClr val="bg1"/>
              </a:solidFill>
              <a:ln w="44450" cap="flat" cmpd="sng" algn="ctr">
                <a:solidFill>
                  <a:srgbClr val="000000"/>
                </a:solidFill>
                <a:prstDash val="sysDot"/>
                <a:miter lim="800000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p>
                <a:pPr algn="ctr">
                  <a:defRPr/>
                </a:pPr>
                <a:endParaRPr/>
              </a:p>
            </p:txBody>
          </p:sp>
          <p:sp>
            <p:nvSpPr>
              <p:cNvPr id="1816905699" name=""/>
              <p:cNvSpPr/>
              <p:nvPr/>
            </p:nvSpPr>
            <p:spPr bwMode="auto">
              <a:xfrm rot="0" flipH="0" flipV="0">
                <a:off x="3548217" y="652273"/>
                <a:ext cx="646337" cy="646337"/>
              </a:xfrm>
              <a:prstGeom prst="ellipse">
                <a:avLst/>
              </a:prstGeom>
              <a:solidFill>
                <a:schemeClr val="bg1"/>
              </a:solidFill>
              <a:ln w="44450" cap="flat" cmpd="sng" algn="ctr">
                <a:solidFill>
                  <a:srgbClr val="000000"/>
                </a:solidFill>
                <a:prstDash val="sysDot"/>
                <a:miter lim="800000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</p:sp>
          <p:cxnSp>
            <p:nvCxnSpPr>
              <p:cNvPr id="2111305849" name=""/>
              <p:cNvCxnSpPr/>
              <p:nvPr/>
            </p:nvCxnSpPr>
            <p:spPr bwMode="auto">
              <a:xfrm rot="10800000" flipH="0" flipV="0">
                <a:off x="2905389" y="975443"/>
                <a:ext cx="642827" cy="0"/>
              </a:xfrm>
              <a:prstGeom prst="line">
                <a:avLst/>
              </a:prstGeom>
              <a:ln w="38100" cap="flat" cmpd="sng" algn="ctr">
                <a:solidFill>
                  <a:schemeClr val="tx1"/>
                </a:solidFill>
                <a:prstDash val="solid"/>
                <a:miter lim="800000"/>
              </a:ln>
            </p:spPr>
            <p:style>
              <a:lnRef idx="1">
                <a:schemeClr val="accent1">
                  <a:shade val="50000"/>
                </a:schemeClr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35204925" name=""/>
              <p:cNvSpPr/>
              <p:nvPr/>
            </p:nvSpPr>
            <p:spPr bwMode="auto">
              <a:xfrm rot="0" flipH="0" flipV="0">
                <a:off x="2259050" y="652273"/>
                <a:ext cx="646337" cy="646337"/>
              </a:xfrm>
              <a:prstGeom prst="ellipse">
                <a:avLst/>
              </a:prstGeom>
              <a:solidFill>
                <a:schemeClr val="bg1"/>
              </a:solidFill>
              <a:ln w="44450" cap="flat" cmpd="sng" algn="ctr">
                <a:solidFill>
                  <a:schemeClr val="tx1"/>
                </a:solidFill>
                <a:prstDash val="solid"/>
                <a:miter lim="800000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p>
                <a:pPr algn="ctr">
                  <a:defRPr/>
                </a:pPr>
                <a:endParaRPr/>
              </a:p>
            </p:txBody>
          </p:sp>
        </p:grpSp>
        <p:cxnSp>
          <p:nvCxnSpPr>
            <p:cNvPr id="277183171" name=""/>
            <p:cNvCxnSpPr/>
            <p:nvPr/>
          </p:nvCxnSpPr>
          <p:spPr bwMode="auto">
            <a:xfrm rot="0" flipH="0" flipV="0">
              <a:off x="5006026" y="1651483"/>
              <a:ext cx="1362304" cy="0"/>
            </a:xfrm>
            <a:prstGeom prst="line">
              <a:avLst/>
            </a:prstGeom>
            <a:ln w="38100" cap="flat" cmpd="sng" algn="ctr">
              <a:solidFill>
                <a:schemeClr val="tx1"/>
              </a:solidFill>
              <a:prstDash val="solid"/>
              <a:miter lim="800000"/>
              <a:tailEnd type="arrow" len="med"/>
            </a:ln>
          </p:spPr>
          <p:style>
            <a:lnRef idx="1">
              <a:schemeClr val="accent1">
                <a:shade val="50000"/>
              </a:schemeClr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09090875" name=""/>
            <p:cNvSpPr txBox="1"/>
            <p:nvPr/>
          </p:nvSpPr>
          <p:spPr bwMode="auto">
            <a:xfrm rot="0" flipH="0" flipV="0">
              <a:off x="4967926" y="1104617"/>
              <a:ext cx="1432661" cy="488039"/>
            </a:xfrm>
            <a:prstGeom prst="rect">
              <a:avLst/>
            </a:prstGeom>
            <a:noFill/>
          </p:spPr>
          <p:txBody>
            <a:bodyPr vertOverflow="overflow" horzOverflow="overflow" vert="horz" wrap="square" lIns="91440" tIns="45720" rIns="91440" bIns="45720" numCol="1" spcCol="0" rtlCol="0" fromWordArt="0" anchor="t" anchorCtr="0" forceAA="0" upright="0" compatLnSpc="0">
              <a:spAutoFit/>
            </a:bodyPr>
            <a:p>
              <a:pPr algn="ctr">
                <a:defRPr/>
              </a:pPr>
              <a:r>
                <a:rPr lang="fr-FR" sz="2600" b="1">
                  <a:solidFill>
                    <a:srgbClr val="00FF73"/>
                  </a:solidFill>
                  <a:latin typeface="CMU Serif"/>
                  <a:ea typeface="CMU Serif"/>
                  <a:cs typeface="CMU Serif"/>
                </a:rPr>
                <a:t>Success</a:t>
              </a:r>
              <a:endParaRPr sz="2600" b="1">
                <a:solidFill>
                  <a:srgbClr val="00FF73"/>
                </a:solidFill>
                <a:latin typeface="CMU Serif"/>
                <a:cs typeface="CMU Serif"/>
              </a:endParaRPr>
            </a:p>
          </p:txBody>
        </p:sp>
        <p:sp>
          <p:nvSpPr>
            <p:cNvPr id="476090664" name=""/>
            <p:cNvSpPr txBox="1"/>
            <p:nvPr/>
          </p:nvSpPr>
          <p:spPr bwMode="auto">
            <a:xfrm rot="0" flipH="0" flipV="0">
              <a:off x="9743844" y="1214224"/>
              <a:ext cx="1435539" cy="823320"/>
            </a:xfrm>
            <a:prstGeom prst="rect">
              <a:avLst/>
            </a:prstGeom>
            <a:noFill/>
          </p:spPr>
          <p:txBody>
            <a:bodyPr vertOverflow="overflow" horzOverflow="overflow" vert="horz" wrap="square" lIns="91440" tIns="45720" rIns="91440" bIns="45720" numCol="1" spcCol="0" rtlCol="0" fromWordArt="0" anchor="t" anchorCtr="0" forceAA="0" upright="0" compatLnSpc="0">
              <a:spAutoFit/>
            </a:bodyPr>
            <a:p>
              <a:pPr algn="ctr">
                <a:defRPr/>
              </a:pPr>
              <a:r>
                <a:rPr lang="fr-FR" sz="4800" b="1">
                  <a:solidFill>
                    <a:schemeClr val="tx1"/>
                  </a:solidFill>
                  <a:latin typeface="CMU Serif"/>
                  <a:ea typeface="CMU Serif"/>
                  <a:cs typeface="CMU Serif"/>
                </a:rPr>
                <a:t>=</a:t>
              </a:r>
              <a:endParaRPr sz="4800" b="1">
                <a:solidFill>
                  <a:schemeClr val="tx1"/>
                </a:solidFill>
                <a:latin typeface="CMU Serif"/>
                <a:cs typeface="CMU Serif"/>
              </a:endParaRPr>
            </a:p>
          </p:txBody>
        </p:sp>
        <p:grpSp>
          <p:nvGrpSpPr>
            <p:cNvPr id="609976990" name=""/>
            <p:cNvGrpSpPr/>
            <p:nvPr/>
          </p:nvGrpSpPr>
          <p:grpSpPr bwMode="auto">
            <a:xfrm rot="0" flipH="0" flipV="0">
              <a:off x="11660318" y="1302715"/>
              <a:ext cx="2713756" cy="646336"/>
              <a:chOff x="0" y="0"/>
              <a:chExt cx="2713756" cy="646336"/>
            </a:xfrm>
          </p:grpSpPr>
          <p:sp>
            <p:nvSpPr>
              <p:cNvPr id="542542561" name=""/>
              <p:cNvSpPr/>
              <p:nvPr/>
            </p:nvSpPr>
            <p:spPr bwMode="auto">
              <a:xfrm rot="0" flipH="0" flipV="0">
                <a:off x="2067419" y="0"/>
                <a:ext cx="646337" cy="646337"/>
              </a:xfrm>
              <a:prstGeom prst="ellipse">
                <a:avLst/>
              </a:prstGeom>
              <a:solidFill>
                <a:schemeClr val="bg1"/>
              </a:solidFill>
              <a:ln w="44450" cap="flat" cmpd="sng" algn="ctr">
                <a:solidFill>
                  <a:srgbClr val="000000"/>
                </a:solidFill>
                <a:prstDash val="sysDot"/>
                <a:miter lim="800000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</p:sp>
          <p:sp>
            <p:nvSpPr>
              <p:cNvPr id="390393671" name=""/>
              <p:cNvSpPr/>
              <p:nvPr/>
            </p:nvSpPr>
            <p:spPr bwMode="auto">
              <a:xfrm rot="10800000" flipH="0" flipV="0">
                <a:off x="0" y="0"/>
                <a:ext cx="646337" cy="646337"/>
              </a:xfrm>
              <a:prstGeom prst="ellipse">
                <a:avLst/>
              </a:prstGeom>
              <a:solidFill>
                <a:schemeClr val="bg1"/>
              </a:solidFill>
              <a:ln w="44450" cap="flat" cmpd="sng" algn="ctr">
                <a:solidFill>
                  <a:srgbClr val="000000"/>
                </a:solidFill>
                <a:prstDash val="sysDot"/>
                <a:miter lim="800000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</p:sp>
          <p:cxnSp>
            <p:nvCxnSpPr>
              <p:cNvPr id="798033775" name=""/>
              <p:cNvCxnSpPr/>
              <p:nvPr/>
            </p:nvCxnSpPr>
            <p:spPr bwMode="auto">
              <a:xfrm rot="10800000" flipH="0" flipV="0">
                <a:off x="646336" y="323168"/>
                <a:ext cx="1421082" cy="0"/>
              </a:xfrm>
              <a:prstGeom prst="line">
                <a:avLst/>
              </a:prstGeom>
              <a:ln w="57150" cap="flat" cmpd="sng" algn="ctr">
                <a:solidFill>
                  <a:srgbClr val="00FF73"/>
                </a:solidFill>
                <a:prstDash val="solid"/>
                <a:miter lim="800000"/>
              </a:ln>
            </p:spPr>
            <p:style>
              <a:lnRef idx="1">
                <a:schemeClr val="accent1">
                  <a:shade val="50000"/>
                </a:schemeClr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1981843927" name=""/>
            <p:cNvSpPr txBox="1"/>
            <p:nvPr/>
          </p:nvSpPr>
          <p:spPr bwMode="auto">
            <a:xfrm rot="0" flipH="0" flipV="0">
              <a:off x="13878903" y="2245463"/>
              <a:ext cx="647699" cy="366119"/>
            </a:xfrm>
            <a:prstGeom prst="rect">
              <a:avLst/>
            </a:prstGeom>
            <a:noFill/>
          </p:spPr>
          <p:txBody>
            <a:bodyPr vertOverflow="overflow" horzOverflow="overflow" vert="horz" wrap="square" lIns="91440" tIns="45720" rIns="91440" bIns="45720" numCol="1" spcCol="0" rtlCol="0" fromWordArt="0" anchor="t" anchorCtr="0" forceAA="0" upright="0" compatLnSpc="0">
              <a:spAutoFit/>
            </a:bodyPr>
            <a:p>
              <a:pPr>
                <a:defRPr/>
              </a:pPr>
              <a:endParaRPr/>
            </a:p>
          </p:txBody>
        </p:sp>
        <p:sp>
          <p:nvSpPr>
            <p:cNvPr id="115748145" name=""/>
            <p:cNvSpPr txBox="1"/>
            <p:nvPr/>
          </p:nvSpPr>
          <p:spPr bwMode="auto">
            <a:xfrm rot="0" flipH="0" flipV="0">
              <a:off x="10515600" y="0"/>
              <a:ext cx="648059" cy="366119"/>
            </a:xfrm>
            <a:prstGeom prst="rect">
              <a:avLst/>
            </a:prstGeom>
            <a:noFill/>
          </p:spPr>
          <p:txBody>
            <a:bodyPr vertOverflow="overflow" horzOverflow="overflow" vert="horz" wrap="square" lIns="91440" tIns="45720" rIns="91440" bIns="45720" numCol="1" spcCol="0" rtlCol="0" fromWordArt="0" anchor="t" anchorCtr="0" forceAA="0" upright="0" compatLnSpc="0">
              <a:spAutoFit/>
            </a:bodyPr>
            <a:p>
              <a:pPr>
                <a:defRPr/>
              </a:pPr>
              <a:endParaRPr/>
            </a:p>
          </p:txBody>
        </p:sp>
        <p:sp>
          <p:nvSpPr>
            <p:cNvPr id="1778301759" name=""/>
            <p:cNvSpPr txBox="1"/>
            <p:nvPr/>
          </p:nvSpPr>
          <p:spPr bwMode="auto">
            <a:xfrm rot="0" flipH="0" flipV="0">
              <a:off x="0" y="781049"/>
              <a:ext cx="648419" cy="366119"/>
            </a:xfrm>
            <a:prstGeom prst="rect">
              <a:avLst/>
            </a:prstGeom>
            <a:noFill/>
          </p:spPr>
          <p:txBody>
            <a:bodyPr vertOverflow="overflow" horzOverflow="overflow" vert="horz" wrap="square" lIns="91440" tIns="45720" rIns="91440" bIns="45720" numCol="1" spcCol="0" rtlCol="0" fromWordArt="0" anchor="t" anchorCtr="0" forceAA="0" upright="0" compatLnSpc="0">
              <a:spAutoFit/>
            </a:bodyPr>
            <a:p>
              <a:pPr>
                <a:defRPr/>
              </a:pPr>
              <a:endParaRPr/>
            </a:p>
          </p:txBody>
        </p:sp>
        <p:sp>
          <p:nvSpPr>
            <p:cNvPr id="1075470405" name=""/>
            <p:cNvSpPr txBox="1"/>
            <p:nvPr/>
          </p:nvSpPr>
          <p:spPr bwMode="auto">
            <a:xfrm rot="0" flipH="0" flipV="0">
              <a:off x="2006209" y="2943053"/>
              <a:ext cx="711788" cy="518519"/>
            </a:xfrm>
            <a:prstGeom prst="rect">
              <a:avLst/>
            </a:prstGeom>
            <a:noFill/>
          </p:spPr>
          <p:txBody>
            <a:bodyPr vertOverflow="overflow" horzOverflow="overflow" vert="horz" wrap="square" lIns="91440" tIns="45720" rIns="91440" bIns="45720" numCol="1" spcCol="0" rtlCol="0" fromWordArt="0" anchor="t" anchorCtr="0" forceAA="0" upright="0" compatLnSpc="0">
              <a:spAutoFit/>
            </a:bodyPr>
            <a:p>
              <a:pPr algn="ctr">
                <a:defRPr/>
              </a:pPr>
              <a:r>
                <a:rPr lang="fr-FR" sz="2800" b="1">
                  <a:latin typeface="CMU Serif"/>
                  <a:ea typeface="CMU Serif"/>
                  <a:cs typeface="CMU Serif"/>
                </a:rPr>
                <a:t>(a)</a:t>
              </a:r>
              <a:endParaRPr sz="2800" b="1" i="0">
                <a:latin typeface="CMU Serif"/>
                <a:cs typeface="CMU Serif"/>
              </a:endParaRPr>
            </a:p>
          </p:txBody>
        </p:sp>
        <p:sp>
          <p:nvSpPr>
            <p:cNvPr id="291228878" name=""/>
            <p:cNvSpPr txBox="1"/>
            <p:nvPr/>
          </p:nvSpPr>
          <p:spPr bwMode="auto">
            <a:xfrm rot="0" flipH="0" flipV="0">
              <a:off x="7832265" y="2943053"/>
              <a:ext cx="772182" cy="518519"/>
            </a:xfrm>
            <a:prstGeom prst="rect">
              <a:avLst/>
            </a:prstGeom>
            <a:noFill/>
          </p:spPr>
          <p:txBody>
            <a:bodyPr vertOverflow="overflow" horzOverflow="overflow" vert="horz" wrap="square" lIns="91440" tIns="45720" rIns="91440" bIns="45720" numCol="1" spcCol="0" rtlCol="0" fromWordArt="0" anchor="t" anchorCtr="0" forceAA="0" upright="0" compatLnSpc="0">
              <a:spAutoFit/>
            </a:bodyPr>
            <a:p>
              <a:pPr algn="ctr">
                <a:defRPr/>
              </a:pPr>
              <a:r>
                <a:rPr lang="fr-FR" sz="2800" b="1">
                  <a:latin typeface="CMU Serif"/>
                  <a:ea typeface="CMU Serif"/>
                  <a:cs typeface="CMU Serif"/>
                </a:rPr>
                <a:t>(b)</a:t>
              </a:r>
              <a:endParaRPr sz="2800" b="1" i="0">
                <a:latin typeface="CMU Serif"/>
                <a:cs typeface="CMU Serif"/>
              </a:endParaRPr>
            </a:p>
          </p:txBody>
        </p:sp>
        <p:sp>
          <p:nvSpPr>
            <p:cNvPr id="1381974184" name=""/>
            <p:cNvSpPr txBox="1"/>
            <p:nvPr/>
          </p:nvSpPr>
          <p:spPr bwMode="auto">
            <a:xfrm rot="0" flipH="0" flipV="0">
              <a:off x="12647644" y="2943053"/>
              <a:ext cx="739828" cy="518519"/>
            </a:xfrm>
            <a:prstGeom prst="rect">
              <a:avLst/>
            </a:prstGeom>
            <a:noFill/>
          </p:spPr>
          <p:txBody>
            <a:bodyPr vertOverflow="overflow" horzOverflow="overflow" vert="horz" wrap="square" lIns="91440" tIns="45720" rIns="91440" bIns="45720" numCol="1" spcCol="0" rtlCol="0" fromWordArt="0" anchor="t" anchorCtr="0" forceAA="0" upright="0" compatLnSpc="0">
              <a:spAutoFit/>
            </a:bodyPr>
            <a:p>
              <a:pPr algn="ctr">
                <a:defRPr/>
              </a:pPr>
              <a:r>
                <a:rPr lang="fr-FR" sz="2800" b="1">
                  <a:latin typeface="CMU Serif"/>
                  <a:ea typeface="CMU Serif"/>
                  <a:cs typeface="CMU Serif"/>
                </a:rPr>
                <a:t>(c)</a:t>
              </a:r>
              <a:endParaRPr sz="2800" b="1" i="0">
                <a:latin typeface="CMU Serif"/>
                <a:cs typeface="CMU Serif"/>
              </a:endParaRPr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grpSp>
        <p:nvGrpSpPr>
          <p:cNvPr id="1927513618" name=""/>
          <p:cNvGrpSpPr/>
          <p:nvPr/>
        </p:nvGrpSpPr>
        <p:grpSpPr bwMode="auto">
          <a:xfrm rot="0" flipH="0" flipV="0">
            <a:off x="4905092" y="2579314"/>
            <a:ext cx="19142209" cy="5708487"/>
            <a:chOff x="0" y="0"/>
            <a:chExt cx="19142209" cy="5708487"/>
          </a:xfrm>
        </p:grpSpPr>
        <p:grpSp>
          <p:nvGrpSpPr>
            <p:cNvPr id="1376433507" name=""/>
            <p:cNvGrpSpPr/>
            <p:nvPr/>
          </p:nvGrpSpPr>
          <p:grpSpPr bwMode="auto">
            <a:xfrm rot="0" flipH="0" flipV="0">
              <a:off x="0" y="0"/>
              <a:ext cx="9036463" cy="5249811"/>
              <a:chOff x="0" y="0"/>
              <a:chExt cx="9036463" cy="5249811"/>
            </a:xfrm>
          </p:grpSpPr>
          <p:sp>
            <p:nvSpPr>
              <p:cNvPr id="1966787737" name=""/>
              <p:cNvSpPr/>
              <p:nvPr/>
            </p:nvSpPr>
            <p:spPr bwMode="auto">
              <a:xfrm rot="5400000" flipH="0" flipV="0">
                <a:off x="1939032" y="-510429"/>
                <a:ext cx="220570" cy="3246900"/>
              </a:xfrm>
              <a:prstGeom prst="leftBrace">
                <a:avLst>
                  <a:gd name="adj1" fmla="val 101801"/>
                  <a:gd name="adj2" fmla="val 50000"/>
                </a:avLst>
              </a:prstGeom>
              <a:ln w="38100" cap="flat" cmpd="sng" algn="ctr">
                <a:solidFill>
                  <a:schemeClr val="tx1"/>
                </a:solidFill>
                <a:prstDash val="solid"/>
                <a:miter lim="800000"/>
              </a:ln>
            </p:spPr>
            <p:style>
              <a:lnRef idx="1">
                <a:schemeClr val="accent1">
                  <a:shade val="50000"/>
                </a:schemeClr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sp>
          <p:sp>
            <p:nvSpPr>
              <p:cNvPr id="273528211" name=""/>
              <p:cNvSpPr/>
              <p:nvPr/>
            </p:nvSpPr>
            <p:spPr bwMode="auto">
              <a:xfrm rot="5400000" flipH="0" flipV="0">
                <a:off x="7332503" y="-480654"/>
                <a:ext cx="220570" cy="3187350"/>
              </a:xfrm>
              <a:prstGeom prst="leftBrace">
                <a:avLst>
                  <a:gd name="adj1" fmla="val 101801"/>
                  <a:gd name="adj2" fmla="val 50000"/>
                </a:avLst>
              </a:prstGeom>
              <a:ln w="38100" cap="flat" cmpd="sng" algn="ctr">
                <a:solidFill>
                  <a:schemeClr val="tx1"/>
                </a:solidFill>
                <a:prstDash val="solid"/>
                <a:miter lim="800000"/>
              </a:ln>
            </p:spPr>
            <p:style>
              <a:lnRef idx="1">
                <a:schemeClr val="accent1">
                  <a:shade val="50000"/>
                </a:schemeClr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anchor="ctr"/>
              <a:p>
                <a:pPr algn="ctr">
                  <a:defRPr/>
                </a:pPr>
                <a:endParaRPr/>
              </a:p>
            </p:txBody>
          </p:sp>
          <p:sp>
            <p:nvSpPr>
              <p:cNvPr id="1331193556" name=""/>
              <p:cNvSpPr txBox="1"/>
              <p:nvPr/>
            </p:nvSpPr>
            <p:spPr bwMode="auto">
              <a:xfrm rot="0" flipH="0" flipV="0">
                <a:off x="6044963" y="0"/>
                <a:ext cx="2717670" cy="885225"/>
              </a:xfrm>
              <a:prstGeom prst="rect">
                <a:avLst/>
              </a:prstGeom>
              <a:noFill/>
            </p:spPr>
            <p:txBody>
              <a:bodyPr vertOverflow="overflow" horzOverflow="overflow" vert="horz" wrap="square" lIns="91440" tIns="45720" rIns="91440" bIns="45720" numCol="1" spcCol="0" rtlCol="0" fromWordArt="0" anchor="t" anchorCtr="0" forceAA="0" upright="0" compatLnSpc="0">
                <a:spAutoFit/>
              </a:bodyPr>
              <a:p>
                <a:pPr algn="ctr">
                  <a:defRPr/>
                </a:pPr>
                <a:r>
                  <a:rPr lang="fr-FR" sz="2600" b="1">
                    <a:latin typeface="CMU Serif"/>
                    <a:ea typeface="CMU Serif"/>
                    <a:cs typeface="CMU Serif"/>
                  </a:rPr>
                  <a:t>Right partition (</a:t>
                </a:r>
                <a:r>
                  <a:rPr lang="fr-FR" sz="2600" b="1" i="1" u="none" strike="noStrike" cap="none" spc="0">
                    <a:solidFill>
                      <a:schemeClr val="tx1"/>
                    </a:solidFill>
                    <a:latin typeface="CMU Serif"/>
                    <a:ea typeface="CMU Serif"/>
                    <a:cs typeface="CMU Serif"/>
                  </a:rPr>
                  <a:t>m</a:t>
                </a:r>
                <a:r>
                  <a:rPr lang="fr-FR" sz="2600" b="1" i="0" u="none" strike="noStrike" cap="none" spc="0">
                    <a:solidFill>
                      <a:schemeClr val="tx1"/>
                    </a:solidFill>
                    <a:latin typeface="CMU Serif"/>
                    <a:ea typeface="CMU Serif"/>
                    <a:cs typeface="CMU Serif"/>
                  </a:rPr>
                  <a:t> arms)</a:t>
                </a:r>
                <a:endParaRPr sz="2600" b="1" i="0">
                  <a:latin typeface="CMU Serif"/>
                  <a:cs typeface="CMU Serif"/>
                </a:endParaRPr>
              </a:p>
            </p:txBody>
          </p:sp>
          <p:sp>
            <p:nvSpPr>
              <p:cNvPr id="2058690935" name=""/>
              <p:cNvSpPr txBox="1"/>
              <p:nvPr/>
            </p:nvSpPr>
            <p:spPr bwMode="auto">
              <a:xfrm rot="0" flipH="0" flipV="0">
                <a:off x="604287" y="0"/>
                <a:ext cx="2920512" cy="885225"/>
              </a:xfrm>
              <a:prstGeom prst="rect">
                <a:avLst/>
              </a:prstGeom>
              <a:noFill/>
            </p:spPr>
            <p:txBody>
              <a:bodyPr vertOverflow="overflow" horzOverflow="overflow" vert="horz" wrap="square" lIns="91440" tIns="45720" rIns="91440" bIns="45720" numCol="1" spcCol="0" rtlCol="0" fromWordArt="0" anchor="t" anchorCtr="0" forceAA="0" upright="0" compatLnSpc="0">
                <a:spAutoFit/>
              </a:bodyPr>
              <a:p>
                <a:pPr algn="ctr">
                  <a:defRPr/>
                </a:pPr>
                <a:r>
                  <a:rPr lang="fr-FR" sz="2600" b="1" i="0" u="none" strike="noStrike" cap="none" spc="0">
                    <a:solidFill>
                      <a:schemeClr val="tx1"/>
                    </a:solidFill>
                    <a:latin typeface="CMU Serif"/>
                    <a:ea typeface="CMU Serif"/>
                    <a:cs typeface="CMU Serif"/>
                  </a:rPr>
                  <a:t>Left partition</a:t>
                </a:r>
                <a:br>
                  <a:rPr lang="fr-FR" sz="2600" b="1" i="0" u="none" strike="noStrike" cap="none" spc="0">
                    <a:solidFill>
                      <a:schemeClr val="tx1"/>
                    </a:solidFill>
                    <a:latin typeface="CMU Serif"/>
                    <a:ea typeface="CMU Serif"/>
                    <a:cs typeface="CMU Serif"/>
                  </a:rPr>
                </a:br>
                <a:r>
                  <a:rPr lang="fr-FR" sz="2600" b="1" i="0" u="none" strike="noStrike" cap="none" spc="0">
                    <a:solidFill>
                      <a:schemeClr val="tx1"/>
                    </a:solidFill>
                    <a:latin typeface="CMU Serif"/>
                    <a:ea typeface="CMU Serif"/>
                    <a:cs typeface="CMU Serif"/>
                  </a:rPr>
                  <a:t>(</a:t>
                </a:r>
                <a:r>
                  <a:rPr lang="fr-FR" sz="2600" b="1" i="1" u="none" strike="noStrike" cap="none" spc="0">
                    <a:solidFill>
                      <a:schemeClr val="tx1"/>
                    </a:solidFill>
                    <a:latin typeface="CMU Serif"/>
                    <a:ea typeface="CMU Serif"/>
                    <a:cs typeface="CMU Serif"/>
                  </a:rPr>
                  <a:t>m</a:t>
                </a:r>
                <a:r>
                  <a:rPr lang="fr-FR" sz="2600" b="1" i="0" u="none" strike="noStrike" cap="none" spc="0">
                    <a:solidFill>
                      <a:schemeClr val="tx1"/>
                    </a:solidFill>
                    <a:latin typeface="CMU Serif"/>
                    <a:ea typeface="CMU Serif"/>
                    <a:cs typeface="CMU Serif"/>
                  </a:rPr>
                  <a:t> arms)</a:t>
                </a:r>
                <a:endParaRPr sz="2600" b="1" i="0">
                  <a:latin typeface="CMU Serif"/>
                  <a:cs typeface="CMU Serif"/>
                </a:endParaRPr>
              </a:p>
            </p:txBody>
          </p:sp>
          <p:sp>
            <p:nvSpPr>
              <p:cNvPr id="1996078490" name=""/>
              <p:cNvSpPr txBox="1"/>
              <p:nvPr/>
            </p:nvSpPr>
            <p:spPr bwMode="auto">
              <a:xfrm rot="0" flipH="0" flipV="0">
                <a:off x="1745442" y="4304549"/>
                <a:ext cx="2764327" cy="884279"/>
              </a:xfrm>
              <a:prstGeom prst="rect">
                <a:avLst/>
              </a:prstGeom>
              <a:noFill/>
            </p:spPr>
            <p:txBody>
              <a:bodyPr vertOverflow="overflow" horzOverflow="overflow" vert="horz" wrap="square" lIns="91440" tIns="45720" rIns="91440" bIns="45720" numCol="1" spcCol="0" rtlCol="0" fromWordArt="0" anchor="t" anchorCtr="0" forceAA="0" upright="0" compatLnSpc="0">
                <a:spAutoFit/>
              </a:bodyPr>
              <a:p>
                <a:pPr algn="ctr">
                  <a:defRPr/>
                </a:pPr>
                <a:r>
                  <a:rPr lang="fr-FR" sz="2600" b="1" i="0">
                    <a:solidFill>
                      <a:srgbClr val="F0BB1A"/>
                    </a:solidFill>
                    <a:latin typeface="CMU Serif"/>
                    <a:ea typeface="CMU Serif"/>
                    <a:cs typeface="CMU Serif"/>
                  </a:rPr>
                  <a:t>I</a:t>
                </a:r>
                <a:r>
                  <a:rPr lang="fr-FR" sz="2600" b="1">
                    <a:solidFill>
                      <a:srgbClr val="F0BB1A"/>
                    </a:solidFill>
                    <a:latin typeface="CMU Serif"/>
                    <a:ea typeface="CMU Serif"/>
                    <a:cs typeface="CMU Serif"/>
                  </a:rPr>
                  <a:t>nner qubits</a:t>
                </a:r>
                <a:endParaRPr sz="2600" b="1">
                  <a:solidFill>
                    <a:srgbClr val="F0BB1A"/>
                  </a:solidFill>
                  <a:latin typeface="CMU Serif"/>
                  <a:cs typeface="CMU Serif"/>
                </a:endParaRPr>
              </a:p>
              <a:p>
                <a:pPr algn="ctr">
                  <a:defRPr/>
                </a:pPr>
                <a:r>
                  <a:rPr lang="fr-FR" sz="2600" b="1">
                    <a:solidFill>
                      <a:srgbClr val="F0BB1A"/>
                    </a:solidFill>
                    <a:latin typeface="CMU Serif"/>
                    <a:cs typeface="CMU Serif"/>
                  </a:rPr>
                  <a:t>(Tree-encoded)</a:t>
                </a:r>
                <a:endParaRPr sz="2600" b="1">
                  <a:solidFill>
                    <a:srgbClr val="F0BB1A"/>
                  </a:solidFill>
                  <a:latin typeface="CMU Serif"/>
                  <a:cs typeface="CMU Serif"/>
                </a:endParaRPr>
              </a:p>
            </p:txBody>
          </p:sp>
          <p:sp>
            <p:nvSpPr>
              <p:cNvPr id="1333522289" name=""/>
              <p:cNvSpPr txBox="1"/>
              <p:nvPr/>
            </p:nvSpPr>
            <p:spPr bwMode="auto">
              <a:xfrm rot="0" flipH="0" flipV="0">
                <a:off x="0" y="4365532"/>
                <a:ext cx="1621240" cy="884279"/>
              </a:xfrm>
              <a:prstGeom prst="rect">
                <a:avLst/>
              </a:prstGeom>
              <a:noFill/>
            </p:spPr>
            <p:txBody>
              <a:bodyPr vertOverflow="overflow" horzOverflow="overflow" vert="horz" wrap="square" lIns="91440" tIns="45720" rIns="91440" bIns="45720" numCol="1" spcCol="0" rtlCol="0" fromWordArt="0" anchor="t" anchorCtr="0" forceAA="0" upright="0" compatLnSpc="0">
                <a:spAutoFit/>
              </a:bodyPr>
              <a:p>
                <a:pPr algn="ctr">
                  <a:defRPr/>
                </a:pPr>
                <a:r>
                  <a:rPr lang="fr-FR" sz="2600" b="1" i="0">
                    <a:solidFill>
                      <a:srgbClr val="FF4C4C"/>
                    </a:solidFill>
                    <a:latin typeface="CMU Serif"/>
                    <a:ea typeface="CMU Serif"/>
                    <a:cs typeface="CMU Serif"/>
                  </a:rPr>
                  <a:t>Outer </a:t>
                </a:r>
                <a:r>
                  <a:rPr lang="fr-FR" sz="2600" b="1">
                    <a:solidFill>
                      <a:srgbClr val="FF4C4C"/>
                    </a:solidFill>
                    <a:latin typeface="CMU Serif"/>
                    <a:ea typeface="CMU Serif"/>
                    <a:cs typeface="CMU Serif"/>
                  </a:rPr>
                  <a:t>qubits</a:t>
                </a:r>
                <a:endParaRPr sz="2600" b="1">
                  <a:solidFill>
                    <a:srgbClr val="FFD34F"/>
                  </a:solidFill>
                  <a:latin typeface="CMU Serif"/>
                  <a:cs typeface="CMU Serif"/>
                </a:endParaRPr>
              </a:p>
            </p:txBody>
          </p:sp>
          <p:grpSp>
            <p:nvGrpSpPr>
              <p:cNvPr id="1424076719" name=""/>
              <p:cNvGrpSpPr/>
              <p:nvPr/>
            </p:nvGrpSpPr>
            <p:grpSpPr bwMode="auto">
              <a:xfrm rot="0" flipH="0" flipV="0">
                <a:off x="509945" y="1173739"/>
                <a:ext cx="8417993" cy="3368270"/>
                <a:chOff x="0" y="0"/>
                <a:chExt cx="8417993" cy="3368270"/>
              </a:xfrm>
            </p:grpSpPr>
            <p:cxnSp>
              <p:nvCxnSpPr>
                <p:cNvPr id="1597329617" name=""/>
                <p:cNvCxnSpPr/>
                <p:nvPr/>
              </p:nvCxnSpPr>
              <p:spPr bwMode="auto">
                <a:xfrm rot="0" flipH="0" flipV="0">
                  <a:off x="4203369" y="0"/>
                  <a:ext cx="0" cy="3368271"/>
                </a:xfrm>
                <a:prstGeom prst="line">
                  <a:avLst/>
                </a:prstGeom>
                <a:ln w="38100" cap="flat" cmpd="sng" algn="ctr">
                  <a:solidFill>
                    <a:srgbClr val="AEABAB"/>
                  </a:solidFill>
                  <a:prstDash val="sysDash"/>
                  <a:miter lim="800000"/>
                </a:ln>
              </p:spPr>
              <p:style>
                <a:lnRef idx="1">
                  <a:schemeClr val="accent1">
                    <a:shade val="50000"/>
                  </a:schemeClr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grpSp>
              <p:nvGrpSpPr>
                <p:cNvPr id="1899241909" name=""/>
                <p:cNvGrpSpPr/>
                <p:nvPr/>
              </p:nvGrpSpPr>
              <p:grpSpPr bwMode="auto">
                <a:xfrm>
                  <a:off x="0" y="139952"/>
                  <a:ext cx="8417993" cy="2956509"/>
                  <a:chOff x="0" y="0"/>
                  <a:chExt cx="8417993" cy="2956509"/>
                </a:xfrm>
              </p:grpSpPr>
              <p:grpSp>
                <p:nvGrpSpPr>
                  <p:cNvPr id="687211956" name=""/>
                  <p:cNvGrpSpPr/>
                  <p:nvPr/>
                </p:nvGrpSpPr>
                <p:grpSpPr bwMode="auto">
                  <a:xfrm rot="0" flipH="0" flipV="0">
                    <a:off x="0" y="0"/>
                    <a:ext cx="8417993" cy="2956509"/>
                    <a:chOff x="0" y="0"/>
                    <a:chExt cx="8417993" cy="2956509"/>
                  </a:xfrm>
                </p:grpSpPr>
                <p:grpSp>
                  <p:nvGrpSpPr>
                    <p:cNvPr id="1906055831" name=""/>
                    <p:cNvGrpSpPr/>
                    <p:nvPr/>
                  </p:nvGrpSpPr>
                  <p:grpSpPr bwMode="auto">
                    <a:xfrm rot="0" flipH="0" flipV="0">
                      <a:off x="2431908" y="366339"/>
                      <a:ext cx="3554183" cy="2231694"/>
                      <a:chOff x="0" y="0"/>
                      <a:chExt cx="3554183" cy="2231694"/>
                    </a:xfrm>
                  </p:grpSpPr>
                  <p:cxnSp>
                    <p:nvCxnSpPr>
                      <p:cNvPr id="898447068" name=""/>
                      <p:cNvCxnSpPr/>
                      <p:nvPr/>
                    </p:nvCxnSpPr>
                    <p:spPr bwMode="auto">
                      <a:xfrm rot="0" flipH="0" flipV="0">
                        <a:off x="0" y="1119780"/>
                        <a:ext cx="3554184" cy="0"/>
                      </a:xfrm>
                      <a:prstGeom prst="line">
                        <a:avLst/>
                      </a:prstGeom>
                      <a:ln w="38100" cap="flat" cmpd="sng" algn="ctr">
                        <a:solidFill>
                          <a:srgbClr val="000000"/>
                        </a:solidFill>
                        <a:prstDash val="solid"/>
                        <a:miter lim="800000"/>
                      </a:ln>
                    </p:spPr>
                    <p:style>
                      <a:lnRef idx="1">
                        <a:schemeClr val="accent1">
                          <a:shade val="50000"/>
                        </a:schemeClr>
                      </a:lnRef>
                      <a:fillRef idx="0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tx1"/>
                      </a:fontRef>
                    </p:style>
                  </p:cxnSp>
                  <p:cxnSp>
                    <p:nvCxnSpPr>
                      <p:cNvPr id="2065668706" name=""/>
                      <p:cNvCxnSpPr/>
                      <p:nvPr/>
                    </p:nvCxnSpPr>
                    <p:spPr bwMode="auto">
                      <a:xfrm rot="0" flipH="0" flipV="0">
                        <a:off x="596619" y="0"/>
                        <a:ext cx="2957562" cy="1127648"/>
                      </a:xfrm>
                      <a:prstGeom prst="line">
                        <a:avLst/>
                      </a:prstGeom>
                      <a:ln w="38100" cap="flat" cmpd="sng" algn="ctr">
                        <a:solidFill>
                          <a:srgbClr val="000000"/>
                        </a:solidFill>
                        <a:prstDash val="solid"/>
                        <a:miter lim="800000"/>
                      </a:ln>
                    </p:spPr>
                    <p:style>
                      <a:lnRef idx="1">
                        <a:schemeClr val="accent1">
                          <a:shade val="50000"/>
                        </a:schemeClr>
                      </a:lnRef>
                      <a:fillRef idx="0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tx1"/>
                      </a:fontRef>
                    </p:style>
                  </p:cxnSp>
                  <p:cxnSp>
                    <p:nvCxnSpPr>
                      <p:cNvPr id="1859642567" name=""/>
                      <p:cNvCxnSpPr>
                        <a:stCxn id="1762016002" idx="6"/>
                        <a:endCxn id="612432061" idx="6"/>
                      </p:cNvCxnSpPr>
                      <p:nvPr/>
                    </p:nvCxnSpPr>
                    <p:spPr bwMode="auto">
                      <a:xfrm rot="0" flipH="0" flipV="0">
                        <a:off x="0" y="1111908"/>
                        <a:ext cx="2957563" cy="1111912"/>
                      </a:xfrm>
                      <a:prstGeom prst="line">
                        <a:avLst/>
                      </a:prstGeom>
                      <a:ln w="38100" cap="flat" cmpd="sng" algn="ctr">
                        <a:solidFill>
                          <a:srgbClr val="000000"/>
                        </a:solidFill>
                        <a:prstDash val="solid"/>
                        <a:miter lim="800000"/>
                      </a:ln>
                    </p:spPr>
                    <p:style>
                      <a:lnRef idx="1">
                        <a:schemeClr val="accent1">
                          <a:shade val="50000"/>
                        </a:schemeClr>
                      </a:lnRef>
                      <a:fillRef idx="0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tx1"/>
                      </a:fontRef>
                    </p:style>
                  </p:cxnSp>
                  <p:cxnSp>
                    <p:nvCxnSpPr>
                      <p:cNvPr id="1510694466" name=""/>
                      <p:cNvCxnSpPr/>
                      <p:nvPr/>
                    </p:nvCxnSpPr>
                    <p:spPr bwMode="auto">
                      <a:xfrm rot="0" flipH="0" flipV="0">
                        <a:off x="596619" y="2231694"/>
                        <a:ext cx="2360944" cy="0"/>
                      </a:xfrm>
                      <a:prstGeom prst="line">
                        <a:avLst/>
                      </a:prstGeom>
                      <a:ln w="38100" cap="flat" cmpd="sng" algn="ctr">
                        <a:solidFill>
                          <a:srgbClr val="000000"/>
                        </a:solidFill>
                        <a:prstDash val="solid"/>
                        <a:miter lim="800000"/>
                      </a:ln>
                    </p:spPr>
                    <p:style>
                      <a:lnRef idx="1">
                        <a:schemeClr val="accent1">
                          <a:shade val="50000"/>
                        </a:schemeClr>
                      </a:lnRef>
                      <a:fillRef idx="0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tx1"/>
                      </a:fontRef>
                    </p:style>
                  </p:cxnSp>
                  <p:cxnSp>
                    <p:nvCxnSpPr>
                      <p:cNvPr id="2032889775" name=""/>
                      <p:cNvCxnSpPr/>
                      <p:nvPr/>
                    </p:nvCxnSpPr>
                    <p:spPr bwMode="auto">
                      <a:xfrm rot="0" flipH="0" flipV="0">
                        <a:off x="596619" y="7866"/>
                        <a:ext cx="2360943" cy="0"/>
                      </a:xfrm>
                      <a:prstGeom prst="line">
                        <a:avLst/>
                      </a:prstGeom>
                      <a:ln w="38100" cap="flat" cmpd="sng" algn="ctr">
                        <a:solidFill>
                          <a:srgbClr val="000000"/>
                        </a:solidFill>
                        <a:prstDash val="solid"/>
                        <a:miter lim="800000"/>
                      </a:ln>
                    </p:spPr>
                    <p:style>
                      <a:lnRef idx="1">
                        <a:schemeClr val="accent1">
                          <a:shade val="50000"/>
                        </a:schemeClr>
                      </a:lnRef>
                      <a:fillRef idx="0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tx1"/>
                      </a:fontRef>
                    </p:style>
                  </p:cxnSp>
                  <p:cxnSp>
                    <p:nvCxnSpPr>
                      <p:cNvPr id="581371700" name=""/>
                      <p:cNvCxnSpPr>
                        <a:stCxn id="1762016002" idx="6"/>
                      </p:cNvCxnSpPr>
                      <p:nvPr/>
                    </p:nvCxnSpPr>
                    <p:spPr bwMode="auto">
                      <a:xfrm rot="0" flipH="0" flipV="1">
                        <a:off x="0" y="15732"/>
                        <a:ext cx="2957564" cy="1096176"/>
                      </a:xfrm>
                      <a:prstGeom prst="line">
                        <a:avLst/>
                      </a:prstGeom>
                      <a:ln w="38100" cap="flat" cmpd="sng" algn="ctr">
                        <a:solidFill>
                          <a:srgbClr val="000000"/>
                        </a:solidFill>
                        <a:prstDash val="solid"/>
                        <a:miter lim="800000"/>
                      </a:ln>
                    </p:spPr>
                    <p:style>
                      <a:lnRef idx="1">
                        <a:schemeClr val="accent1">
                          <a:shade val="50000"/>
                        </a:schemeClr>
                      </a:lnRef>
                      <a:fillRef idx="0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tx1"/>
                      </a:fontRef>
                    </p:style>
                  </p:cxnSp>
                  <p:cxnSp>
                    <p:nvCxnSpPr>
                      <p:cNvPr id="275859750" name=""/>
                      <p:cNvCxnSpPr/>
                      <p:nvPr/>
                    </p:nvCxnSpPr>
                    <p:spPr bwMode="auto">
                      <a:xfrm rot="0" flipH="0" flipV="1">
                        <a:off x="596619" y="1127646"/>
                        <a:ext cx="2957564" cy="1096173"/>
                      </a:xfrm>
                      <a:prstGeom prst="line">
                        <a:avLst/>
                      </a:prstGeom>
                      <a:ln w="38100" cap="flat" cmpd="sng" algn="ctr">
                        <a:solidFill>
                          <a:srgbClr val="000000"/>
                        </a:solidFill>
                        <a:prstDash val="solid"/>
                        <a:miter lim="800000"/>
                      </a:ln>
                    </p:spPr>
                    <p:style>
                      <a:lnRef idx="1">
                        <a:schemeClr val="accent1">
                          <a:shade val="50000"/>
                        </a:schemeClr>
                      </a:lnRef>
                      <a:fillRef idx="0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tx1"/>
                      </a:fontRef>
                    </p:style>
                  </p:cxnSp>
                  <p:cxnSp>
                    <p:nvCxnSpPr>
                      <p:cNvPr id="1561263173" name=""/>
                      <p:cNvCxnSpPr/>
                      <p:nvPr/>
                    </p:nvCxnSpPr>
                    <p:spPr bwMode="auto">
                      <a:xfrm rot="0" flipH="0" flipV="1">
                        <a:off x="596619" y="15732"/>
                        <a:ext cx="2360944" cy="2208087"/>
                      </a:xfrm>
                      <a:prstGeom prst="line">
                        <a:avLst/>
                      </a:prstGeom>
                      <a:ln w="38100" cap="flat" cmpd="sng" algn="ctr">
                        <a:solidFill>
                          <a:srgbClr val="000000"/>
                        </a:solidFill>
                        <a:prstDash val="solid"/>
                        <a:miter lim="800000"/>
                      </a:ln>
                    </p:spPr>
                    <p:style>
                      <a:lnRef idx="1">
                        <a:schemeClr val="accent1">
                          <a:shade val="50000"/>
                        </a:schemeClr>
                      </a:lnRef>
                      <a:fillRef idx="0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tx1"/>
                      </a:fontRef>
                    </p:style>
                  </p:cxnSp>
                  <p:cxnSp>
                    <p:nvCxnSpPr>
                      <p:cNvPr id="692836408" name=""/>
                      <p:cNvCxnSpPr>
                        <a:stCxn id="612432061" idx="6"/>
                      </p:cNvCxnSpPr>
                      <p:nvPr/>
                    </p:nvCxnSpPr>
                    <p:spPr bwMode="auto">
                      <a:xfrm rot="10800000" flipH="0" flipV="0">
                        <a:off x="596619" y="0"/>
                        <a:ext cx="2360944" cy="2223824"/>
                      </a:xfrm>
                      <a:prstGeom prst="line">
                        <a:avLst/>
                      </a:prstGeom>
                      <a:ln w="38100" cap="flat" cmpd="sng" algn="ctr">
                        <a:solidFill>
                          <a:srgbClr val="000000"/>
                        </a:solidFill>
                        <a:prstDash val="solid"/>
                        <a:miter lim="800000"/>
                      </a:ln>
                    </p:spPr>
                    <p:style>
                      <a:lnRef idx="1">
                        <a:schemeClr val="accent1">
                          <a:shade val="50000"/>
                        </a:schemeClr>
                      </a:lnRef>
                      <a:fillRef idx="0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tx1"/>
                      </a:fontRef>
                    </p:style>
                  </p:cxnSp>
                </p:grpSp>
                <p:grpSp>
                  <p:nvGrpSpPr>
                    <p:cNvPr id="284245253" name=""/>
                    <p:cNvGrpSpPr/>
                    <p:nvPr/>
                  </p:nvGrpSpPr>
                  <p:grpSpPr bwMode="auto">
                    <a:xfrm>
                      <a:off x="0" y="0"/>
                      <a:ext cx="3028522" cy="2956509"/>
                      <a:chOff x="0" y="0"/>
                      <a:chExt cx="3028522" cy="2956509"/>
                    </a:xfrm>
                  </p:grpSpPr>
                  <p:sp>
                    <p:nvSpPr>
                      <p:cNvPr id="1762016002" name=""/>
                      <p:cNvSpPr/>
                      <p:nvPr/>
                    </p:nvSpPr>
                    <p:spPr bwMode="auto">
                      <a:xfrm rot="0" flipH="0" flipV="0">
                        <a:off x="1699218" y="1111906"/>
                        <a:ext cx="732690" cy="732690"/>
                      </a:xfrm>
                      <a:prstGeom prst="ellipse">
                        <a:avLst/>
                      </a:prstGeom>
                      <a:solidFill>
                        <a:srgbClr val="FFC926"/>
                      </a:solidFill>
                      <a:ln w="38100" cap="flat" cmpd="sng" algn="ctr">
                        <a:solidFill>
                          <a:schemeClr val="tx1"/>
                        </a:solidFill>
                        <a:prstDash val="sysDash"/>
                        <a:miter lim="800000"/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</p:sp>
                  <p:sp>
                    <p:nvSpPr>
                      <p:cNvPr id="672575692" name=""/>
                      <p:cNvSpPr/>
                      <p:nvPr/>
                    </p:nvSpPr>
                    <p:spPr bwMode="auto">
                      <a:xfrm rot="0" flipH="0" flipV="0">
                        <a:off x="2295832" y="2223819"/>
                        <a:ext cx="732690" cy="732690"/>
                      </a:xfrm>
                      <a:prstGeom prst="ellipse">
                        <a:avLst/>
                      </a:prstGeom>
                      <a:solidFill>
                        <a:srgbClr val="FFC926"/>
                      </a:solidFill>
                      <a:ln w="38100" cap="flat" cmpd="sng" algn="ctr">
                        <a:solidFill>
                          <a:schemeClr val="tx1"/>
                        </a:solidFill>
                        <a:prstDash val="sysDash"/>
                        <a:miter lim="800000"/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</p:sp>
                  <p:sp>
                    <p:nvSpPr>
                      <p:cNvPr id="1054939455" name=""/>
                      <p:cNvSpPr/>
                      <p:nvPr/>
                    </p:nvSpPr>
                    <p:spPr bwMode="auto">
                      <a:xfrm rot="0" flipH="0" flipV="0">
                        <a:off x="2295832" y="0"/>
                        <a:ext cx="732690" cy="732690"/>
                      </a:xfrm>
                      <a:prstGeom prst="ellipse">
                        <a:avLst/>
                      </a:prstGeom>
                      <a:solidFill>
                        <a:srgbClr val="FFC926"/>
                      </a:solidFill>
                      <a:ln w="38100" cap="flat" cmpd="sng" algn="ctr">
                        <a:solidFill>
                          <a:schemeClr val="tx1"/>
                        </a:solidFill>
                        <a:prstDash val="sysDash"/>
                        <a:miter lim="800000"/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</p:sp>
                  <p:sp>
                    <p:nvSpPr>
                      <p:cNvPr id="1388779302" name=""/>
                      <p:cNvSpPr/>
                      <p:nvPr/>
                    </p:nvSpPr>
                    <p:spPr bwMode="auto">
                      <a:xfrm rot="0" flipH="0" flipV="0">
                        <a:off x="0" y="1111906"/>
                        <a:ext cx="732690" cy="732690"/>
                      </a:xfrm>
                      <a:prstGeom prst="ellipse">
                        <a:avLst/>
                      </a:prstGeom>
                      <a:solidFill>
                        <a:srgbClr val="FF4C4C"/>
                      </a:solidFill>
                      <a:ln w="38100" cap="flat" cmpd="sng" algn="ctr">
                        <a:solidFill>
                          <a:srgbClr val="000000"/>
                        </a:solidFill>
                        <a:prstDash val="solid"/>
                        <a:miter lim="800000"/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</p:sp>
                  <p:sp>
                    <p:nvSpPr>
                      <p:cNvPr id="876224000" name=""/>
                      <p:cNvSpPr/>
                      <p:nvPr/>
                    </p:nvSpPr>
                    <p:spPr bwMode="auto">
                      <a:xfrm rot="0" flipH="0" flipV="0">
                        <a:off x="0" y="2223819"/>
                        <a:ext cx="732690" cy="732690"/>
                      </a:xfrm>
                      <a:prstGeom prst="ellipse">
                        <a:avLst/>
                      </a:prstGeom>
                      <a:solidFill>
                        <a:srgbClr val="FF4C4C"/>
                      </a:solidFill>
                      <a:ln w="38100" cap="flat" cmpd="sng" algn="ctr">
                        <a:solidFill>
                          <a:srgbClr val="000000"/>
                        </a:solidFill>
                        <a:prstDash val="solid"/>
                        <a:miter lim="800000"/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</p:sp>
                  <p:sp>
                    <p:nvSpPr>
                      <p:cNvPr id="167122062" name=""/>
                      <p:cNvSpPr/>
                      <p:nvPr/>
                    </p:nvSpPr>
                    <p:spPr bwMode="auto">
                      <a:xfrm rot="0" flipH="0" flipV="0">
                        <a:off x="0" y="0"/>
                        <a:ext cx="732690" cy="732690"/>
                      </a:xfrm>
                      <a:prstGeom prst="ellipse">
                        <a:avLst/>
                      </a:prstGeom>
                      <a:solidFill>
                        <a:srgbClr val="FF4C4C"/>
                      </a:solidFill>
                      <a:ln w="38100" cap="flat" cmpd="sng" algn="ctr">
                        <a:solidFill>
                          <a:srgbClr val="000000"/>
                        </a:solidFill>
                        <a:prstDash val="solid"/>
                        <a:miter lim="800000"/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</p:sp>
                  <p:cxnSp>
                    <p:nvCxnSpPr>
                      <p:cNvPr id="1994100994" name=""/>
                      <p:cNvCxnSpPr/>
                      <p:nvPr/>
                    </p:nvCxnSpPr>
                    <p:spPr bwMode="auto">
                      <a:xfrm rot="0" flipH="0" flipV="0">
                        <a:off x="732690" y="366345"/>
                        <a:ext cx="1563145" cy="0"/>
                      </a:xfrm>
                      <a:prstGeom prst="line">
                        <a:avLst/>
                      </a:prstGeom>
                      <a:ln w="38100" cap="flat" cmpd="sng" algn="ctr">
                        <a:solidFill>
                          <a:schemeClr val="tx1"/>
                        </a:solidFill>
                        <a:prstDash val="solid"/>
                        <a:miter lim="800000"/>
                      </a:ln>
                    </p:spPr>
                    <p:style>
                      <a:lnRef idx="1">
                        <a:schemeClr val="accent1">
                          <a:shade val="50000"/>
                        </a:schemeClr>
                      </a:lnRef>
                      <a:fillRef idx="0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tx1"/>
                      </a:fontRef>
                    </p:style>
                  </p:cxnSp>
                  <p:cxnSp>
                    <p:nvCxnSpPr>
                      <p:cNvPr id="53936263" name=""/>
                      <p:cNvCxnSpPr/>
                      <p:nvPr/>
                    </p:nvCxnSpPr>
                    <p:spPr bwMode="auto">
                      <a:xfrm rot="0" flipH="0" flipV="0">
                        <a:off x="732690" y="1478251"/>
                        <a:ext cx="966528" cy="0"/>
                      </a:xfrm>
                      <a:prstGeom prst="line">
                        <a:avLst/>
                      </a:prstGeom>
                      <a:ln w="38100" cap="flat" cmpd="sng" algn="ctr">
                        <a:solidFill>
                          <a:schemeClr val="tx1"/>
                        </a:solidFill>
                        <a:prstDash val="solid"/>
                        <a:miter lim="800000"/>
                      </a:ln>
                    </p:spPr>
                    <p:style>
                      <a:lnRef idx="1">
                        <a:schemeClr val="accent1">
                          <a:shade val="50000"/>
                        </a:schemeClr>
                      </a:lnRef>
                      <a:fillRef idx="0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tx1"/>
                      </a:fontRef>
                    </p:style>
                  </p:cxnSp>
                  <p:cxnSp>
                    <p:nvCxnSpPr>
                      <p:cNvPr id="875659233" name=""/>
                      <p:cNvCxnSpPr/>
                      <p:nvPr/>
                    </p:nvCxnSpPr>
                    <p:spPr bwMode="auto">
                      <a:xfrm rot="0" flipH="0" flipV="0">
                        <a:off x="732690" y="2590164"/>
                        <a:ext cx="1563145" cy="0"/>
                      </a:xfrm>
                      <a:prstGeom prst="line">
                        <a:avLst/>
                      </a:prstGeom>
                      <a:ln w="38100" cap="flat" cmpd="sng" algn="ctr">
                        <a:solidFill>
                          <a:schemeClr val="tx1"/>
                        </a:solidFill>
                        <a:prstDash val="solid"/>
                        <a:miter lim="800000"/>
                      </a:ln>
                    </p:spPr>
                    <p:style>
                      <a:lnRef idx="1">
                        <a:schemeClr val="accent1">
                          <a:shade val="50000"/>
                        </a:schemeClr>
                      </a:lnRef>
                      <a:fillRef idx="0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tx1"/>
                      </a:fontRef>
                    </p:style>
                  </p:cxnSp>
                </p:grpSp>
                <p:grpSp>
                  <p:nvGrpSpPr>
                    <p:cNvPr id="43628162" name=""/>
                    <p:cNvGrpSpPr/>
                    <p:nvPr/>
                  </p:nvGrpSpPr>
                  <p:grpSpPr bwMode="auto">
                    <a:xfrm rot="10800000">
                      <a:off x="5389470" y="0"/>
                      <a:ext cx="3028522" cy="2956509"/>
                      <a:chOff x="0" y="0"/>
                      <a:chExt cx="3028522" cy="2956509"/>
                    </a:xfrm>
                  </p:grpSpPr>
                  <p:sp>
                    <p:nvSpPr>
                      <p:cNvPr id="1643943587" name=""/>
                      <p:cNvSpPr/>
                      <p:nvPr/>
                    </p:nvSpPr>
                    <p:spPr bwMode="auto">
                      <a:xfrm rot="0" flipH="0" flipV="0">
                        <a:off x="1699218" y="1111905"/>
                        <a:ext cx="732690" cy="732690"/>
                      </a:xfrm>
                      <a:prstGeom prst="ellipse">
                        <a:avLst/>
                      </a:prstGeom>
                      <a:solidFill>
                        <a:srgbClr val="FFC926"/>
                      </a:solidFill>
                      <a:ln w="38100" cap="flat" cmpd="sng" algn="ctr">
                        <a:solidFill>
                          <a:schemeClr val="tx1"/>
                        </a:solidFill>
                        <a:prstDash val="sysDash"/>
                        <a:miter lim="800000"/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anchor="ctr"/>
                      <a:p>
                        <a:pPr algn="ctr">
                          <a:defRPr/>
                        </a:pPr>
                        <a:endParaRPr/>
                      </a:p>
                    </p:txBody>
                  </p:sp>
                  <p:sp>
                    <p:nvSpPr>
                      <p:cNvPr id="1623468728" name=""/>
                      <p:cNvSpPr/>
                      <p:nvPr/>
                    </p:nvSpPr>
                    <p:spPr bwMode="auto">
                      <a:xfrm rot="0" flipH="0" flipV="0">
                        <a:off x="2295832" y="2223819"/>
                        <a:ext cx="732690" cy="732690"/>
                      </a:xfrm>
                      <a:prstGeom prst="ellipse">
                        <a:avLst/>
                      </a:prstGeom>
                      <a:solidFill>
                        <a:srgbClr val="FFC926"/>
                      </a:solidFill>
                      <a:ln w="38100" cap="flat" cmpd="sng" algn="ctr">
                        <a:solidFill>
                          <a:schemeClr val="tx1"/>
                        </a:solidFill>
                        <a:prstDash val="sysDash"/>
                        <a:miter lim="800000"/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</p:sp>
                  <p:sp>
                    <p:nvSpPr>
                      <p:cNvPr id="612432061" name=""/>
                      <p:cNvSpPr/>
                      <p:nvPr/>
                    </p:nvSpPr>
                    <p:spPr bwMode="auto">
                      <a:xfrm rot="0" flipH="0" flipV="0">
                        <a:off x="2295832" y="0"/>
                        <a:ext cx="732690" cy="732690"/>
                      </a:xfrm>
                      <a:prstGeom prst="ellipse">
                        <a:avLst/>
                      </a:prstGeom>
                      <a:solidFill>
                        <a:srgbClr val="FFC926"/>
                      </a:solidFill>
                      <a:ln w="38100" cap="flat" cmpd="sng" algn="ctr">
                        <a:solidFill>
                          <a:schemeClr val="tx1"/>
                        </a:solidFill>
                        <a:prstDash val="sysDash"/>
                        <a:miter lim="800000"/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</p:sp>
                  <p:sp>
                    <p:nvSpPr>
                      <p:cNvPr id="1574865227" name=""/>
                      <p:cNvSpPr/>
                      <p:nvPr/>
                    </p:nvSpPr>
                    <p:spPr bwMode="auto">
                      <a:xfrm rot="0" flipH="0" flipV="0">
                        <a:off x="0" y="1111905"/>
                        <a:ext cx="732690" cy="732690"/>
                      </a:xfrm>
                      <a:prstGeom prst="ellipse">
                        <a:avLst/>
                      </a:prstGeom>
                      <a:solidFill>
                        <a:srgbClr val="FF4C4C"/>
                      </a:solidFill>
                      <a:ln w="38100" cap="flat" cmpd="sng" algn="ctr">
                        <a:solidFill>
                          <a:srgbClr val="000000"/>
                        </a:solidFill>
                        <a:prstDash val="solid"/>
                        <a:miter lim="800000"/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</p:sp>
                  <p:sp>
                    <p:nvSpPr>
                      <p:cNvPr id="885407753" name=""/>
                      <p:cNvSpPr/>
                      <p:nvPr/>
                    </p:nvSpPr>
                    <p:spPr bwMode="auto">
                      <a:xfrm rot="0" flipH="0" flipV="0">
                        <a:off x="0" y="2223819"/>
                        <a:ext cx="732690" cy="732690"/>
                      </a:xfrm>
                      <a:prstGeom prst="ellipse">
                        <a:avLst/>
                      </a:prstGeom>
                      <a:solidFill>
                        <a:srgbClr val="FF4C4C"/>
                      </a:solidFill>
                      <a:ln w="38100" cap="flat" cmpd="sng" algn="ctr">
                        <a:solidFill>
                          <a:srgbClr val="000000"/>
                        </a:solidFill>
                        <a:prstDash val="solid"/>
                        <a:miter lim="800000"/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</p:sp>
                  <p:sp>
                    <p:nvSpPr>
                      <p:cNvPr id="2099456774" name=""/>
                      <p:cNvSpPr/>
                      <p:nvPr/>
                    </p:nvSpPr>
                    <p:spPr bwMode="auto">
                      <a:xfrm rot="0" flipH="0" flipV="0">
                        <a:off x="0" y="0"/>
                        <a:ext cx="732690" cy="732690"/>
                      </a:xfrm>
                      <a:prstGeom prst="ellipse">
                        <a:avLst/>
                      </a:prstGeom>
                      <a:solidFill>
                        <a:srgbClr val="FF4C4C"/>
                      </a:solidFill>
                      <a:ln w="38100" cap="flat" cmpd="sng" algn="ctr">
                        <a:solidFill>
                          <a:srgbClr val="000000"/>
                        </a:solidFill>
                        <a:prstDash val="solid"/>
                        <a:miter lim="800000"/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</p:sp>
                  <p:cxnSp>
                    <p:nvCxnSpPr>
                      <p:cNvPr id="1627974525" name=""/>
                      <p:cNvCxnSpPr/>
                      <p:nvPr/>
                    </p:nvCxnSpPr>
                    <p:spPr bwMode="auto">
                      <a:xfrm rot="0" flipH="0" flipV="0">
                        <a:off x="732690" y="366345"/>
                        <a:ext cx="1563145" cy="0"/>
                      </a:xfrm>
                      <a:prstGeom prst="line">
                        <a:avLst/>
                      </a:prstGeom>
                      <a:ln w="38100" cap="flat" cmpd="sng" algn="ctr">
                        <a:solidFill>
                          <a:schemeClr val="tx1"/>
                        </a:solidFill>
                        <a:prstDash val="solid"/>
                        <a:miter lim="800000"/>
                      </a:ln>
                    </p:spPr>
                    <p:style>
                      <a:lnRef idx="1">
                        <a:schemeClr val="accent1">
                          <a:shade val="50000"/>
                        </a:schemeClr>
                      </a:lnRef>
                      <a:fillRef idx="0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tx1"/>
                      </a:fontRef>
                    </p:style>
                  </p:cxnSp>
                  <p:cxnSp>
                    <p:nvCxnSpPr>
                      <p:cNvPr id="1178796276" name=""/>
                      <p:cNvCxnSpPr/>
                      <p:nvPr/>
                    </p:nvCxnSpPr>
                    <p:spPr bwMode="auto">
                      <a:xfrm rot="0" flipH="0" flipV="0">
                        <a:off x="732690" y="1478251"/>
                        <a:ext cx="966528" cy="0"/>
                      </a:xfrm>
                      <a:prstGeom prst="line">
                        <a:avLst/>
                      </a:prstGeom>
                      <a:ln w="38100" cap="flat" cmpd="sng" algn="ctr">
                        <a:solidFill>
                          <a:schemeClr val="tx1"/>
                        </a:solidFill>
                        <a:prstDash val="solid"/>
                        <a:miter lim="800000"/>
                      </a:ln>
                    </p:spPr>
                    <p:style>
                      <a:lnRef idx="1">
                        <a:schemeClr val="accent1">
                          <a:shade val="50000"/>
                        </a:schemeClr>
                      </a:lnRef>
                      <a:fillRef idx="0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tx1"/>
                      </a:fontRef>
                    </p:style>
                  </p:cxnSp>
                  <p:cxnSp>
                    <p:nvCxnSpPr>
                      <p:cNvPr id="857398339" name=""/>
                      <p:cNvCxnSpPr/>
                      <p:nvPr/>
                    </p:nvCxnSpPr>
                    <p:spPr bwMode="auto">
                      <a:xfrm rot="0" flipH="0" flipV="0">
                        <a:off x="732690" y="2590164"/>
                        <a:ext cx="1563145" cy="0"/>
                      </a:xfrm>
                      <a:prstGeom prst="line">
                        <a:avLst/>
                      </a:prstGeom>
                      <a:ln w="38100" cap="flat" cmpd="sng" algn="ctr">
                        <a:solidFill>
                          <a:schemeClr val="tx1"/>
                        </a:solidFill>
                        <a:prstDash val="solid"/>
                        <a:miter lim="800000"/>
                      </a:ln>
                    </p:spPr>
                    <p:style>
                      <a:lnRef idx="1">
                        <a:schemeClr val="accent1">
                          <a:shade val="50000"/>
                        </a:schemeClr>
                      </a:lnRef>
                      <a:fillRef idx="0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tx1"/>
                      </a:fontRef>
                    </p:style>
                  </p:cxnSp>
                </p:grpSp>
              </p:grpSp>
              <p:sp>
                <p:nvSpPr>
                  <p:cNvPr id="1804874708" name=""/>
                  <p:cNvSpPr txBox="1"/>
                  <p:nvPr/>
                </p:nvSpPr>
                <p:spPr bwMode="auto">
                  <a:xfrm rot="5400000" flipH="0" flipV="0">
                    <a:off x="1111213" y="1779941"/>
                    <a:ext cx="667605" cy="640440"/>
                  </a:xfrm>
                  <a:prstGeom prst="rect">
                    <a:avLst/>
                  </a:prstGeom>
                  <a:noFill/>
                </p:spPr>
                <p:txBody>
                  <a:bodyPr vertOverflow="overflow" horzOverflow="overflow" vert="horz" wrap="square" lIns="91440" tIns="45720" rIns="91440" bIns="45720" numCol="1" spcCol="0" rtlCol="0" fromWordArt="0" anchor="t" anchorCtr="0" forceAA="0" upright="0" compatLnSpc="0">
                    <a:spAutoFit/>
                  </a:bodyPr>
                  <a:p>
                    <a:pPr>
                      <a:defRPr/>
                    </a:pPr>
                    <a:r>
                      <a:rPr lang="fr-FR" sz="3600" b="1">
                        <a:latin typeface="Arial"/>
                        <a:ea typeface="Arial"/>
                        <a:cs typeface="Arial"/>
                      </a:rPr>
                      <a:t>…</a:t>
                    </a:r>
                    <a:endParaRPr sz="3600" b="1"/>
                  </a:p>
                </p:txBody>
              </p:sp>
              <p:sp>
                <p:nvSpPr>
                  <p:cNvPr id="18061949" name=""/>
                  <p:cNvSpPr txBox="1"/>
                  <p:nvPr/>
                </p:nvSpPr>
                <p:spPr bwMode="auto">
                  <a:xfrm rot="5400000" flipH="0" flipV="0">
                    <a:off x="6974317" y="1779941"/>
                    <a:ext cx="668323" cy="640440"/>
                  </a:xfrm>
                  <a:prstGeom prst="rect">
                    <a:avLst/>
                  </a:prstGeom>
                  <a:noFill/>
                </p:spPr>
                <p:txBody>
                  <a:bodyPr vertOverflow="overflow" horzOverflow="overflow" vert="horz" wrap="square" lIns="91440" tIns="45720" rIns="91440" bIns="45720" numCol="1" spcCol="0" rtlCol="0" fromWordArt="0" anchor="t" anchorCtr="0" forceAA="0" upright="0" compatLnSpc="0">
                    <a:spAutoFit/>
                  </a:bodyPr>
                  <a:p>
                    <a:pPr>
                      <a:defRPr/>
                    </a:pPr>
                    <a:r>
                      <a:rPr lang="fr-FR" sz="3600" b="1" i="0" u="none" strike="noStrike" cap="none" spc="0">
                        <a:solidFill>
                          <a:schemeClr val="tx1"/>
                        </a:solidFill>
                        <a:latin typeface="Arial"/>
                        <a:ea typeface="Arial"/>
                        <a:cs typeface="Arial"/>
                      </a:rPr>
                      <a:t>…</a:t>
                    </a:r>
                    <a:endParaRPr sz="3600" b="1"/>
                  </a:p>
                </p:txBody>
              </p:sp>
            </p:grpSp>
          </p:grpSp>
        </p:grpSp>
        <p:grpSp>
          <p:nvGrpSpPr>
            <p:cNvPr id="333069239" name=""/>
            <p:cNvGrpSpPr/>
            <p:nvPr/>
          </p:nvGrpSpPr>
          <p:grpSpPr bwMode="auto">
            <a:xfrm rot="0" flipH="0" flipV="0">
              <a:off x="10534638" y="474823"/>
              <a:ext cx="8607570" cy="3918477"/>
              <a:chOff x="0" y="0"/>
              <a:chExt cx="8607570" cy="3918477"/>
            </a:xfrm>
          </p:grpSpPr>
          <p:grpSp>
            <p:nvGrpSpPr>
              <p:cNvPr id="1822058641" name=""/>
              <p:cNvGrpSpPr/>
              <p:nvPr/>
            </p:nvGrpSpPr>
            <p:grpSpPr bwMode="auto">
              <a:xfrm flipH="0" flipV="0">
                <a:off x="827019" y="0"/>
                <a:ext cx="7780551" cy="3918477"/>
                <a:chOff x="0" y="0"/>
                <a:chExt cx="7780551" cy="3918477"/>
              </a:xfrm>
            </p:grpSpPr>
            <p:sp>
              <p:nvSpPr>
                <p:cNvPr id="1464815890" name=""/>
                <p:cNvSpPr/>
                <p:nvPr/>
              </p:nvSpPr>
              <p:spPr bwMode="auto">
                <a:xfrm rot="10800000" flipH="0" flipV="0">
                  <a:off x="1895585" y="1459972"/>
                  <a:ext cx="636631" cy="636631"/>
                </a:xfrm>
                <a:prstGeom prst="ellipse">
                  <a:avLst/>
                </a:prstGeom>
                <a:solidFill>
                  <a:srgbClr val="45B5FF"/>
                </a:solidFill>
                <a:ln w="28575" cap="flat" cmpd="sng" algn="ctr">
                  <a:solidFill>
                    <a:srgbClr val="000000"/>
                  </a:solidFill>
                  <a:prstDash val="solid"/>
                  <a:miter lim="800000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</p:sp>
            <p:sp>
              <p:nvSpPr>
                <p:cNvPr id="937772946" name=""/>
                <p:cNvSpPr/>
                <p:nvPr/>
              </p:nvSpPr>
              <p:spPr bwMode="auto">
                <a:xfrm rot="10800000" flipH="0" flipV="0">
                  <a:off x="2360853" y="2322189"/>
                  <a:ext cx="636631" cy="636631"/>
                </a:xfrm>
                <a:prstGeom prst="ellipse">
                  <a:avLst/>
                </a:prstGeom>
                <a:solidFill>
                  <a:srgbClr val="45B5FF"/>
                </a:solidFill>
                <a:ln w="28575" cap="flat" cmpd="sng" algn="ctr">
                  <a:solidFill>
                    <a:srgbClr val="000000"/>
                  </a:solidFill>
                  <a:prstDash val="solid"/>
                  <a:miter lim="800000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</p:sp>
            <p:sp>
              <p:nvSpPr>
                <p:cNvPr id="544940153" name=""/>
                <p:cNvSpPr/>
                <p:nvPr/>
              </p:nvSpPr>
              <p:spPr bwMode="auto">
                <a:xfrm rot="10800000" flipH="0" flipV="0">
                  <a:off x="1456173" y="2322189"/>
                  <a:ext cx="636631" cy="636631"/>
                </a:xfrm>
                <a:prstGeom prst="ellipse">
                  <a:avLst/>
                </a:prstGeom>
                <a:solidFill>
                  <a:srgbClr val="45B5FF"/>
                </a:solidFill>
                <a:ln w="28575" cap="flat" cmpd="sng" algn="ctr">
                  <a:solidFill>
                    <a:srgbClr val="000000"/>
                  </a:solidFill>
                  <a:prstDash val="solid"/>
                  <a:miter lim="800000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</p:sp>
            <p:cxnSp>
              <p:nvCxnSpPr>
                <p:cNvPr id="1444900044" name=""/>
                <p:cNvCxnSpPr/>
                <p:nvPr/>
              </p:nvCxnSpPr>
              <p:spPr bwMode="auto">
                <a:xfrm rot="16199998" flipH="0" flipV="1">
                  <a:off x="2399670" y="2042689"/>
                  <a:ext cx="318811" cy="240180"/>
                </a:xfrm>
                <a:prstGeom prst="line">
                  <a:avLst/>
                </a:prstGeom>
                <a:ln w="38100" cap="flat" cmpd="sng" algn="ctr">
                  <a:solidFill>
                    <a:schemeClr val="tx1"/>
                  </a:solidFill>
                  <a:prstDash val="solid"/>
                  <a:miter lim="800000"/>
                </a:ln>
              </p:spPr>
              <p:style>
                <a:lnRef idx="1">
                  <a:schemeClr val="accent1">
                    <a:shade val="50000"/>
                  </a:schemeClr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536604928" name=""/>
                <p:cNvCxnSpPr/>
                <p:nvPr/>
              </p:nvCxnSpPr>
              <p:spPr bwMode="auto">
                <a:xfrm rot="16199998" flipH="0" flipV="0">
                  <a:off x="1722246" y="2055615"/>
                  <a:ext cx="318811" cy="214327"/>
                </a:xfrm>
                <a:prstGeom prst="line">
                  <a:avLst/>
                </a:prstGeom>
                <a:ln w="38100" cap="flat" cmpd="sng" algn="ctr">
                  <a:solidFill>
                    <a:schemeClr val="tx1"/>
                  </a:solidFill>
                  <a:prstDash val="solid"/>
                  <a:miter lim="800000"/>
                </a:ln>
              </p:spPr>
              <p:style>
                <a:lnRef idx="1">
                  <a:schemeClr val="accent1">
                    <a:shade val="50000"/>
                  </a:schemeClr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sp>
              <p:nvSpPr>
                <p:cNvPr id="2008455889" name=""/>
                <p:cNvSpPr/>
                <p:nvPr/>
              </p:nvSpPr>
              <p:spPr bwMode="auto">
                <a:xfrm rot="10800000" flipH="0" flipV="0">
                  <a:off x="3604393" y="1459972"/>
                  <a:ext cx="636631" cy="636631"/>
                </a:xfrm>
                <a:prstGeom prst="ellipse">
                  <a:avLst/>
                </a:prstGeom>
                <a:solidFill>
                  <a:srgbClr val="45B5FF"/>
                </a:solidFill>
                <a:ln w="28575" cap="flat" cmpd="sng" algn="ctr">
                  <a:solidFill>
                    <a:srgbClr val="000000"/>
                  </a:solidFill>
                  <a:prstDash val="solid"/>
                  <a:miter lim="800000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anchor="ctr"/>
                <a:p>
                  <a:pPr algn="ctr">
                    <a:defRPr/>
                  </a:pPr>
                  <a:endParaRPr/>
                </a:p>
              </p:txBody>
            </p:sp>
            <p:sp>
              <p:nvSpPr>
                <p:cNvPr id="1886548681" name=""/>
                <p:cNvSpPr/>
                <p:nvPr/>
              </p:nvSpPr>
              <p:spPr bwMode="auto">
                <a:xfrm rot="10800000" flipH="0" flipV="0">
                  <a:off x="4066592" y="2322189"/>
                  <a:ext cx="636631" cy="636631"/>
                </a:xfrm>
                <a:prstGeom prst="ellipse">
                  <a:avLst/>
                </a:prstGeom>
                <a:solidFill>
                  <a:srgbClr val="45B5FF"/>
                </a:solidFill>
                <a:ln w="28575" cap="flat" cmpd="sng" algn="ctr">
                  <a:solidFill>
                    <a:srgbClr val="000000"/>
                  </a:solidFill>
                  <a:prstDash val="solid"/>
                  <a:miter lim="800000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</p:sp>
            <p:sp>
              <p:nvSpPr>
                <p:cNvPr id="1917830617" name=""/>
                <p:cNvSpPr/>
                <p:nvPr/>
              </p:nvSpPr>
              <p:spPr bwMode="auto">
                <a:xfrm rot="10800000" flipH="0" flipV="0">
                  <a:off x="3161916" y="2322189"/>
                  <a:ext cx="636631" cy="636631"/>
                </a:xfrm>
                <a:prstGeom prst="ellipse">
                  <a:avLst/>
                </a:prstGeom>
                <a:solidFill>
                  <a:srgbClr val="45B5FF"/>
                </a:solidFill>
                <a:ln w="28575" cap="flat" cmpd="sng" algn="ctr">
                  <a:solidFill>
                    <a:srgbClr val="000000"/>
                  </a:solidFill>
                  <a:prstDash val="solid"/>
                  <a:miter lim="800000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</p:sp>
            <p:cxnSp>
              <p:nvCxnSpPr>
                <p:cNvPr id="724051194" name=""/>
                <p:cNvCxnSpPr/>
                <p:nvPr/>
              </p:nvCxnSpPr>
              <p:spPr bwMode="auto">
                <a:xfrm rot="16199998" flipH="0" flipV="1">
                  <a:off x="4105413" y="2042691"/>
                  <a:ext cx="318813" cy="240178"/>
                </a:xfrm>
                <a:prstGeom prst="line">
                  <a:avLst/>
                </a:prstGeom>
                <a:ln w="38100" cap="flat" cmpd="sng" algn="ctr">
                  <a:solidFill>
                    <a:schemeClr val="tx1"/>
                  </a:solidFill>
                  <a:prstDash val="solid"/>
                  <a:miter lim="800000"/>
                </a:ln>
              </p:spPr>
              <p:style>
                <a:lnRef idx="1">
                  <a:schemeClr val="accent1">
                    <a:shade val="50000"/>
                  </a:schemeClr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558587755" name=""/>
                <p:cNvCxnSpPr/>
                <p:nvPr/>
              </p:nvCxnSpPr>
              <p:spPr bwMode="auto">
                <a:xfrm rot="16199998" flipH="0" flipV="0">
                  <a:off x="3427988" y="2055615"/>
                  <a:ext cx="318811" cy="214327"/>
                </a:xfrm>
                <a:prstGeom prst="line">
                  <a:avLst/>
                </a:prstGeom>
                <a:ln w="38100" cap="flat" cmpd="sng" algn="ctr">
                  <a:solidFill>
                    <a:schemeClr val="tx1"/>
                  </a:solidFill>
                  <a:prstDash val="solid"/>
                  <a:miter lim="800000"/>
                </a:ln>
              </p:spPr>
              <p:style>
                <a:lnRef idx="1">
                  <a:schemeClr val="accent1">
                    <a:shade val="50000"/>
                  </a:schemeClr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sp>
              <p:nvSpPr>
                <p:cNvPr id="1364110572" name=""/>
                <p:cNvSpPr/>
                <p:nvPr/>
              </p:nvSpPr>
              <p:spPr bwMode="auto">
                <a:xfrm rot="10800000" flipH="0" flipV="0">
                  <a:off x="5307069" y="1477108"/>
                  <a:ext cx="636631" cy="636631"/>
                </a:xfrm>
                <a:prstGeom prst="ellipse">
                  <a:avLst/>
                </a:prstGeom>
                <a:solidFill>
                  <a:srgbClr val="45B5FF"/>
                </a:solidFill>
                <a:ln w="28575" cap="flat" cmpd="sng" algn="ctr">
                  <a:solidFill>
                    <a:srgbClr val="000000"/>
                  </a:solidFill>
                  <a:prstDash val="solid"/>
                  <a:miter lim="800000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</p:sp>
            <p:sp>
              <p:nvSpPr>
                <p:cNvPr id="180446484" name=""/>
                <p:cNvSpPr/>
                <p:nvPr/>
              </p:nvSpPr>
              <p:spPr bwMode="auto">
                <a:xfrm rot="10800000" flipH="0" flipV="0">
                  <a:off x="5772333" y="2339325"/>
                  <a:ext cx="636631" cy="636631"/>
                </a:xfrm>
                <a:prstGeom prst="ellipse">
                  <a:avLst/>
                </a:prstGeom>
                <a:solidFill>
                  <a:srgbClr val="45B5FF"/>
                </a:solidFill>
                <a:ln w="28575" cap="flat" cmpd="sng" algn="ctr">
                  <a:solidFill>
                    <a:srgbClr val="000000"/>
                  </a:solidFill>
                  <a:prstDash val="solid"/>
                  <a:miter lim="800000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</p:sp>
            <p:sp>
              <p:nvSpPr>
                <p:cNvPr id="372725997" name=""/>
                <p:cNvSpPr/>
                <p:nvPr/>
              </p:nvSpPr>
              <p:spPr bwMode="auto">
                <a:xfrm rot="10800000" flipH="0" flipV="0">
                  <a:off x="4867654" y="2339325"/>
                  <a:ext cx="636631" cy="636631"/>
                </a:xfrm>
                <a:prstGeom prst="ellipse">
                  <a:avLst/>
                </a:prstGeom>
                <a:solidFill>
                  <a:srgbClr val="45B5FF"/>
                </a:solidFill>
                <a:ln w="28575" cap="flat" cmpd="sng" algn="ctr">
                  <a:solidFill>
                    <a:srgbClr val="000000"/>
                  </a:solidFill>
                  <a:prstDash val="solid"/>
                  <a:miter lim="800000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</p:sp>
            <p:cxnSp>
              <p:nvCxnSpPr>
                <p:cNvPr id="1000175073" name=""/>
                <p:cNvCxnSpPr/>
                <p:nvPr/>
              </p:nvCxnSpPr>
              <p:spPr bwMode="auto">
                <a:xfrm rot="16199998" flipH="0" flipV="1">
                  <a:off x="5811152" y="2059826"/>
                  <a:ext cx="318813" cy="240178"/>
                </a:xfrm>
                <a:prstGeom prst="line">
                  <a:avLst/>
                </a:prstGeom>
                <a:ln w="38100" cap="flat" cmpd="sng" algn="ctr">
                  <a:solidFill>
                    <a:schemeClr val="tx1"/>
                  </a:solidFill>
                  <a:prstDash val="solid"/>
                  <a:miter lim="800000"/>
                </a:ln>
              </p:spPr>
              <p:style>
                <a:lnRef idx="1">
                  <a:schemeClr val="accent1">
                    <a:shade val="50000"/>
                  </a:schemeClr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418412158" name=""/>
                <p:cNvCxnSpPr/>
                <p:nvPr/>
              </p:nvCxnSpPr>
              <p:spPr bwMode="auto">
                <a:xfrm rot="16199998" flipH="0" flipV="0">
                  <a:off x="5133729" y="2072751"/>
                  <a:ext cx="318811" cy="214327"/>
                </a:xfrm>
                <a:prstGeom prst="line">
                  <a:avLst/>
                </a:prstGeom>
                <a:ln w="38100" cap="flat" cmpd="sng" algn="ctr">
                  <a:solidFill>
                    <a:schemeClr val="tx1"/>
                  </a:solidFill>
                  <a:prstDash val="solid"/>
                  <a:miter lim="800000"/>
                </a:ln>
              </p:spPr>
              <p:style>
                <a:lnRef idx="1">
                  <a:schemeClr val="accent1">
                    <a:shade val="50000"/>
                  </a:schemeClr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sp>
              <p:nvSpPr>
                <p:cNvPr id="2127771855" name=""/>
                <p:cNvSpPr/>
                <p:nvPr/>
              </p:nvSpPr>
              <p:spPr bwMode="auto">
                <a:xfrm rot="10800000" flipH="0" flipV="0">
                  <a:off x="2360853" y="3264709"/>
                  <a:ext cx="636631" cy="636631"/>
                </a:xfrm>
                <a:prstGeom prst="ellipse">
                  <a:avLst/>
                </a:prstGeom>
                <a:solidFill>
                  <a:srgbClr val="45B5FF"/>
                </a:solidFill>
                <a:ln w="28575" cap="flat" cmpd="sng" algn="ctr">
                  <a:solidFill>
                    <a:srgbClr val="000000"/>
                  </a:solidFill>
                  <a:prstDash val="solid"/>
                  <a:miter lim="800000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</p:sp>
            <p:sp>
              <p:nvSpPr>
                <p:cNvPr id="525196722" name=""/>
                <p:cNvSpPr/>
                <p:nvPr/>
              </p:nvSpPr>
              <p:spPr bwMode="auto">
                <a:xfrm rot="10800000" flipH="0" flipV="0">
                  <a:off x="1456173" y="3264708"/>
                  <a:ext cx="636631" cy="636631"/>
                </a:xfrm>
                <a:prstGeom prst="ellipse">
                  <a:avLst/>
                </a:prstGeom>
                <a:solidFill>
                  <a:srgbClr val="45B5FF"/>
                </a:solidFill>
                <a:ln w="28575" cap="flat" cmpd="sng" algn="ctr">
                  <a:solidFill>
                    <a:srgbClr val="000000"/>
                  </a:solidFill>
                  <a:prstDash val="solid"/>
                  <a:miter lim="800000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</p:sp>
            <p:sp>
              <p:nvSpPr>
                <p:cNvPr id="857496635" name=""/>
                <p:cNvSpPr/>
                <p:nvPr/>
              </p:nvSpPr>
              <p:spPr bwMode="auto">
                <a:xfrm rot="10800000" flipH="0" flipV="0">
                  <a:off x="4066591" y="3264709"/>
                  <a:ext cx="636631" cy="636631"/>
                </a:xfrm>
                <a:prstGeom prst="ellipse">
                  <a:avLst/>
                </a:prstGeom>
                <a:solidFill>
                  <a:srgbClr val="45B5FF"/>
                </a:solidFill>
                <a:ln w="28575" cap="flat" cmpd="sng" algn="ctr">
                  <a:solidFill>
                    <a:srgbClr val="000000"/>
                  </a:solidFill>
                  <a:prstDash val="solid"/>
                  <a:miter lim="800000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</p:sp>
            <p:sp>
              <p:nvSpPr>
                <p:cNvPr id="939545790" name=""/>
                <p:cNvSpPr/>
                <p:nvPr/>
              </p:nvSpPr>
              <p:spPr bwMode="auto">
                <a:xfrm rot="10800000" flipH="0" flipV="0">
                  <a:off x="3161912" y="3264708"/>
                  <a:ext cx="636631" cy="636631"/>
                </a:xfrm>
                <a:prstGeom prst="ellipse">
                  <a:avLst/>
                </a:prstGeom>
                <a:solidFill>
                  <a:srgbClr val="45B5FF"/>
                </a:solidFill>
                <a:ln w="28575" cap="flat" cmpd="sng" algn="ctr">
                  <a:solidFill>
                    <a:srgbClr val="000000"/>
                  </a:solidFill>
                  <a:prstDash val="solid"/>
                  <a:miter lim="800000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</p:sp>
            <p:sp>
              <p:nvSpPr>
                <p:cNvPr id="1363032125" name=""/>
                <p:cNvSpPr/>
                <p:nvPr/>
              </p:nvSpPr>
              <p:spPr bwMode="auto">
                <a:xfrm rot="10800000" flipH="0" flipV="0">
                  <a:off x="5772332" y="3281846"/>
                  <a:ext cx="636631" cy="636631"/>
                </a:xfrm>
                <a:prstGeom prst="ellipse">
                  <a:avLst/>
                </a:prstGeom>
                <a:solidFill>
                  <a:srgbClr val="45B5FF"/>
                </a:solidFill>
                <a:ln w="28575" cap="flat" cmpd="sng" algn="ctr">
                  <a:solidFill>
                    <a:srgbClr val="000000"/>
                  </a:solidFill>
                  <a:prstDash val="solid"/>
                  <a:miter lim="800000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</p:sp>
            <p:sp>
              <p:nvSpPr>
                <p:cNvPr id="209318261" name=""/>
                <p:cNvSpPr/>
                <p:nvPr/>
              </p:nvSpPr>
              <p:spPr bwMode="auto">
                <a:xfrm rot="10800000" flipH="0" flipV="0">
                  <a:off x="4867654" y="3281843"/>
                  <a:ext cx="636631" cy="636631"/>
                </a:xfrm>
                <a:prstGeom prst="ellipse">
                  <a:avLst/>
                </a:prstGeom>
                <a:solidFill>
                  <a:srgbClr val="45B5FF"/>
                </a:solidFill>
                <a:ln w="28575" cap="flat" cmpd="sng" algn="ctr">
                  <a:solidFill>
                    <a:srgbClr val="000000"/>
                  </a:solidFill>
                  <a:prstDash val="solid"/>
                  <a:miter lim="800000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</p:sp>
            <p:cxnSp>
              <p:nvCxnSpPr>
                <p:cNvPr id="1005416821" name=""/>
                <p:cNvCxnSpPr/>
                <p:nvPr/>
              </p:nvCxnSpPr>
              <p:spPr bwMode="auto">
                <a:xfrm rot="16199998" flipH="0" flipV="1">
                  <a:off x="1621544" y="3111765"/>
                  <a:ext cx="305884" cy="0"/>
                </a:xfrm>
                <a:prstGeom prst="line">
                  <a:avLst/>
                </a:prstGeom>
                <a:ln w="38100" cap="flat" cmpd="sng" algn="ctr">
                  <a:solidFill>
                    <a:schemeClr val="tx1"/>
                  </a:solidFill>
                  <a:prstDash val="solid"/>
                  <a:miter lim="800000"/>
                </a:ln>
              </p:spPr>
              <p:style>
                <a:lnRef idx="1">
                  <a:schemeClr val="accent1">
                    <a:shade val="50000"/>
                  </a:schemeClr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576018085" name=""/>
                <p:cNvCxnSpPr/>
                <p:nvPr/>
              </p:nvCxnSpPr>
              <p:spPr bwMode="auto">
                <a:xfrm rot="16199998" flipH="0" flipV="0">
                  <a:off x="2526225" y="3111765"/>
                  <a:ext cx="305884" cy="0"/>
                </a:xfrm>
                <a:prstGeom prst="line">
                  <a:avLst/>
                </a:prstGeom>
                <a:ln w="38100" cap="flat" cmpd="sng" algn="ctr">
                  <a:solidFill>
                    <a:schemeClr val="tx1"/>
                  </a:solidFill>
                  <a:prstDash val="solid"/>
                  <a:miter lim="800000"/>
                </a:ln>
              </p:spPr>
              <p:style>
                <a:lnRef idx="1">
                  <a:schemeClr val="accent1">
                    <a:shade val="50000"/>
                  </a:schemeClr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437971998" name=""/>
                <p:cNvCxnSpPr/>
                <p:nvPr/>
              </p:nvCxnSpPr>
              <p:spPr bwMode="auto">
                <a:xfrm rot="16199998" flipH="0" flipV="0">
                  <a:off x="3327286" y="3111765"/>
                  <a:ext cx="305884" cy="0"/>
                </a:xfrm>
                <a:prstGeom prst="line">
                  <a:avLst/>
                </a:prstGeom>
                <a:ln w="38100" cap="flat" cmpd="sng" algn="ctr">
                  <a:solidFill>
                    <a:schemeClr val="tx1"/>
                  </a:solidFill>
                  <a:prstDash val="solid"/>
                  <a:miter lim="800000"/>
                </a:ln>
              </p:spPr>
              <p:style>
                <a:lnRef idx="1">
                  <a:schemeClr val="accent1">
                    <a:shade val="50000"/>
                  </a:schemeClr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7284035" name=""/>
                <p:cNvCxnSpPr/>
                <p:nvPr/>
              </p:nvCxnSpPr>
              <p:spPr bwMode="auto">
                <a:xfrm rot="16199998" flipH="0" flipV="0">
                  <a:off x="4231965" y="3111765"/>
                  <a:ext cx="305884" cy="0"/>
                </a:xfrm>
                <a:prstGeom prst="line">
                  <a:avLst/>
                </a:prstGeom>
                <a:ln w="38100" cap="flat" cmpd="sng" algn="ctr">
                  <a:solidFill>
                    <a:schemeClr val="tx1"/>
                  </a:solidFill>
                  <a:prstDash val="solid"/>
                  <a:miter lim="800000"/>
                </a:ln>
              </p:spPr>
              <p:style>
                <a:lnRef idx="1">
                  <a:schemeClr val="accent1">
                    <a:shade val="50000"/>
                  </a:schemeClr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14117264" name=""/>
                <p:cNvCxnSpPr/>
                <p:nvPr/>
              </p:nvCxnSpPr>
              <p:spPr bwMode="auto">
                <a:xfrm rot="16199998" flipH="0" flipV="0">
                  <a:off x="5033028" y="3128900"/>
                  <a:ext cx="305884" cy="0"/>
                </a:xfrm>
                <a:prstGeom prst="line">
                  <a:avLst/>
                </a:prstGeom>
                <a:ln w="38100" cap="flat" cmpd="sng" algn="ctr">
                  <a:solidFill>
                    <a:schemeClr val="tx1"/>
                  </a:solidFill>
                  <a:prstDash val="solid"/>
                  <a:miter lim="800000"/>
                </a:ln>
              </p:spPr>
              <p:style>
                <a:lnRef idx="1">
                  <a:schemeClr val="accent1">
                    <a:shade val="50000"/>
                  </a:schemeClr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139345114" name=""/>
                <p:cNvCxnSpPr/>
                <p:nvPr/>
              </p:nvCxnSpPr>
              <p:spPr bwMode="auto">
                <a:xfrm rot="16199998" flipH="0" flipV="0">
                  <a:off x="5937706" y="3128900"/>
                  <a:ext cx="305884" cy="0"/>
                </a:xfrm>
                <a:prstGeom prst="line">
                  <a:avLst/>
                </a:prstGeom>
                <a:ln w="38100" cap="flat" cmpd="sng" algn="ctr">
                  <a:solidFill>
                    <a:schemeClr val="tx1"/>
                  </a:solidFill>
                  <a:prstDash val="solid"/>
                  <a:miter lim="800000"/>
                </a:ln>
              </p:spPr>
              <p:style>
                <a:lnRef idx="1">
                  <a:schemeClr val="accent1">
                    <a:shade val="50000"/>
                  </a:schemeClr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666016779" name=""/>
                <p:cNvCxnSpPr/>
                <p:nvPr/>
              </p:nvCxnSpPr>
              <p:spPr bwMode="auto">
                <a:xfrm rot="16199998" flipH="0" flipV="1">
                  <a:off x="4421718" y="273442"/>
                  <a:ext cx="929742" cy="1477591"/>
                </a:xfrm>
                <a:prstGeom prst="line">
                  <a:avLst/>
                </a:prstGeom>
                <a:ln w="38100" cap="flat" cmpd="sng" algn="ctr">
                  <a:solidFill>
                    <a:srgbClr val="000000"/>
                  </a:solidFill>
                  <a:prstDash val="dash"/>
                  <a:miter lim="800000"/>
                </a:ln>
              </p:spPr>
              <p:style>
                <a:lnRef idx="1">
                  <a:schemeClr val="accent1">
                    <a:shade val="50000"/>
                  </a:schemeClr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815167164" name=""/>
                <p:cNvCxnSpPr/>
                <p:nvPr/>
              </p:nvCxnSpPr>
              <p:spPr bwMode="auto">
                <a:xfrm rot="16199998" flipH="0" flipV="0">
                  <a:off x="3513024" y="1067422"/>
                  <a:ext cx="819374" cy="0"/>
                </a:xfrm>
                <a:prstGeom prst="line">
                  <a:avLst/>
                </a:prstGeom>
                <a:ln w="38100" cap="flat" cmpd="sng" algn="ctr">
                  <a:solidFill>
                    <a:srgbClr val="000000"/>
                  </a:solidFill>
                  <a:prstDash val="dash"/>
                  <a:miter lim="800000"/>
                </a:ln>
              </p:spPr>
              <p:style>
                <a:lnRef idx="1">
                  <a:schemeClr val="accent1">
                    <a:shade val="50000"/>
                  </a:schemeClr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136569807" name=""/>
                <p:cNvCxnSpPr/>
                <p:nvPr/>
              </p:nvCxnSpPr>
              <p:spPr bwMode="auto">
                <a:xfrm rot="16199998" flipH="0" flipV="0">
                  <a:off x="2499462" y="261810"/>
                  <a:ext cx="912606" cy="1483722"/>
                </a:xfrm>
                <a:prstGeom prst="line">
                  <a:avLst/>
                </a:prstGeom>
                <a:ln w="38100" cap="flat" cmpd="sng" algn="ctr">
                  <a:solidFill>
                    <a:srgbClr val="000000"/>
                  </a:solidFill>
                  <a:prstDash val="dash"/>
                  <a:miter lim="800000"/>
                </a:ln>
              </p:spPr>
              <p:style>
                <a:lnRef idx="1">
                  <a:schemeClr val="accent1">
                    <a:shade val="50000"/>
                  </a:schemeClr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sp>
              <p:nvSpPr>
                <p:cNvPr id="1853586583" name=""/>
                <p:cNvSpPr txBox="1"/>
                <p:nvPr/>
              </p:nvSpPr>
              <p:spPr bwMode="auto">
                <a:xfrm rot="0" flipH="0" flipV="0">
                  <a:off x="0" y="0"/>
                  <a:ext cx="3072386" cy="936506"/>
                </a:xfrm>
                <a:prstGeom prst="rect">
                  <a:avLst/>
                </a:prstGeom>
                <a:noFill/>
              </p:spPr>
              <p:txBody>
                <a:bodyPr vertOverflow="overflow" horzOverflow="overflow" vert="horz" wrap="square" lIns="91440" tIns="45720" rIns="91440" bIns="45720" numCol="1" spcCol="0" rtlCol="0" fromWordArt="0" anchor="t" anchorCtr="0" forceAA="0" upright="0" compatLnSpc="0">
                  <a:spAutoFit/>
                </a:bodyPr>
                <a:p>
                  <a:pPr algn="ctr">
                    <a:defRPr/>
                  </a:pPr>
                  <a:r>
                    <a:rPr lang="fr-FR" sz="2600" b="1" i="0">
                      <a:solidFill>
                        <a:srgbClr val="45B5FF"/>
                      </a:solidFill>
                      <a:latin typeface="CMU Serif"/>
                      <a:ea typeface="CMU Serif"/>
                      <a:cs typeface="CMU Serif"/>
                    </a:rPr>
                    <a:t>Tree-Encoding with </a:t>
                  </a:r>
                  <mc:AlternateContent xmlns:mc="http://schemas.openxmlformats.org/markup-compatibility/2006" xmlns:m="http://schemas.openxmlformats.org/officeDocument/2006/math">
                    <mc:Choice xmlns:a14="http://schemas.microsoft.com/office/drawing/2010/main" Requires="a14">
                      <a14:m>
                        <m:oMathPara>
                          <m:oMathParaPr/>
                          <m:oMath>
                            <m:box>
                              <m:boxPr>
                                <m:aln m:val="off"/>
                                <m:diff m:val="off"/>
                                <m:noBreak m:val="off"/>
                                <m:opEmu m:val="on"/>
                                <m:ctrlPr>
                                  <a:rPr lang="fr-FR" sz="2600" b="1" i="0" u="none" strike="noStrike" cap="none" spc="0">
                                    <a:solidFill>
                                      <a:srgbClr val="45B5FF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</m:ctrlPr>
                              </m:boxPr>
                              <m:e>
                                <m:acc>
                                  <m:accPr>
                                    <m:chr m:val="⃗"/>
                                    <m:ctrlPr>
                                      <a:rPr lang="fr-FR" sz="2600" b="1" i="1" u="none" strike="noStrike" cap="none" spc="0">
                                        <a:solidFill>
                                          <a:srgbClr val="45B5FF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</m:ctrlPr>
                                  </m:accPr>
                                  <m:e>
                                    <m:r>
                                      <m:rPr>
                                        <m:sty m:val="bi"/>
                                      </m:rPr>
                                      <a:rPr lang="fr-FR" sz="2600" u="none" strike="noStrike" cap="none" spc="0">
                                        <a:solidFill>
                                          <a:srgbClr val="45B5FF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  <m:t>b</m:t>
                                    </m:r>
                                  </m:e>
                                </m:acc>
                                <m:r>
                                  <m:rPr>
                                    <m:sty m:val="b"/>
                                  </m:rPr>
                                  <a:rPr lang="fr-FR" sz="2600" u="none" strike="noStrike" cap="none" spc="0">
                                    <a:solidFill>
                                      <a:srgbClr val="45B5FF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=(3,2,1)</m:t>
                                </m:r>
                              </m:e>
                            </m:box>
                          </m:oMath>
                        </m:oMathPara>
                      </a14:m>
                    </mc:Choice>
                    <mc:Fallback/>
                  </mc:AlternateContent>
                  <a:endParaRPr sz="2600" b="1">
                    <a:solidFill>
                      <a:srgbClr val="45B5FF"/>
                    </a:solidFill>
                    <a:latin typeface="CMU Serif"/>
                    <a:cs typeface="CMU Serif"/>
                  </a:endParaRPr>
                </a:p>
              </p:txBody>
            </p:sp>
            <p:cxnSp>
              <p:nvCxnSpPr>
                <p:cNvPr id="1251020230" name=""/>
                <p:cNvCxnSpPr/>
                <p:nvPr/>
              </p:nvCxnSpPr>
              <p:spPr bwMode="auto">
                <a:xfrm rot="0" flipH="0" flipV="0">
                  <a:off x="1447079" y="2193106"/>
                  <a:ext cx="5021063" cy="0"/>
                </a:xfrm>
                <a:prstGeom prst="line">
                  <a:avLst/>
                </a:prstGeom>
                <a:ln w="28575" cap="flat" cmpd="sng" algn="ctr">
                  <a:solidFill>
                    <a:srgbClr val="595959"/>
                  </a:solidFill>
                  <a:prstDash val="sysDot"/>
                  <a:miter lim="800000"/>
                </a:ln>
              </p:spPr>
              <p:style>
                <a:lnRef idx="1">
                  <a:schemeClr val="accent1">
                    <a:shade val="50000"/>
                  </a:schemeClr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707250503" name=""/>
                <p:cNvCxnSpPr/>
                <p:nvPr/>
              </p:nvCxnSpPr>
              <p:spPr bwMode="auto">
                <a:xfrm rot="0" flipH="0" flipV="0">
                  <a:off x="1447079" y="3095915"/>
                  <a:ext cx="5021063" cy="0"/>
                </a:xfrm>
                <a:prstGeom prst="line">
                  <a:avLst/>
                </a:prstGeom>
                <a:ln w="28575" cap="flat" cmpd="sng" algn="ctr">
                  <a:solidFill>
                    <a:srgbClr val="595959"/>
                  </a:solidFill>
                  <a:prstDash val="sysDot"/>
                  <a:miter lim="800000"/>
                </a:ln>
              </p:spPr>
              <p:style>
                <a:lnRef idx="1">
                  <a:schemeClr val="accent1">
                    <a:shade val="50000"/>
                  </a:schemeClr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273705849" name=""/>
                <p:cNvCxnSpPr/>
                <p:nvPr/>
              </p:nvCxnSpPr>
              <p:spPr bwMode="auto">
                <a:xfrm rot="0" flipH="0" flipV="0">
                  <a:off x="1799532" y="1228010"/>
                  <a:ext cx="4316158" cy="0"/>
                </a:xfrm>
                <a:prstGeom prst="line">
                  <a:avLst/>
                </a:prstGeom>
                <a:ln w="28575" cap="flat" cmpd="sng" algn="ctr">
                  <a:solidFill>
                    <a:srgbClr val="595959"/>
                  </a:solidFill>
                  <a:prstDash val="sysDot"/>
                  <a:miter lim="800000"/>
                </a:ln>
              </p:spPr>
              <p:style>
                <a:lnRef idx="1">
                  <a:schemeClr val="accent1">
                    <a:shade val="50000"/>
                  </a:schemeClr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sp>
              <p:nvSpPr>
                <p:cNvPr id="1704543023" name=""/>
                <p:cNvSpPr txBox="1"/>
                <p:nvPr/>
              </p:nvSpPr>
              <p:spPr bwMode="auto">
                <a:xfrm rot="0" flipH="0" flipV="0">
                  <a:off x="6099129" y="1500972"/>
                  <a:ext cx="1262612" cy="488039"/>
                </a:xfrm>
                <a:prstGeom prst="rect">
                  <a:avLst/>
                </a:prstGeom>
                <a:noFill/>
              </p:spPr>
              <p:txBody>
                <a:bodyPr vertOverflow="overflow" horzOverflow="overflow" vert="horz" wrap="square" lIns="91440" tIns="45720" rIns="91440" bIns="45720" numCol="1" spcCol="0" rtlCol="0" fromWordArt="0" anchor="t" anchorCtr="0" forceAA="0" upright="0" compatLnSpc="0">
                  <a:spAutoFit/>
                </a:bodyPr>
                <a:p>
                  <a:pPr algn="ctr">
                    <a:defRPr/>
                  </a:pPr>
                  <mc:AlternateContent xmlns:mc="http://schemas.openxmlformats.org/markup-compatibility/2006" xmlns:m="http://schemas.openxmlformats.org/officeDocument/2006/math">
                    <mc:Choice xmlns:a14="http://schemas.microsoft.com/office/drawing/2010/main" Requires="a14">
                      <a14:m>
                        <m:oMathPara>
                          <m:oMathParaPr/>
                          <m:oMath>
                            <m:sSub>
                              <m:sSubPr>
                                <m:ctrlPr>
                                  <a:rPr lang="fr-FR" sz="2600" b="1" i="0" u="none" strike="noStrike" cap="none" spc="0">
                                    <a:solidFill>
                                      <a:srgbClr val="45B5FF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</m:ctrlPr>
                              </m:sSubPr>
                              <m:e>
                                <m:r>
                                  <m:rPr>
                                    <m:sty m:val="b"/>
                                  </m:rPr>
                                  <a:rPr lang="fr-FR" sz="2600" u="none" strike="noStrike" cap="none" spc="0">
                                    <a:solidFill>
                                      <a:srgbClr val="45B5FF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b</m:t>
                                </m:r>
                              </m:e>
                              <m:sub>
                                <m:r>
                                  <m:rPr>
                                    <m:sty m:val="b"/>
                                  </m:rPr>
                                  <a:rPr lang="fr-FR" sz="2600" u="none" strike="noStrike" cap="none" spc="0">
                                    <a:solidFill>
                                      <a:srgbClr val="45B5FF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0</m:t>
                                </m:r>
                              </m:sub>
                            </m:sSub>
                            <m:r>
                              <m:rPr>
                                <m:sty m:val="b"/>
                              </m:rPr>
                              <a:rPr lang="fr-FR" sz="2600" u="none" strike="noStrike" cap="none" spc="0">
                                <a:solidFill>
                                  <a:srgbClr val="45B5FF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=3</m:t>
                            </m:r>
                          </m:oMath>
                        </m:oMathPara>
                      </a14:m>
                    </mc:Choice>
                    <mc:Fallback/>
                  </mc:AlternateContent>
                  <a:endParaRPr sz="2600" b="1">
                    <a:solidFill>
                      <a:srgbClr val="45B5FF"/>
                    </a:solidFill>
                    <a:latin typeface="CMU Serif"/>
                    <a:cs typeface="CMU Serif"/>
                  </a:endParaRPr>
                </a:p>
              </p:txBody>
            </p:sp>
            <p:sp>
              <p:nvSpPr>
                <p:cNvPr id="370394186" name=""/>
                <p:cNvSpPr txBox="1"/>
                <p:nvPr/>
              </p:nvSpPr>
              <p:spPr bwMode="auto">
                <a:xfrm rot="0" flipH="0" flipV="0">
                  <a:off x="6437010" y="2433696"/>
                  <a:ext cx="1343541" cy="488039"/>
                </a:xfrm>
                <a:prstGeom prst="rect">
                  <a:avLst/>
                </a:prstGeom>
                <a:noFill/>
              </p:spPr>
              <p:txBody>
                <a:bodyPr vertOverflow="overflow" horzOverflow="overflow" vert="horz" wrap="square" lIns="91440" tIns="45720" rIns="91440" bIns="45720" numCol="1" spcCol="0" rtlCol="0" fromWordArt="0" anchor="t" anchorCtr="0" forceAA="0" upright="0" compatLnSpc="0">
                  <a:spAutoFit/>
                </a:bodyPr>
                <a:p>
                  <a:pPr algn="ctr">
                    <a:defRPr/>
                  </a:pPr>
                  <mc:AlternateContent xmlns:mc="http://schemas.openxmlformats.org/markup-compatibility/2006" xmlns:m="http://schemas.openxmlformats.org/officeDocument/2006/math">
                    <mc:Choice xmlns:a14="http://schemas.microsoft.com/office/drawing/2010/main" Requires="a14">
                      <a14:m>
                        <m:oMathPara>
                          <m:oMathParaPr/>
                          <m:oMath>
                            <m:sSub>
                              <m:sSubPr>
                                <m:ctrlPr>
                                  <a:rPr lang="fr-FR" sz="2600" b="1" i="0" u="none" strike="noStrike" cap="none" spc="0">
                                    <a:solidFill>
                                      <a:srgbClr val="45B5FF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</m:ctrlPr>
                              </m:sSubPr>
                              <m:e>
                                <m:r>
                                  <m:rPr>
                                    <m:sty m:val="b"/>
                                  </m:rPr>
                                  <a:rPr lang="fr-FR" sz="2600" u="none" strike="noStrike" cap="none" spc="0">
                                    <a:solidFill>
                                      <a:srgbClr val="45B5FF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b</m:t>
                                </m:r>
                              </m:e>
                              <m:sub>
                                <m:r>
                                  <m:rPr>
                                    <m:sty m:val="b"/>
                                  </m:rPr>
                                  <a:rPr lang="fr-FR" sz="2600" u="none" strike="noStrike" cap="none" spc="0">
                                    <a:solidFill>
                                      <a:srgbClr val="45B5FF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1</m:t>
                                </m:r>
                              </m:sub>
                            </m:sSub>
                            <m:r>
                              <m:rPr>
                                <m:sty m:val="b"/>
                              </m:rPr>
                              <a:rPr lang="fr-FR" sz="2600" u="none" strike="noStrike" cap="none" spc="0">
                                <a:solidFill>
                                  <a:srgbClr val="45B5FF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=2</m:t>
                            </m:r>
                          </m:oMath>
                        </m:oMathPara>
                      </a14:m>
                    </mc:Choice>
                    <mc:Fallback/>
                  </mc:AlternateContent>
                  <a:endParaRPr sz="2600" b="1">
                    <a:solidFill>
                      <a:srgbClr val="45B5FF"/>
                    </a:solidFill>
                    <a:latin typeface="CMU Serif"/>
                    <a:cs typeface="CMU Serif"/>
                  </a:endParaRPr>
                </a:p>
              </p:txBody>
            </p:sp>
            <p:sp>
              <p:nvSpPr>
                <p:cNvPr id="203003063" name=""/>
                <p:cNvSpPr txBox="1"/>
                <p:nvPr/>
              </p:nvSpPr>
              <p:spPr bwMode="auto">
                <a:xfrm rot="0" flipH="0" flipV="0">
                  <a:off x="6470237" y="3341615"/>
                  <a:ext cx="1310314" cy="488039"/>
                </a:xfrm>
                <a:prstGeom prst="rect">
                  <a:avLst/>
                </a:prstGeom>
                <a:noFill/>
              </p:spPr>
              <p:txBody>
                <a:bodyPr vertOverflow="overflow" horzOverflow="overflow" vert="horz" wrap="square" lIns="91440" tIns="45720" rIns="91440" bIns="45720" numCol="1" spcCol="0" rtlCol="0" fromWordArt="0" anchor="t" anchorCtr="0" forceAA="0" upright="0" compatLnSpc="0">
                  <a:spAutoFit/>
                </a:bodyPr>
                <a:p>
                  <a:pPr algn="ctr">
                    <a:defRPr/>
                  </a:pPr>
                  <mc:AlternateContent xmlns:mc="http://schemas.openxmlformats.org/markup-compatibility/2006" xmlns:m="http://schemas.openxmlformats.org/officeDocument/2006/math">
                    <mc:Choice xmlns:a14="http://schemas.microsoft.com/office/drawing/2010/main" Requires="a14">
                      <a14:m>
                        <m:oMathPara>
                          <m:oMathParaPr/>
                          <m:oMath>
                            <m:sSub>
                              <m:sSubPr>
                                <m:ctrlPr>
                                  <a:rPr lang="fr-FR" sz="2600" b="1" i="0" u="none" strike="noStrike" cap="none" spc="0">
                                    <a:solidFill>
                                      <a:srgbClr val="45B5FF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</m:ctrlPr>
                              </m:sSubPr>
                              <m:e>
                                <m:r>
                                  <m:rPr>
                                    <m:sty m:val="b"/>
                                  </m:rPr>
                                  <a:rPr lang="fr-FR" sz="2600" u="none" strike="noStrike" cap="none" spc="0">
                                    <a:solidFill>
                                      <a:srgbClr val="45B5FF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b</m:t>
                                </m:r>
                              </m:e>
                              <m:sub>
                                <m:r>
                                  <m:rPr>
                                    <m:sty m:val="b"/>
                                  </m:rPr>
                                  <a:rPr lang="fr-FR" sz="2600" u="none" strike="noStrike" cap="none" spc="0">
                                    <a:solidFill>
                                      <a:srgbClr val="45B5FF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2</m:t>
                                </m:r>
                              </m:sub>
                            </m:sSub>
                            <m:r>
                              <m:rPr>
                                <m:sty m:val="b"/>
                              </m:rPr>
                              <a:rPr lang="fr-FR" sz="2600" u="none" strike="noStrike" cap="none" spc="0">
                                <a:solidFill>
                                  <a:srgbClr val="45B5FF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=1</m:t>
                            </m:r>
                          </m:oMath>
                        </m:oMathPara>
                      </a14:m>
                    </mc:Choice>
                    <mc:Fallback/>
                  </mc:AlternateContent>
                  <a:endParaRPr sz="2600" b="1">
                    <a:solidFill>
                      <a:srgbClr val="45B5FF"/>
                    </a:solidFill>
                    <a:latin typeface="CMU Serif"/>
                    <a:cs typeface="CMU Serif"/>
                  </a:endParaRPr>
                </a:p>
              </p:txBody>
            </p:sp>
            <p:sp>
              <p:nvSpPr>
                <p:cNvPr id="957960195" name=""/>
                <p:cNvSpPr txBox="1"/>
                <p:nvPr/>
              </p:nvSpPr>
              <p:spPr bwMode="auto">
                <a:xfrm rot="0" flipH="0" flipV="0">
                  <a:off x="109587" y="1836031"/>
                  <a:ext cx="877406" cy="823320"/>
                </a:xfrm>
                <a:prstGeom prst="rect">
                  <a:avLst/>
                </a:prstGeom>
                <a:noFill/>
              </p:spPr>
              <p:txBody>
                <a:bodyPr vertOverflow="overflow" horzOverflow="overflow" vert="horz" wrap="square" lIns="91440" tIns="45720" rIns="91440" bIns="45720" numCol="1" spcCol="0" rtlCol="0" fromWordArt="0" anchor="t" anchorCtr="0" forceAA="0" upright="0" compatLnSpc="0">
                  <a:spAutoFit/>
                </a:bodyPr>
                <a:p>
                  <a:pPr>
                    <a:defRPr/>
                  </a:pPr>
                  <a:r>
                    <a:rPr lang="fr-FR" sz="4800" b="1">
                      <a:latin typeface="CMU Serif"/>
                      <a:ea typeface="CMU Serif"/>
                      <a:cs typeface="CMU Serif"/>
                    </a:rPr>
                    <a:t>=</a:t>
                  </a:r>
                  <a:endParaRPr/>
                </a:p>
              </p:txBody>
            </p:sp>
          </p:grpSp>
          <p:sp>
            <p:nvSpPr>
              <p:cNvPr id="1863965591" name=""/>
              <p:cNvSpPr/>
              <p:nvPr/>
            </p:nvSpPr>
            <p:spPr bwMode="auto">
              <a:xfrm rot="0" flipH="0" flipV="0">
                <a:off x="0" y="1938803"/>
                <a:ext cx="766766" cy="766766"/>
              </a:xfrm>
              <a:prstGeom prst="ellipse">
                <a:avLst/>
              </a:prstGeom>
              <a:solidFill>
                <a:srgbClr val="FFC926"/>
              </a:solidFill>
              <a:ln w="38100" cap="flat" cmpd="sng" algn="ctr">
                <a:solidFill>
                  <a:schemeClr val="tx1"/>
                </a:solidFill>
                <a:prstDash val="sysDash"/>
                <a:miter lim="800000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p>
                <a:pPr algn="ctr">
                  <a:defRPr/>
                </a:pPr>
                <a:endParaRPr/>
              </a:p>
            </p:txBody>
          </p:sp>
        </p:grpSp>
        <p:sp>
          <p:nvSpPr>
            <p:cNvPr id="363814752" name=""/>
            <p:cNvSpPr txBox="1"/>
            <p:nvPr/>
          </p:nvSpPr>
          <p:spPr bwMode="auto">
            <a:xfrm rot="0" flipH="0" flipV="0">
              <a:off x="13963357" y="4528271"/>
              <a:ext cx="2944499" cy="488039"/>
            </a:xfrm>
            <a:prstGeom prst="rect">
              <a:avLst/>
            </a:prstGeom>
            <a:noFill/>
          </p:spPr>
          <p:txBody>
            <a:bodyPr vertOverflow="overflow" horzOverflow="overflow" vert="horz" wrap="square" lIns="91440" tIns="45720" rIns="91440" bIns="45720" numCol="1" spcCol="0" rtlCol="0" fromWordArt="0" anchor="t" anchorCtr="0" forceAA="0" upright="0" compatLnSpc="0">
              <a:spAutoFit/>
            </a:bodyPr>
            <a:p>
              <a:pPr algn="ctr">
                <a:defRPr/>
              </a:pPr>
              <a:r>
                <a:rPr lang="fr-FR" sz="2600" b="1" i="0">
                  <a:solidFill>
                    <a:srgbClr val="45B5FF"/>
                  </a:solidFill>
                  <a:latin typeface="CMU Serif"/>
                  <a:ea typeface="CMU Serif"/>
                  <a:cs typeface="CMU Serif"/>
                </a:rPr>
                <a:t>Physical Qubits</a:t>
              </a:r>
              <a:endParaRPr sz="2600" b="1">
                <a:solidFill>
                  <a:srgbClr val="45B5FF"/>
                </a:solidFill>
                <a:latin typeface="CMU Serif"/>
                <a:cs typeface="CMU Serif"/>
              </a:endParaRPr>
            </a:p>
          </p:txBody>
        </p:sp>
        <p:sp>
          <p:nvSpPr>
            <p:cNvPr id="1844674637" name=""/>
            <p:cNvSpPr txBox="1"/>
            <p:nvPr/>
          </p:nvSpPr>
          <p:spPr bwMode="auto">
            <a:xfrm rot="0" flipH="0" flipV="0">
              <a:off x="4296925" y="5068047"/>
              <a:ext cx="890201" cy="640440"/>
            </a:xfrm>
            <a:prstGeom prst="rect">
              <a:avLst/>
            </a:prstGeom>
            <a:noFill/>
          </p:spPr>
          <p:txBody>
            <a:bodyPr vertOverflow="overflow" horzOverflow="overflow" vert="horz" wrap="square" lIns="91440" tIns="45720" rIns="91440" bIns="45720" numCol="1" spcCol="0" rtlCol="0" fromWordArt="0" anchor="t" anchorCtr="0" forceAA="0" upright="0" compatLnSpc="0">
              <a:spAutoFit/>
            </a:bodyPr>
            <a:p>
              <a:pPr algn="ctr">
                <a:defRPr/>
              </a:pPr>
              <a:r>
                <a:rPr lang="fr-FR" sz="3600" b="1">
                  <a:latin typeface="CMU Serif"/>
                  <a:ea typeface="CMU Serif"/>
                  <a:cs typeface="CMU Serif"/>
                </a:rPr>
                <a:t>(a)</a:t>
              </a:r>
              <a:endParaRPr sz="3600" b="1" i="0">
                <a:latin typeface="CMU Serif"/>
                <a:cs typeface="CMU Serif"/>
              </a:endParaRPr>
            </a:p>
          </p:txBody>
        </p:sp>
        <p:sp>
          <p:nvSpPr>
            <p:cNvPr id="2048893674" name=""/>
            <p:cNvSpPr txBox="1"/>
            <p:nvPr/>
          </p:nvSpPr>
          <p:spPr bwMode="auto">
            <a:xfrm rot="0" flipH="0" flipV="0">
              <a:off x="14836543" y="5068047"/>
              <a:ext cx="967770" cy="640440"/>
            </a:xfrm>
            <a:prstGeom prst="rect">
              <a:avLst/>
            </a:prstGeom>
            <a:noFill/>
          </p:spPr>
          <p:txBody>
            <a:bodyPr vertOverflow="overflow" horzOverflow="overflow" vert="horz" wrap="square" lIns="91440" tIns="45720" rIns="91440" bIns="45720" numCol="1" spcCol="0" rtlCol="0" fromWordArt="0" anchor="t" anchorCtr="0" forceAA="0" upright="0" compatLnSpc="0">
              <a:spAutoFit/>
            </a:bodyPr>
            <a:p>
              <a:pPr algn="ctr">
                <a:defRPr/>
              </a:pPr>
              <a:r>
                <a:rPr lang="fr-FR" sz="3600" b="1">
                  <a:latin typeface="CMU Serif"/>
                  <a:ea typeface="CMU Serif"/>
                  <a:cs typeface="CMU Serif"/>
                </a:rPr>
                <a:t>(b)</a:t>
              </a:r>
              <a:endParaRPr sz="3600" b="1" i="0">
                <a:latin typeface="CMU Serif"/>
                <a:cs typeface="CMU Serif"/>
              </a:endParaRPr>
            </a:p>
          </p:txBody>
        </p:sp>
      </p:grpSp>
      <p:grpSp>
        <p:nvGrpSpPr>
          <p:cNvPr id="386094355" name=""/>
          <p:cNvGrpSpPr/>
          <p:nvPr/>
        </p:nvGrpSpPr>
        <p:grpSpPr bwMode="auto">
          <a:xfrm>
            <a:off x="5259765" y="10144729"/>
            <a:ext cx="15560472" cy="5712933"/>
            <a:chOff x="0" y="0"/>
            <a:chExt cx="15560472" cy="5712933"/>
          </a:xfrm>
        </p:grpSpPr>
        <p:grpSp>
          <p:nvGrpSpPr>
            <p:cNvPr id="1367443478" name=""/>
            <p:cNvGrpSpPr/>
            <p:nvPr/>
          </p:nvGrpSpPr>
          <p:grpSpPr bwMode="auto">
            <a:xfrm rot="0" flipH="0" flipV="0">
              <a:off x="0" y="0"/>
              <a:ext cx="4691006" cy="4673709"/>
              <a:chOff x="0" y="0"/>
              <a:chExt cx="4691006" cy="4673709"/>
            </a:xfrm>
          </p:grpSpPr>
          <p:grpSp>
            <p:nvGrpSpPr>
              <p:cNvPr id="1447600443" name=""/>
              <p:cNvGrpSpPr/>
              <p:nvPr/>
            </p:nvGrpSpPr>
            <p:grpSpPr bwMode="auto">
              <a:xfrm rot="10800000">
                <a:off x="571500" y="1336194"/>
                <a:ext cx="3974220" cy="3337515"/>
                <a:chOff x="0" y="0"/>
                <a:chExt cx="3974220" cy="3337515"/>
              </a:xfrm>
            </p:grpSpPr>
            <p:cxnSp>
              <p:nvCxnSpPr>
                <p:cNvPr id="646056537" name=""/>
                <p:cNvCxnSpPr/>
                <p:nvPr/>
              </p:nvCxnSpPr>
              <p:spPr bwMode="auto">
                <a:xfrm rot="10800000" flipH="0" flipV="0">
                  <a:off x="2436300" y="1668753"/>
                  <a:ext cx="805230" cy="0"/>
                </a:xfrm>
                <a:prstGeom prst="line">
                  <a:avLst/>
                </a:prstGeom>
                <a:ln w="38100" cap="flat" cmpd="sng" algn="ctr">
                  <a:solidFill>
                    <a:srgbClr val="000000"/>
                  </a:solidFill>
                  <a:prstDash val="solid"/>
                  <a:miter lim="800000"/>
                </a:ln>
              </p:spPr>
              <p:style>
                <a:lnRef idx="1">
                  <a:schemeClr val="accent1">
                    <a:shade val="50000"/>
                  </a:schemeClr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117192866" name=""/>
                <p:cNvCxnSpPr/>
                <p:nvPr/>
              </p:nvCxnSpPr>
              <p:spPr bwMode="auto">
                <a:xfrm rot="16199998" flipH="0" flipV="1">
                  <a:off x="2370879" y="431757"/>
                  <a:ext cx="1043366" cy="912529"/>
                </a:xfrm>
                <a:prstGeom prst="line">
                  <a:avLst/>
                </a:prstGeom>
                <a:ln w="38100" cap="flat" cmpd="sng" algn="ctr">
                  <a:solidFill>
                    <a:srgbClr val="000000"/>
                  </a:solidFill>
                  <a:prstDash val="solid"/>
                  <a:miter lim="800000"/>
                </a:ln>
              </p:spPr>
              <p:style>
                <a:lnRef idx="1">
                  <a:schemeClr val="accent1">
                    <a:shade val="50000"/>
                  </a:schemeClr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004321018" name=""/>
                <p:cNvCxnSpPr/>
                <p:nvPr/>
              </p:nvCxnSpPr>
              <p:spPr bwMode="auto">
                <a:xfrm rot="5399997" flipH="0" flipV="0">
                  <a:off x="2370880" y="1993221"/>
                  <a:ext cx="1043364" cy="912529"/>
                </a:xfrm>
                <a:prstGeom prst="line">
                  <a:avLst/>
                </a:prstGeom>
                <a:ln w="38100" cap="flat" cmpd="sng" algn="ctr">
                  <a:solidFill>
                    <a:srgbClr val="000000"/>
                  </a:solidFill>
                  <a:prstDash val="solid"/>
                  <a:miter lim="800000"/>
                </a:ln>
              </p:spPr>
              <p:style>
                <a:lnRef idx="1">
                  <a:schemeClr val="accent1">
                    <a:shade val="50000"/>
                  </a:schemeClr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sp>
              <p:nvSpPr>
                <p:cNvPr id="981816707" name=""/>
                <p:cNvSpPr/>
                <p:nvPr/>
              </p:nvSpPr>
              <p:spPr bwMode="auto">
                <a:xfrm rot="0" flipH="0" flipV="0">
                  <a:off x="3241530" y="1302405"/>
                  <a:ext cx="732690" cy="732690"/>
                </a:xfrm>
                <a:prstGeom prst="ellipse">
                  <a:avLst/>
                </a:prstGeom>
                <a:solidFill>
                  <a:srgbClr val="E173FF"/>
                </a:solidFill>
                <a:ln w="38100" cap="flat" cmpd="sng" algn="ctr">
                  <a:solidFill>
                    <a:srgbClr val="000000"/>
                  </a:solidFill>
                  <a:prstDash val="solid"/>
                  <a:miter lim="800000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</p:sp>
            <p:cxnSp>
              <p:nvCxnSpPr>
                <p:cNvPr id="264740111" name=""/>
                <p:cNvCxnSpPr/>
                <p:nvPr/>
              </p:nvCxnSpPr>
              <p:spPr bwMode="auto">
                <a:xfrm rot="10800000" flipH="0" flipV="0">
                  <a:off x="732690" y="2971170"/>
                  <a:ext cx="970920" cy="0"/>
                </a:xfrm>
                <a:prstGeom prst="line">
                  <a:avLst/>
                </a:prstGeom>
                <a:ln w="38100" cap="flat" cmpd="sng" algn="ctr">
                  <a:solidFill>
                    <a:schemeClr val="tx1"/>
                  </a:solidFill>
                  <a:prstDash val="solid"/>
                  <a:miter lim="800000"/>
                </a:ln>
              </p:spPr>
              <p:style>
                <a:lnRef idx="1">
                  <a:schemeClr val="accent1">
                    <a:shade val="50000"/>
                  </a:schemeClr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404345879" name=""/>
                <p:cNvCxnSpPr/>
                <p:nvPr/>
              </p:nvCxnSpPr>
              <p:spPr bwMode="auto">
                <a:xfrm rot="10800000" flipH="0" flipV="1">
                  <a:off x="732690" y="1668753"/>
                  <a:ext cx="970920" cy="0"/>
                </a:xfrm>
                <a:prstGeom prst="line">
                  <a:avLst/>
                </a:prstGeom>
                <a:ln w="38100" cap="flat" cmpd="sng" algn="ctr">
                  <a:solidFill>
                    <a:schemeClr val="tx1"/>
                  </a:solidFill>
                  <a:prstDash val="solid"/>
                  <a:miter lim="800000"/>
                </a:ln>
              </p:spPr>
              <p:style>
                <a:lnRef idx="1">
                  <a:schemeClr val="accent1">
                    <a:shade val="50000"/>
                  </a:schemeClr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540731748" name=""/>
                <p:cNvCxnSpPr/>
                <p:nvPr/>
              </p:nvCxnSpPr>
              <p:spPr bwMode="auto">
                <a:xfrm rot="10800000" flipH="0" flipV="0">
                  <a:off x="732690" y="366345"/>
                  <a:ext cx="970920" cy="0"/>
                </a:xfrm>
                <a:prstGeom prst="line">
                  <a:avLst/>
                </a:prstGeom>
                <a:ln w="38100" cap="flat" cmpd="sng" algn="ctr">
                  <a:solidFill>
                    <a:schemeClr val="tx1"/>
                  </a:solidFill>
                  <a:prstDash val="solid"/>
                  <a:miter lim="800000"/>
                </a:ln>
              </p:spPr>
              <p:style>
                <a:lnRef idx="1">
                  <a:schemeClr val="accent1">
                    <a:shade val="50000"/>
                  </a:schemeClr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grpSp>
              <p:nvGrpSpPr>
                <p:cNvPr id="757852487" name=""/>
                <p:cNvGrpSpPr/>
                <p:nvPr/>
              </p:nvGrpSpPr>
              <p:grpSpPr bwMode="auto">
                <a:xfrm>
                  <a:off x="0" y="0"/>
                  <a:ext cx="732690" cy="3337515"/>
                  <a:chOff x="0" y="0"/>
                  <a:chExt cx="732690" cy="3337515"/>
                </a:xfrm>
              </p:grpSpPr>
              <p:sp>
                <p:nvSpPr>
                  <p:cNvPr id="34744910" name=""/>
                  <p:cNvSpPr/>
                  <p:nvPr/>
                </p:nvSpPr>
                <p:spPr bwMode="auto">
                  <a:xfrm rot="0" flipH="0" flipV="0">
                    <a:off x="0" y="2604825"/>
                    <a:ext cx="732690" cy="732690"/>
                  </a:xfrm>
                  <a:prstGeom prst="ellipse">
                    <a:avLst/>
                  </a:prstGeom>
                  <a:solidFill>
                    <a:srgbClr val="FF4C4C"/>
                  </a:solidFill>
                  <a:ln w="38100" cap="flat" cmpd="sng" algn="ctr">
                    <a:solidFill>
                      <a:srgbClr val="000000"/>
                    </a:solidFill>
                    <a:prstDash val="solid"/>
                    <a:miter lim="800000"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</p:sp>
              <p:sp>
                <p:nvSpPr>
                  <p:cNvPr id="614265771" name=""/>
                  <p:cNvSpPr/>
                  <p:nvPr/>
                </p:nvSpPr>
                <p:spPr bwMode="auto">
                  <a:xfrm rot="0" flipH="0" flipV="0">
                    <a:off x="0" y="1302405"/>
                    <a:ext cx="732690" cy="732690"/>
                  </a:xfrm>
                  <a:prstGeom prst="ellipse">
                    <a:avLst/>
                  </a:prstGeom>
                  <a:solidFill>
                    <a:srgbClr val="FF4C4C"/>
                  </a:solidFill>
                  <a:ln w="38100" cap="flat" cmpd="sng" algn="ctr">
                    <a:solidFill>
                      <a:srgbClr val="000000"/>
                    </a:solidFill>
                    <a:prstDash val="solid"/>
                    <a:miter lim="800000"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</p:sp>
              <p:sp>
                <p:nvSpPr>
                  <p:cNvPr id="1483676357" name=""/>
                  <p:cNvSpPr/>
                  <p:nvPr/>
                </p:nvSpPr>
                <p:spPr bwMode="auto">
                  <a:xfrm rot="0" flipH="0" flipV="0">
                    <a:off x="0" y="0"/>
                    <a:ext cx="732690" cy="732690"/>
                  </a:xfrm>
                  <a:prstGeom prst="ellipse">
                    <a:avLst/>
                  </a:prstGeom>
                  <a:solidFill>
                    <a:srgbClr val="FF4C4C"/>
                  </a:solidFill>
                  <a:ln w="38100" cap="flat" cmpd="sng" algn="ctr">
                    <a:solidFill>
                      <a:srgbClr val="000000"/>
                    </a:solidFill>
                    <a:prstDash val="solid"/>
                    <a:miter lim="800000"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</p:sp>
            </p:grpSp>
            <p:grpSp>
              <p:nvGrpSpPr>
                <p:cNvPr id="569130598" name=""/>
                <p:cNvGrpSpPr/>
                <p:nvPr/>
              </p:nvGrpSpPr>
              <p:grpSpPr bwMode="auto">
                <a:xfrm>
                  <a:off x="1703610" y="0"/>
                  <a:ext cx="732690" cy="3337515"/>
                  <a:chOff x="0" y="0"/>
                  <a:chExt cx="732690" cy="3337515"/>
                </a:xfrm>
              </p:grpSpPr>
              <p:sp>
                <p:nvSpPr>
                  <p:cNvPr id="1602059064" name=""/>
                  <p:cNvSpPr/>
                  <p:nvPr/>
                </p:nvSpPr>
                <p:spPr bwMode="auto">
                  <a:xfrm rot="0" flipH="0" flipV="0">
                    <a:off x="0" y="2604825"/>
                    <a:ext cx="732690" cy="732690"/>
                  </a:xfrm>
                  <a:prstGeom prst="ellipse">
                    <a:avLst/>
                  </a:prstGeom>
                  <a:solidFill>
                    <a:srgbClr val="FFC926"/>
                  </a:solidFill>
                  <a:ln w="38100" cap="flat" cmpd="sng" algn="ctr">
                    <a:solidFill>
                      <a:schemeClr val="tx1"/>
                    </a:solidFill>
                    <a:prstDash val="sysDash"/>
                    <a:miter lim="800000"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</p:sp>
              <p:sp>
                <p:nvSpPr>
                  <p:cNvPr id="1528945361" name=""/>
                  <p:cNvSpPr/>
                  <p:nvPr/>
                </p:nvSpPr>
                <p:spPr bwMode="auto">
                  <a:xfrm rot="0" flipH="0" flipV="0">
                    <a:off x="0" y="1302405"/>
                    <a:ext cx="732690" cy="732690"/>
                  </a:xfrm>
                  <a:prstGeom prst="ellipse">
                    <a:avLst/>
                  </a:prstGeom>
                  <a:solidFill>
                    <a:srgbClr val="FFC926"/>
                  </a:solidFill>
                  <a:ln w="38100" cap="flat" cmpd="sng" algn="ctr">
                    <a:solidFill>
                      <a:schemeClr val="tx1"/>
                    </a:solidFill>
                    <a:prstDash val="sysDash"/>
                    <a:miter lim="800000"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</p:sp>
              <p:sp>
                <p:nvSpPr>
                  <p:cNvPr id="991956603" name=""/>
                  <p:cNvSpPr/>
                  <p:nvPr/>
                </p:nvSpPr>
                <p:spPr bwMode="auto">
                  <a:xfrm rot="0" flipH="0" flipV="0">
                    <a:off x="0" y="0"/>
                    <a:ext cx="732690" cy="732690"/>
                  </a:xfrm>
                  <a:prstGeom prst="ellipse">
                    <a:avLst/>
                  </a:prstGeom>
                  <a:solidFill>
                    <a:srgbClr val="FFC926"/>
                  </a:solidFill>
                  <a:ln w="38100" cap="flat" cmpd="sng" algn="ctr">
                    <a:solidFill>
                      <a:schemeClr val="tx1"/>
                    </a:solidFill>
                    <a:prstDash val="sysDash"/>
                    <a:miter lim="800000"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</p:sp>
            </p:grpSp>
          </p:grpSp>
          <p:grpSp>
            <p:nvGrpSpPr>
              <p:cNvPr id="947574836" name=""/>
              <p:cNvGrpSpPr/>
              <p:nvPr/>
            </p:nvGrpSpPr>
            <p:grpSpPr bwMode="auto">
              <a:xfrm>
                <a:off x="766709" y="0"/>
                <a:ext cx="3924297" cy="1161628"/>
                <a:chOff x="0" y="0"/>
                <a:chExt cx="3924297" cy="1161628"/>
              </a:xfrm>
            </p:grpSpPr>
            <p:sp>
              <p:nvSpPr>
                <p:cNvPr id="4675470" name=""/>
                <p:cNvSpPr/>
                <p:nvPr/>
              </p:nvSpPr>
              <p:spPr bwMode="auto">
                <a:xfrm rot="5400000" flipH="0" flipV="0">
                  <a:off x="1851862" y="-910805"/>
                  <a:ext cx="220572" cy="3924297"/>
                </a:xfrm>
                <a:prstGeom prst="leftBrace">
                  <a:avLst>
                    <a:gd name="adj1" fmla="val 101801"/>
                    <a:gd name="adj2" fmla="val 50000"/>
                  </a:avLst>
                </a:prstGeom>
                <a:ln w="38100" cap="flat" cmpd="sng" algn="ctr">
                  <a:solidFill>
                    <a:schemeClr val="tx1"/>
                  </a:solidFill>
                  <a:prstDash val="solid"/>
                  <a:miter lim="800000"/>
                </a:ln>
              </p:spPr>
              <p:style>
                <a:lnRef idx="1">
                  <a:schemeClr val="accent1">
                    <a:shade val="50000"/>
                  </a:schemeClr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sp>
            <p:sp>
              <p:nvSpPr>
                <p:cNvPr id="1657431098" name=""/>
                <p:cNvSpPr txBox="1"/>
                <p:nvPr/>
              </p:nvSpPr>
              <p:spPr bwMode="auto">
                <a:xfrm rot="0" flipH="0" flipV="0">
                  <a:off x="887190" y="0"/>
                  <a:ext cx="2145915" cy="885225"/>
                </a:xfrm>
                <a:prstGeom prst="rect">
                  <a:avLst/>
                </a:prstGeom>
                <a:noFill/>
              </p:spPr>
              <p:txBody>
                <a:bodyPr vertOverflow="overflow" horzOverflow="overflow" vert="horz" wrap="square" lIns="91440" tIns="45720" rIns="91440" bIns="45720" numCol="1" spcCol="0" rtlCol="0" fromWordArt="0" anchor="t" anchorCtr="0" forceAA="0" upright="0" compatLnSpc="0">
                  <a:spAutoFit/>
                </a:bodyPr>
                <a:p>
                  <a:pPr algn="ctr">
                    <a:defRPr/>
                  </a:pPr>
                  <a:r>
                    <a:rPr lang="fr-FR" sz="2600" b="1">
                      <a:latin typeface="CMU Serif"/>
                      <a:ea typeface="CMU Serif"/>
                      <a:cs typeface="CMU Serif"/>
                    </a:rPr>
                    <a:t>Half-RGS</a:t>
                  </a:r>
                  <a:br>
                    <a:rPr sz="2600" b="1">
                      <a:latin typeface="CMU Serif"/>
                      <a:cs typeface="CMU Serif"/>
                    </a:rPr>
                  </a:br>
                  <a:r>
                    <a:rPr lang="fr-FR" sz="2600" b="1">
                      <a:latin typeface="CMU Serif"/>
                      <a:cs typeface="CMU Serif"/>
                    </a:rPr>
                    <a:t>(</a:t>
                  </a:r>
                  <a:r>
                    <a:rPr lang="fr-FR" sz="2600" b="1" i="1" u="none" strike="noStrike" cap="none" spc="0">
                      <a:solidFill>
                        <a:schemeClr val="tx1"/>
                      </a:solidFill>
                      <a:latin typeface="CMU Serif"/>
                      <a:ea typeface="CMU Serif"/>
                      <a:cs typeface="CMU Serif"/>
                    </a:rPr>
                    <a:t>m </a:t>
                  </a:r>
                  <a:r>
                    <a:rPr lang="fr-FR" sz="2600" b="1" i="0" u="none" strike="noStrike" cap="none" spc="0">
                      <a:solidFill>
                        <a:schemeClr val="tx1"/>
                      </a:solidFill>
                      <a:latin typeface="CMU Serif"/>
                      <a:ea typeface="CMU Serif"/>
                      <a:cs typeface="CMU Serif"/>
                    </a:rPr>
                    <a:t>arms)</a:t>
                  </a:r>
                  <a:endParaRPr sz="2600" b="1">
                    <a:latin typeface="CMU Serif"/>
                    <a:cs typeface="CMU Serif"/>
                  </a:endParaRPr>
                </a:p>
              </p:txBody>
            </p:sp>
          </p:grpSp>
          <p:sp>
            <p:nvSpPr>
              <p:cNvPr id="1871346867" name=""/>
              <p:cNvSpPr txBox="1"/>
              <p:nvPr/>
            </p:nvSpPr>
            <p:spPr bwMode="auto">
              <a:xfrm rot="5400000" flipH="0" flipV="0">
                <a:off x="3150081" y="3349476"/>
                <a:ext cx="668323" cy="640440"/>
              </a:xfrm>
              <a:prstGeom prst="rect">
                <a:avLst/>
              </a:prstGeom>
              <a:noFill/>
            </p:spPr>
            <p:txBody>
              <a:bodyPr vertOverflow="overflow" horzOverflow="overflow" vert="horz" wrap="square" lIns="91440" tIns="45720" rIns="91440" bIns="45720" numCol="1" spcCol="0" rtlCol="0" fromWordArt="0" anchor="t" anchorCtr="0" forceAA="0" upright="0" compatLnSpc="0">
                <a:spAutoFit/>
              </a:bodyPr>
              <a:p>
                <a:pPr>
                  <a:defRPr/>
                </a:pPr>
                <a:r>
                  <a:rPr lang="fr-FR" sz="3600" b="1" i="0" u="none" strike="noStrike" cap="none" spc="0">
                    <a:solidFill>
                      <a:schemeClr val="tx1"/>
                    </a:solidFill>
                    <a:latin typeface="Arial"/>
                    <a:ea typeface="Arial"/>
                    <a:cs typeface="Arial"/>
                  </a:rPr>
                  <a:t>…</a:t>
                </a:r>
                <a:endParaRPr sz="3600" b="1"/>
              </a:p>
            </p:txBody>
          </p:sp>
          <p:sp>
            <p:nvSpPr>
              <p:cNvPr id="2064214414" name=""/>
              <p:cNvSpPr txBox="1"/>
              <p:nvPr/>
            </p:nvSpPr>
            <p:spPr bwMode="auto">
              <a:xfrm rot="0" flipH="0" flipV="0">
                <a:off x="0" y="3499237"/>
                <a:ext cx="1538642" cy="884279"/>
              </a:xfrm>
              <a:prstGeom prst="rect">
                <a:avLst/>
              </a:prstGeom>
              <a:noFill/>
            </p:spPr>
            <p:txBody>
              <a:bodyPr vertOverflow="overflow" horzOverflow="overflow" vert="horz" wrap="square" lIns="91440" tIns="45720" rIns="91440" bIns="45720" numCol="1" spcCol="0" rtlCol="0" fromWordArt="0" anchor="t" anchorCtr="0" forceAA="0" upright="0" compatLnSpc="0">
                <a:spAutoFit/>
              </a:bodyPr>
              <a:p>
                <a:pPr algn="ctr">
                  <a:defRPr/>
                </a:pPr>
                <a:r>
                  <a:rPr lang="fr-FR" sz="2600" b="1" i="0">
                    <a:solidFill>
                      <a:srgbClr val="DB4CFF"/>
                    </a:solidFill>
                    <a:latin typeface="CMU Serif"/>
                    <a:ea typeface="CMU Serif"/>
                    <a:cs typeface="CMU Serif"/>
                  </a:rPr>
                  <a:t>Anchor qubit</a:t>
                </a:r>
                <a:endParaRPr sz="2600" b="1" i="0">
                  <a:solidFill>
                    <a:srgbClr val="DB4CFF"/>
                  </a:solidFill>
                  <a:latin typeface="CMU Serif"/>
                  <a:cs typeface="CMU Serif"/>
                </a:endParaRPr>
              </a:p>
            </p:txBody>
          </p:sp>
        </p:grpSp>
        <p:grpSp>
          <p:nvGrpSpPr>
            <p:cNvPr id="1024688950" name=""/>
            <p:cNvGrpSpPr/>
            <p:nvPr/>
          </p:nvGrpSpPr>
          <p:grpSpPr bwMode="auto">
            <a:xfrm rot="0" flipH="0" flipV="0">
              <a:off x="6488552" y="1300436"/>
              <a:ext cx="3974220" cy="3337515"/>
              <a:chOff x="0" y="0"/>
              <a:chExt cx="3974220" cy="3337515"/>
            </a:xfrm>
          </p:grpSpPr>
          <p:cxnSp>
            <p:nvCxnSpPr>
              <p:cNvPr id="1254372657" name=""/>
              <p:cNvCxnSpPr/>
              <p:nvPr/>
            </p:nvCxnSpPr>
            <p:spPr bwMode="auto">
              <a:xfrm rot="10800000" flipH="0" flipV="0">
                <a:off x="2436300" y="1668753"/>
                <a:ext cx="805230" cy="0"/>
              </a:xfrm>
              <a:prstGeom prst="line">
                <a:avLst/>
              </a:prstGeom>
              <a:ln w="38100" cap="flat" cmpd="sng" algn="ctr">
                <a:solidFill>
                  <a:srgbClr val="000000"/>
                </a:solidFill>
                <a:prstDash val="solid"/>
                <a:miter lim="800000"/>
              </a:ln>
            </p:spPr>
            <p:style>
              <a:lnRef idx="1">
                <a:schemeClr val="accent1">
                  <a:shade val="50000"/>
                </a:schemeClr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964976295" name=""/>
              <p:cNvCxnSpPr/>
              <p:nvPr/>
            </p:nvCxnSpPr>
            <p:spPr bwMode="auto">
              <a:xfrm rot="16199998" flipH="0" flipV="1">
                <a:off x="2370880" y="431759"/>
                <a:ext cx="1043366" cy="912529"/>
              </a:xfrm>
              <a:prstGeom prst="line">
                <a:avLst/>
              </a:prstGeom>
              <a:ln w="38100" cap="flat" cmpd="sng" algn="ctr">
                <a:solidFill>
                  <a:srgbClr val="000000"/>
                </a:solidFill>
                <a:prstDash val="solid"/>
                <a:miter lim="800000"/>
              </a:ln>
            </p:spPr>
            <p:style>
              <a:lnRef idx="1">
                <a:schemeClr val="accent1">
                  <a:shade val="50000"/>
                </a:schemeClr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449603712" name=""/>
              <p:cNvCxnSpPr/>
              <p:nvPr/>
            </p:nvCxnSpPr>
            <p:spPr bwMode="auto">
              <a:xfrm rot="5399997" flipH="0" flipV="0">
                <a:off x="2370881" y="1993221"/>
                <a:ext cx="1043364" cy="912529"/>
              </a:xfrm>
              <a:prstGeom prst="line">
                <a:avLst/>
              </a:prstGeom>
              <a:ln w="38100" cap="flat" cmpd="sng" algn="ctr">
                <a:solidFill>
                  <a:srgbClr val="000000"/>
                </a:solidFill>
                <a:prstDash val="solid"/>
                <a:miter lim="800000"/>
              </a:ln>
            </p:spPr>
            <p:style>
              <a:lnRef idx="1">
                <a:schemeClr val="accent1">
                  <a:shade val="50000"/>
                </a:schemeClr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919123189" name=""/>
              <p:cNvSpPr/>
              <p:nvPr/>
            </p:nvSpPr>
            <p:spPr bwMode="auto">
              <a:xfrm rot="0" flipH="0" flipV="0">
                <a:off x="3241530" y="1302408"/>
                <a:ext cx="732690" cy="732690"/>
              </a:xfrm>
              <a:prstGeom prst="ellipse">
                <a:avLst/>
              </a:prstGeom>
              <a:solidFill>
                <a:srgbClr val="E173FF"/>
              </a:solidFill>
              <a:ln w="38100" cap="flat" cmpd="sng" algn="ctr">
                <a:solidFill>
                  <a:srgbClr val="000000"/>
                </a:solidFill>
                <a:prstDash val="solid"/>
                <a:miter lim="800000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</p:sp>
          <p:cxnSp>
            <p:nvCxnSpPr>
              <p:cNvPr id="1612973621" name=""/>
              <p:cNvCxnSpPr/>
              <p:nvPr/>
            </p:nvCxnSpPr>
            <p:spPr bwMode="auto">
              <a:xfrm rot="10800000" flipH="0" flipV="0">
                <a:off x="732690" y="2971170"/>
                <a:ext cx="970920" cy="0"/>
              </a:xfrm>
              <a:prstGeom prst="line">
                <a:avLst/>
              </a:prstGeom>
              <a:ln w="38100" cap="flat" cmpd="sng" algn="ctr">
                <a:solidFill>
                  <a:schemeClr val="tx1"/>
                </a:solidFill>
                <a:prstDash val="solid"/>
                <a:miter lim="800000"/>
              </a:ln>
            </p:spPr>
            <p:style>
              <a:lnRef idx="1">
                <a:schemeClr val="accent1">
                  <a:shade val="50000"/>
                </a:schemeClr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846460079" name=""/>
              <p:cNvCxnSpPr/>
              <p:nvPr/>
            </p:nvCxnSpPr>
            <p:spPr bwMode="auto">
              <a:xfrm rot="10800000" flipH="0" flipV="1">
                <a:off x="732690" y="1668753"/>
                <a:ext cx="970920" cy="0"/>
              </a:xfrm>
              <a:prstGeom prst="line">
                <a:avLst/>
              </a:prstGeom>
              <a:ln w="38100" cap="flat" cmpd="sng" algn="ctr">
                <a:solidFill>
                  <a:schemeClr val="tx1"/>
                </a:solidFill>
                <a:prstDash val="solid"/>
                <a:miter lim="800000"/>
              </a:ln>
            </p:spPr>
            <p:style>
              <a:lnRef idx="1">
                <a:schemeClr val="accent1">
                  <a:shade val="50000"/>
                </a:schemeClr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21196869" name=""/>
              <p:cNvCxnSpPr/>
              <p:nvPr/>
            </p:nvCxnSpPr>
            <p:spPr bwMode="auto">
              <a:xfrm rot="10800000" flipH="0" flipV="0">
                <a:off x="732690" y="366345"/>
                <a:ext cx="970920" cy="0"/>
              </a:xfrm>
              <a:prstGeom prst="line">
                <a:avLst/>
              </a:prstGeom>
              <a:ln w="38100" cap="flat" cmpd="sng" algn="ctr">
                <a:solidFill>
                  <a:schemeClr val="tx1"/>
                </a:solidFill>
                <a:prstDash val="solid"/>
                <a:miter lim="800000"/>
              </a:ln>
            </p:spPr>
            <p:style>
              <a:lnRef idx="1">
                <a:schemeClr val="accent1">
                  <a:shade val="50000"/>
                </a:schemeClr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grpSp>
            <p:nvGrpSpPr>
              <p:cNvPr id="1977284577" name=""/>
              <p:cNvGrpSpPr/>
              <p:nvPr/>
            </p:nvGrpSpPr>
            <p:grpSpPr bwMode="auto">
              <a:xfrm>
                <a:off x="0" y="0"/>
                <a:ext cx="732690" cy="3337515"/>
                <a:chOff x="0" y="0"/>
                <a:chExt cx="732690" cy="3337515"/>
              </a:xfrm>
            </p:grpSpPr>
            <p:sp>
              <p:nvSpPr>
                <p:cNvPr id="1154907552" name=""/>
                <p:cNvSpPr/>
                <p:nvPr/>
              </p:nvSpPr>
              <p:spPr bwMode="auto">
                <a:xfrm rot="0" flipH="0" flipV="0">
                  <a:off x="0" y="2604825"/>
                  <a:ext cx="732690" cy="732690"/>
                </a:xfrm>
                <a:prstGeom prst="ellipse">
                  <a:avLst/>
                </a:prstGeom>
                <a:solidFill>
                  <a:srgbClr val="FF4C4C"/>
                </a:solidFill>
                <a:ln w="38100" cap="flat" cmpd="sng" algn="ctr">
                  <a:solidFill>
                    <a:srgbClr val="000000"/>
                  </a:solidFill>
                  <a:prstDash val="solid"/>
                  <a:miter lim="800000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</p:sp>
            <p:sp>
              <p:nvSpPr>
                <p:cNvPr id="949888695" name=""/>
                <p:cNvSpPr/>
                <p:nvPr/>
              </p:nvSpPr>
              <p:spPr bwMode="auto">
                <a:xfrm rot="0" flipH="0" flipV="0">
                  <a:off x="0" y="1302406"/>
                  <a:ext cx="732690" cy="732690"/>
                </a:xfrm>
                <a:prstGeom prst="ellipse">
                  <a:avLst/>
                </a:prstGeom>
                <a:solidFill>
                  <a:srgbClr val="FF4C4C"/>
                </a:solidFill>
                <a:ln w="38100" cap="flat" cmpd="sng" algn="ctr">
                  <a:solidFill>
                    <a:srgbClr val="000000"/>
                  </a:solidFill>
                  <a:prstDash val="solid"/>
                  <a:miter lim="800000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</p:sp>
            <p:sp>
              <p:nvSpPr>
                <p:cNvPr id="868553331" name=""/>
                <p:cNvSpPr/>
                <p:nvPr/>
              </p:nvSpPr>
              <p:spPr bwMode="auto">
                <a:xfrm rot="0" flipH="0" flipV="0">
                  <a:off x="0" y="0"/>
                  <a:ext cx="732690" cy="732690"/>
                </a:xfrm>
                <a:prstGeom prst="ellipse">
                  <a:avLst/>
                </a:prstGeom>
                <a:solidFill>
                  <a:srgbClr val="FF4C4C"/>
                </a:solidFill>
                <a:ln w="38100" cap="flat" cmpd="sng" algn="ctr">
                  <a:solidFill>
                    <a:srgbClr val="000000"/>
                  </a:solidFill>
                  <a:prstDash val="solid"/>
                  <a:miter lim="800000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</p:sp>
          </p:grpSp>
          <p:grpSp>
            <p:nvGrpSpPr>
              <p:cNvPr id="1411680971" name=""/>
              <p:cNvGrpSpPr/>
              <p:nvPr/>
            </p:nvGrpSpPr>
            <p:grpSpPr bwMode="auto">
              <a:xfrm>
                <a:off x="1703610" y="0"/>
                <a:ext cx="732690" cy="3337515"/>
                <a:chOff x="0" y="0"/>
                <a:chExt cx="732690" cy="3337515"/>
              </a:xfrm>
            </p:grpSpPr>
            <p:sp>
              <p:nvSpPr>
                <p:cNvPr id="1786411738" name=""/>
                <p:cNvSpPr/>
                <p:nvPr/>
              </p:nvSpPr>
              <p:spPr bwMode="auto">
                <a:xfrm rot="0" flipH="0" flipV="0">
                  <a:off x="0" y="2604825"/>
                  <a:ext cx="732690" cy="732690"/>
                </a:xfrm>
                <a:prstGeom prst="ellipse">
                  <a:avLst/>
                </a:prstGeom>
                <a:solidFill>
                  <a:srgbClr val="FFC926"/>
                </a:solidFill>
                <a:ln w="38100" cap="flat" cmpd="sng" algn="ctr">
                  <a:solidFill>
                    <a:schemeClr val="tx1"/>
                  </a:solidFill>
                  <a:prstDash val="sysDash"/>
                  <a:miter lim="800000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</p:sp>
            <p:sp>
              <p:nvSpPr>
                <p:cNvPr id="1886639013" name=""/>
                <p:cNvSpPr/>
                <p:nvPr/>
              </p:nvSpPr>
              <p:spPr bwMode="auto">
                <a:xfrm rot="0" flipH="0" flipV="0">
                  <a:off x="0" y="1302406"/>
                  <a:ext cx="732690" cy="732690"/>
                </a:xfrm>
                <a:prstGeom prst="ellipse">
                  <a:avLst/>
                </a:prstGeom>
                <a:solidFill>
                  <a:srgbClr val="FFC926"/>
                </a:solidFill>
                <a:ln w="38100" cap="flat" cmpd="sng" algn="ctr">
                  <a:solidFill>
                    <a:schemeClr val="tx1"/>
                  </a:solidFill>
                  <a:prstDash val="sysDash"/>
                  <a:miter lim="800000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</p:sp>
            <p:sp>
              <p:nvSpPr>
                <p:cNvPr id="202573799" name=""/>
                <p:cNvSpPr/>
                <p:nvPr/>
              </p:nvSpPr>
              <p:spPr bwMode="auto">
                <a:xfrm rot="0" flipH="0" flipV="0">
                  <a:off x="0" y="0"/>
                  <a:ext cx="732690" cy="732690"/>
                </a:xfrm>
                <a:prstGeom prst="ellipse">
                  <a:avLst/>
                </a:prstGeom>
                <a:solidFill>
                  <a:srgbClr val="FFC926"/>
                </a:solidFill>
                <a:ln w="38100" cap="flat" cmpd="sng" algn="ctr">
                  <a:solidFill>
                    <a:schemeClr val="tx1"/>
                  </a:solidFill>
                  <a:prstDash val="sysDash"/>
                  <a:miter lim="800000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</p:sp>
          </p:grpSp>
        </p:grpSp>
        <p:grpSp>
          <p:nvGrpSpPr>
            <p:cNvPr id="47262191" name=""/>
            <p:cNvGrpSpPr/>
            <p:nvPr/>
          </p:nvGrpSpPr>
          <p:grpSpPr bwMode="auto">
            <a:xfrm rot="10800000" flipH="0" flipV="0">
              <a:off x="11086471" y="1300436"/>
              <a:ext cx="3974220" cy="3337515"/>
              <a:chOff x="0" y="0"/>
              <a:chExt cx="3974220" cy="3337515"/>
            </a:xfrm>
          </p:grpSpPr>
          <p:cxnSp>
            <p:nvCxnSpPr>
              <p:cNvPr id="1936295763" name=""/>
              <p:cNvCxnSpPr/>
              <p:nvPr/>
            </p:nvCxnSpPr>
            <p:spPr bwMode="auto">
              <a:xfrm rot="10800000" flipH="0" flipV="0">
                <a:off x="2436300" y="1668753"/>
                <a:ext cx="805230" cy="0"/>
              </a:xfrm>
              <a:prstGeom prst="line">
                <a:avLst/>
              </a:prstGeom>
              <a:ln w="38100" cap="flat" cmpd="sng" algn="ctr">
                <a:solidFill>
                  <a:srgbClr val="000000"/>
                </a:solidFill>
                <a:prstDash val="solid"/>
                <a:miter lim="800000"/>
              </a:ln>
            </p:spPr>
            <p:style>
              <a:lnRef idx="1">
                <a:schemeClr val="accent1">
                  <a:shade val="50000"/>
                </a:schemeClr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23529484" name=""/>
              <p:cNvCxnSpPr/>
              <p:nvPr/>
            </p:nvCxnSpPr>
            <p:spPr bwMode="auto">
              <a:xfrm rot="16199998" flipH="0" flipV="1">
                <a:off x="2370879" y="431758"/>
                <a:ext cx="1043366" cy="912529"/>
              </a:xfrm>
              <a:prstGeom prst="line">
                <a:avLst/>
              </a:prstGeom>
              <a:ln w="38100" cap="flat" cmpd="sng" algn="ctr">
                <a:solidFill>
                  <a:srgbClr val="000000"/>
                </a:solidFill>
                <a:prstDash val="solid"/>
                <a:miter lim="800000"/>
              </a:ln>
            </p:spPr>
            <p:style>
              <a:lnRef idx="1">
                <a:schemeClr val="accent1">
                  <a:shade val="50000"/>
                </a:schemeClr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748051533" name=""/>
              <p:cNvCxnSpPr/>
              <p:nvPr/>
            </p:nvCxnSpPr>
            <p:spPr bwMode="auto">
              <a:xfrm rot="5399997" flipH="0" flipV="0">
                <a:off x="2370881" y="1993221"/>
                <a:ext cx="1043364" cy="912529"/>
              </a:xfrm>
              <a:prstGeom prst="line">
                <a:avLst/>
              </a:prstGeom>
              <a:ln w="38100" cap="flat" cmpd="sng" algn="ctr">
                <a:solidFill>
                  <a:srgbClr val="000000"/>
                </a:solidFill>
                <a:prstDash val="solid"/>
                <a:miter lim="800000"/>
              </a:ln>
            </p:spPr>
            <p:style>
              <a:lnRef idx="1">
                <a:schemeClr val="accent1">
                  <a:shade val="50000"/>
                </a:schemeClr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726083617" name=""/>
              <p:cNvSpPr/>
              <p:nvPr/>
            </p:nvSpPr>
            <p:spPr bwMode="auto">
              <a:xfrm rot="0" flipH="0" flipV="0">
                <a:off x="3241530" y="1302406"/>
                <a:ext cx="732690" cy="732690"/>
              </a:xfrm>
              <a:prstGeom prst="ellipse">
                <a:avLst/>
              </a:prstGeom>
              <a:solidFill>
                <a:srgbClr val="E173FF"/>
              </a:solidFill>
              <a:ln w="38100" cap="flat" cmpd="sng" algn="ctr">
                <a:solidFill>
                  <a:srgbClr val="000000"/>
                </a:solidFill>
                <a:prstDash val="solid"/>
                <a:miter lim="800000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</p:sp>
          <p:cxnSp>
            <p:nvCxnSpPr>
              <p:cNvPr id="2134081959" name=""/>
              <p:cNvCxnSpPr/>
              <p:nvPr/>
            </p:nvCxnSpPr>
            <p:spPr bwMode="auto">
              <a:xfrm rot="10800000" flipH="0" flipV="0">
                <a:off x="732690" y="2971170"/>
                <a:ext cx="970920" cy="0"/>
              </a:xfrm>
              <a:prstGeom prst="line">
                <a:avLst/>
              </a:prstGeom>
              <a:ln w="38100" cap="flat" cmpd="sng" algn="ctr">
                <a:solidFill>
                  <a:schemeClr val="tx1"/>
                </a:solidFill>
                <a:prstDash val="solid"/>
                <a:miter lim="800000"/>
              </a:ln>
            </p:spPr>
            <p:style>
              <a:lnRef idx="1">
                <a:schemeClr val="accent1">
                  <a:shade val="50000"/>
                </a:schemeClr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582850948" name=""/>
              <p:cNvCxnSpPr/>
              <p:nvPr/>
            </p:nvCxnSpPr>
            <p:spPr bwMode="auto">
              <a:xfrm rot="10800000" flipH="0" flipV="1">
                <a:off x="732690" y="1668753"/>
                <a:ext cx="970920" cy="0"/>
              </a:xfrm>
              <a:prstGeom prst="line">
                <a:avLst/>
              </a:prstGeom>
              <a:ln w="38100" cap="flat" cmpd="sng" algn="ctr">
                <a:solidFill>
                  <a:schemeClr val="tx1"/>
                </a:solidFill>
                <a:prstDash val="solid"/>
                <a:miter lim="800000"/>
              </a:ln>
            </p:spPr>
            <p:style>
              <a:lnRef idx="1">
                <a:schemeClr val="accent1">
                  <a:shade val="50000"/>
                </a:schemeClr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52502548" name=""/>
              <p:cNvCxnSpPr/>
              <p:nvPr/>
            </p:nvCxnSpPr>
            <p:spPr bwMode="auto">
              <a:xfrm rot="10800000" flipH="0" flipV="0">
                <a:off x="732690" y="366345"/>
                <a:ext cx="970920" cy="0"/>
              </a:xfrm>
              <a:prstGeom prst="line">
                <a:avLst/>
              </a:prstGeom>
              <a:ln w="38100" cap="flat" cmpd="sng" algn="ctr">
                <a:solidFill>
                  <a:schemeClr val="tx1"/>
                </a:solidFill>
                <a:prstDash val="solid"/>
                <a:miter lim="800000"/>
              </a:ln>
            </p:spPr>
            <p:style>
              <a:lnRef idx="1">
                <a:schemeClr val="accent1">
                  <a:shade val="50000"/>
                </a:schemeClr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grpSp>
            <p:nvGrpSpPr>
              <p:cNvPr id="599803752" name=""/>
              <p:cNvGrpSpPr/>
              <p:nvPr/>
            </p:nvGrpSpPr>
            <p:grpSpPr bwMode="auto">
              <a:xfrm>
                <a:off x="0" y="0"/>
                <a:ext cx="732690" cy="3337515"/>
                <a:chOff x="0" y="0"/>
                <a:chExt cx="732690" cy="3337515"/>
              </a:xfrm>
            </p:grpSpPr>
            <p:sp>
              <p:nvSpPr>
                <p:cNvPr id="1540941237" name=""/>
                <p:cNvSpPr/>
                <p:nvPr/>
              </p:nvSpPr>
              <p:spPr bwMode="auto">
                <a:xfrm rot="0" flipH="0" flipV="0">
                  <a:off x="0" y="2604825"/>
                  <a:ext cx="732690" cy="732690"/>
                </a:xfrm>
                <a:prstGeom prst="ellipse">
                  <a:avLst/>
                </a:prstGeom>
                <a:solidFill>
                  <a:srgbClr val="FF4C4C"/>
                </a:solidFill>
                <a:ln w="38100" cap="flat" cmpd="sng" algn="ctr">
                  <a:solidFill>
                    <a:srgbClr val="000000"/>
                  </a:solidFill>
                  <a:prstDash val="solid"/>
                  <a:miter lim="800000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</p:sp>
            <p:sp>
              <p:nvSpPr>
                <p:cNvPr id="1614257956" name=""/>
                <p:cNvSpPr/>
                <p:nvPr/>
              </p:nvSpPr>
              <p:spPr bwMode="auto">
                <a:xfrm rot="0" flipH="0" flipV="0">
                  <a:off x="0" y="1302406"/>
                  <a:ext cx="732690" cy="732690"/>
                </a:xfrm>
                <a:prstGeom prst="ellipse">
                  <a:avLst/>
                </a:prstGeom>
                <a:solidFill>
                  <a:srgbClr val="FF4C4C"/>
                </a:solidFill>
                <a:ln w="38100" cap="flat" cmpd="sng" algn="ctr">
                  <a:solidFill>
                    <a:srgbClr val="000000"/>
                  </a:solidFill>
                  <a:prstDash val="solid"/>
                  <a:miter lim="800000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</p:sp>
            <p:sp>
              <p:nvSpPr>
                <p:cNvPr id="2085572702" name=""/>
                <p:cNvSpPr/>
                <p:nvPr/>
              </p:nvSpPr>
              <p:spPr bwMode="auto">
                <a:xfrm rot="0" flipH="0" flipV="0">
                  <a:off x="0" y="0"/>
                  <a:ext cx="732690" cy="732690"/>
                </a:xfrm>
                <a:prstGeom prst="ellipse">
                  <a:avLst/>
                </a:prstGeom>
                <a:solidFill>
                  <a:srgbClr val="FF4C4C"/>
                </a:solidFill>
                <a:ln w="38100" cap="flat" cmpd="sng" algn="ctr">
                  <a:solidFill>
                    <a:srgbClr val="000000"/>
                  </a:solidFill>
                  <a:prstDash val="solid"/>
                  <a:miter lim="800000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</p:sp>
          </p:grpSp>
          <p:grpSp>
            <p:nvGrpSpPr>
              <p:cNvPr id="797243715" name=""/>
              <p:cNvGrpSpPr/>
              <p:nvPr/>
            </p:nvGrpSpPr>
            <p:grpSpPr bwMode="auto">
              <a:xfrm>
                <a:off x="1703610" y="0"/>
                <a:ext cx="732690" cy="3337515"/>
                <a:chOff x="0" y="0"/>
                <a:chExt cx="732690" cy="3337515"/>
              </a:xfrm>
            </p:grpSpPr>
            <p:sp>
              <p:nvSpPr>
                <p:cNvPr id="1253004193" name=""/>
                <p:cNvSpPr/>
                <p:nvPr/>
              </p:nvSpPr>
              <p:spPr bwMode="auto">
                <a:xfrm rot="0" flipH="0" flipV="0">
                  <a:off x="0" y="2604825"/>
                  <a:ext cx="732690" cy="732690"/>
                </a:xfrm>
                <a:prstGeom prst="ellipse">
                  <a:avLst/>
                </a:prstGeom>
                <a:solidFill>
                  <a:srgbClr val="FFC926"/>
                </a:solidFill>
                <a:ln w="38100" cap="flat" cmpd="sng" algn="ctr">
                  <a:solidFill>
                    <a:schemeClr val="tx1"/>
                  </a:solidFill>
                  <a:prstDash val="sysDash"/>
                  <a:miter lim="800000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</p:sp>
            <p:sp>
              <p:nvSpPr>
                <p:cNvPr id="465040461" name=""/>
                <p:cNvSpPr/>
                <p:nvPr/>
              </p:nvSpPr>
              <p:spPr bwMode="auto">
                <a:xfrm rot="0" flipH="0" flipV="0">
                  <a:off x="0" y="1302406"/>
                  <a:ext cx="732690" cy="732690"/>
                </a:xfrm>
                <a:prstGeom prst="ellipse">
                  <a:avLst/>
                </a:prstGeom>
                <a:solidFill>
                  <a:srgbClr val="FFC926"/>
                </a:solidFill>
                <a:ln w="38100" cap="flat" cmpd="sng" algn="ctr">
                  <a:solidFill>
                    <a:schemeClr val="tx1"/>
                  </a:solidFill>
                  <a:prstDash val="sysDash"/>
                  <a:miter lim="800000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</p:sp>
            <p:sp>
              <p:nvSpPr>
                <p:cNvPr id="1726292688" name=""/>
                <p:cNvSpPr/>
                <p:nvPr/>
              </p:nvSpPr>
              <p:spPr bwMode="auto">
                <a:xfrm rot="0" flipH="0" flipV="0">
                  <a:off x="0" y="0"/>
                  <a:ext cx="732690" cy="732690"/>
                </a:xfrm>
                <a:prstGeom prst="ellipse">
                  <a:avLst/>
                </a:prstGeom>
                <a:solidFill>
                  <a:srgbClr val="FFC926"/>
                </a:solidFill>
                <a:ln w="38100" cap="flat" cmpd="sng" algn="ctr">
                  <a:solidFill>
                    <a:schemeClr val="tx1"/>
                  </a:solidFill>
                  <a:prstDash val="sysDash"/>
                  <a:miter lim="800000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</p:sp>
          </p:grpSp>
        </p:grpSp>
        <p:sp>
          <p:nvSpPr>
            <p:cNvPr id="567028311" name=""/>
            <p:cNvSpPr txBox="1"/>
            <p:nvPr/>
          </p:nvSpPr>
          <p:spPr bwMode="auto">
            <a:xfrm rot="5400000" flipH="0" flipV="0">
              <a:off x="7479375" y="3388455"/>
              <a:ext cx="667965" cy="640440"/>
            </a:xfrm>
            <a:prstGeom prst="rect">
              <a:avLst/>
            </a:prstGeom>
            <a:noFill/>
          </p:spPr>
          <p:txBody>
            <a:bodyPr vertOverflow="overflow" horzOverflow="overflow" vert="horz" wrap="square" lIns="91440" tIns="45720" rIns="91440" bIns="45720" numCol="1" spcCol="0" rtlCol="0" fromWordArt="0" anchor="t" anchorCtr="0" forceAA="0" upright="0" compatLnSpc="0">
              <a:spAutoFit/>
            </a:bodyPr>
            <a:p>
              <a:pPr>
                <a:defRPr/>
              </a:pPr>
              <a:r>
                <a:rPr lang="fr-FR" sz="3600" b="1" i="0" u="none" strike="noStrike" cap="none" spc="0">
                  <a:solidFill>
                    <a:schemeClr val="tx1"/>
                  </a:solidFill>
                  <a:latin typeface="Arial"/>
                  <a:ea typeface="Arial"/>
                  <a:cs typeface="Arial"/>
                </a:rPr>
                <a:t>…</a:t>
              </a:r>
              <a:endParaRPr sz="3600" b="1"/>
            </a:p>
          </p:txBody>
        </p:sp>
        <p:sp>
          <p:nvSpPr>
            <p:cNvPr id="1783442873" name=""/>
            <p:cNvSpPr txBox="1"/>
            <p:nvPr/>
          </p:nvSpPr>
          <p:spPr bwMode="auto">
            <a:xfrm rot="5400000" flipH="0" flipV="0">
              <a:off x="13824846" y="3388455"/>
              <a:ext cx="668323" cy="640440"/>
            </a:xfrm>
            <a:prstGeom prst="rect">
              <a:avLst/>
            </a:prstGeom>
            <a:noFill/>
          </p:spPr>
          <p:txBody>
            <a:bodyPr vertOverflow="overflow" horzOverflow="overflow" vert="horz" wrap="square" lIns="91440" tIns="45720" rIns="91440" bIns="45720" numCol="1" spcCol="0" rtlCol="0" fromWordArt="0" anchor="t" anchorCtr="0" forceAA="0" upright="0" compatLnSpc="0">
              <a:spAutoFit/>
            </a:bodyPr>
            <a:p>
              <a:pPr>
                <a:defRPr/>
              </a:pPr>
              <a:r>
                <a:rPr lang="fr-FR" sz="3600" b="1" i="0" u="none" strike="noStrike" cap="none" spc="0">
                  <a:solidFill>
                    <a:schemeClr val="tx1"/>
                  </a:solidFill>
                  <a:latin typeface="Arial"/>
                  <a:ea typeface="Arial"/>
                  <a:cs typeface="Arial"/>
                </a:rPr>
                <a:t>…</a:t>
              </a:r>
              <a:endParaRPr sz="3600" b="1"/>
            </a:p>
          </p:txBody>
        </p:sp>
        <p:sp>
          <p:nvSpPr>
            <p:cNvPr id="281951974" name=""/>
            <p:cNvSpPr txBox="1"/>
            <p:nvPr/>
          </p:nvSpPr>
          <p:spPr bwMode="auto">
            <a:xfrm rot="0" flipH="0" flipV="0">
              <a:off x="8436948" y="5072493"/>
              <a:ext cx="4671456" cy="640440"/>
            </a:xfrm>
            <a:prstGeom prst="rect">
              <a:avLst/>
            </a:prstGeom>
            <a:noFill/>
          </p:spPr>
          <p:txBody>
            <a:bodyPr vertOverflow="overflow" horzOverflow="overflow" vert="horz" wrap="square" lIns="91440" tIns="45720" rIns="91440" bIns="45720" numCol="1" spcCol="0" rtlCol="0" fromWordArt="0" anchor="t" anchorCtr="0" forceAA="0" upright="0" compatLnSpc="0">
              <a:spAutoFit/>
            </a:bodyPr>
            <a:p>
              <a:pPr algn="ctr">
                <a:defRPr/>
              </a:pPr>
              <a:r>
                <a:rPr lang="fr-FR" sz="3600" b="1">
                  <a:latin typeface="CMU Serif"/>
                  <a:ea typeface="CMU Serif"/>
                  <a:cs typeface="CMU Serif"/>
                </a:rPr>
                <a:t>(b)</a:t>
              </a:r>
              <a:endParaRPr sz="3600" b="1" i="0">
                <a:latin typeface="CMU Serif"/>
                <a:cs typeface="CMU Serif"/>
              </a:endParaRPr>
            </a:p>
          </p:txBody>
        </p:sp>
        <p:sp>
          <p:nvSpPr>
            <p:cNvPr id="640037127" name=""/>
            <p:cNvSpPr txBox="1"/>
            <p:nvPr/>
          </p:nvSpPr>
          <p:spPr bwMode="auto">
            <a:xfrm rot="0" flipH="0" flipV="0">
              <a:off x="366663" y="5072493"/>
              <a:ext cx="4616155" cy="640440"/>
            </a:xfrm>
            <a:prstGeom prst="rect">
              <a:avLst/>
            </a:prstGeom>
            <a:noFill/>
          </p:spPr>
          <p:txBody>
            <a:bodyPr vertOverflow="overflow" horzOverflow="overflow" vert="horz" wrap="square" lIns="91440" tIns="45720" rIns="91440" bIns="45720" numCol="1" spcCol="0" rtlCol="0" fromWordArt="0" anchor="t" anchorCtr="0" forceAA="0" upright="0" compatLnSpc="0">
              <a:spAutoFit/>
            </a:bodyPr>
            <a:p>
              <a:pPr algn="ctr">
                <a:defRPr/>
              </a:pPr>
              <a:r>
                <a:rPr lang="fr-FR" sz="3600" b="1">
                  <a:latin typeface="CMU Serif"/>
                  <a:ea typeface="CMU Serif"/>
                  <a:cs typeface="CMU Serif"/>
                </a:rPr>
                <a:t>(a)</a:t>
              </a:r>
              <a:endParaRPr sz="2600" b="1" i="0">
                <a:latin typeface="CMU Serif"/>
                <a:cs typeface="CMU Serif"/>
              </a:endParaRPr>
            </a:p>
          </p:txBody>
        </p:sp>
        <p:sp>
          <p:nvSpPr>
            <p:cNvPr id="613859544" name=""/>
            <p:cNvSpPr/>
            <p:nvPr/>
          </p:nvSpPr>
          <p:spPr bwMode="auto">
            <a:xfrm rot="0" flipH="0" flipV="0">
              <a:off x="9612193" y="2508062"/>
              <a:ext cx="2332140" cy="959653"/>
            </a:xfrm>
            <a:prstGeom prst="flowChartAlternateProcess">
              <a:avLst/>
            </a:prstGeom>
            <a:noFill/>
            <a:ln w="57150" cap="flat" cmpd="sng" algn="ctr">
              <a:solidFill>
                <a:schemeClr val="tx1"/>
              </a:solidFill>
              <a:prstDash val="dash"/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p>
              <a:pPr algn="ctr">
                <a:defRPr/>
              </a:pPr>
              <a:endParaRPr/>
            </a:p>
          </p:txBody>
        </p:sp>
        <p:sp>
          <p:nvSpPr>
            <p:cNvPr id="1029952904" name=""/>
            <p:cNvSpPr txBox="1"/>
            <p:nvPr/>
          </p:nvSpPr>
          <p:spPr bwMode="auto">
            <a:xfrm rot="0" flipH="0" flipV="0">
              <a:off x="9813211" y="3554797"/>
              <a:ext cx="1983682" cy="488039"/>
            </a:xfrm>
            <a:prstGeom prst="rect">
              <a:avLst/>
            </a:prstGeom>
            <a:noFill/>
          </p:spPr>
          <p:txBody>
            <a:bodyPr vertOverflow="overflow" horzOverflow="overflow" vert="horz" wrap="square" lIns="91440" tIns="45720" rIns="91440" bIns="45720" numCol="1" spcCol="0" rtlCol="0" fromWordArt="0" anchor="t" anchorCtr="0" forceAA="0" upright="0" compatLnSpc="0">
              <a:spAutoFit/>
            </a:bodyPr>
            <a:p>
              <a:pPr algn="ctr">
                <a:defRPr/>
              </a:pPr>
              <a:r>
                <a:rPr lang="fr-FR" sz="2600" b="1">
                  <a:latin typeface="CMU Serif"/>
                  <a:ea typeface="CMU Serif"/>
                  <a:cs typeface="CMU Serif"/>
                </a:rPr>
                <a:t>BSM</a:t>
              </a:r>
              <a:endParaRPr sz="2600" b="1">
                <a:latin typeface="CMU Serif"/>
                <a:cs typeface="CMU Serif"/>
              </a:endParaRPr>
            </a:p>
          </p:txBody>
        </p:sp>
        <p:sp>
          <p:nvSpPr>
            <p:cNvPr id="402842430" name=""/>
            <p:cNvSpPr txBox="1"/>
            <p:nvPr/>
          </p:nvSpPr>
          <p:spPr bwMode="auto">
            <a:xfrm rot="0" flipH="0" flipV="0">
              <a:off x="15179472" y="675670"/>
              <a:ext cx="380999" cy="366119"/>
            </a:xfrm>
            <a:prstGeom prst="rect">
              <a:avLst/>
            </a:prstGeom>
            <a:noFill/>
          </p:spPr>
          <p:txBody>
            <a:bodyPr vertOverflow="overflow" horzOverflow="overflow" vert="horz" wrap="square" lIns="91440" tIns="45720" rIns="91440" bIns="45720" numCol="1" spcCol="0" rtlCol="0" fromWordArt="0" anchor="t" anchorCtr="0" forceAA="0" upright="0" compatLnSpc="0">
              <a:spAutoFit/>
            </a:bodyPr>
            <a:p>
              <a:pPr>
                <a:defRPr/>
              </a:pPr>
              <a:endParaRPr/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487351547" name=""/>
          <p:cNvSpPr txBox="1"/>
          <p:nvPr/>
        </p:nvSpPr>
        <p:spPr bwMode="auto">
          <a:xfrm rot="0" flipH="0" flipV="0">
            <a:off x="19402262" y="7705999"/>
            <a:ext cx="7482847" cy="283499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>
              <a:defRPr/>
            </a:pPr>
            <a:r>
              <a:rPr lang="fr-FR" sz="9000"/>
              <a:t>probably as is if fits</a:t>
            </a:r>
            <a:endParaRPr sz="9000"/>
          </a:p>
        </p:txBody>
      </p:sp>
      <p:grpSp>
        <p:nvGrpSpPr>
          <p:cNvPr id="223532797" name=""/>
          <p:cNvGrpSpPr/>
          <p:nvPr/>
        </p:nvGrpSpPr>
        <p:grpSpPr bwMode="auto">
          <a:xfrm>
            <a:off x="3820032" y="5315944"/>
            <a:ext cx="12724191" cy="6708774"/>
            <a:chOff x="0" y="0"/>
            <a:chExt cx="12724191" cy="6708774"/>
          </a:xfrm>
        </p:grpSpPr>
        <p:grpSp>
          <p:nvGrpSpPr>
            <p:cNvPr id="804008087" name=""/>
            <p:cNvGrpSpPr/>
            <p:nvPr/>
          </p:nvGrpSpPr>
          <p:grpSpPr bwMode="auto">
            <a:xfrm>
              <a:off x="0" y="0"/>
              <a:ext cx="12724191" cy="6449541"/>
              <a:chOff x="0" y="0"/>
              <a:chExt cx="12724191" cy="6449541"/>
            </a:xfrm>
          </p:grpSpPr>
          <p:grpSp>
            <p:nvGrpSpPr>
              <p:cNvPr id="396349843" name=""/>
              <p:cNvGrpSpPr/>
              <p:nvPr/>
            </p:nvGrpSpPr>
            <p:grpSpPr bwMode="auto">
              <a:xfrm>
                <a:off x="695003" y="0"/>
                <a:ext cx="12029187" cy="6449542"/>
                <a:chOff x="0" y="0"/>
                <a:chExt cx="12029187" cy="6449542"/>
              </a:xfrm>
            </p:grpSpPr>
            <p:grpSp>
              <p:nvGrpSpPr>
                <p:cNvPr id="1563630291" name=""/>
                <p:cNvGrpSpPr/>
                <p:nvPr/>
              </p:nvGrpSpPr>
              <p:grpSpPr bwMode="auto">
                <a:xfrm>
                  <a:off x="90759" y="4112451"/>
                  <a:ext cx="11844778" cy="1666872"/>
                  <a:chOff x="0" y="0"/>
                  <a:chExt cx="11844778" cy="1666872"/>
                </a:xfrm>
              </p:grpSpPr>
              <p:sp>
                <p:nvSpPr>
                  <p:cNvPr id="356646250" name=""/>
                  <p:cNvSpPr/>
                  <p:nvPr/>
                </p:nvSpPr>
                <p:spPr bwMode="auto">
                  <a:xfrm rot="0" flipH="0" flipV="0">
                    <a:off x="943588" y="0"/>
                    <a:ext cx="2687640" cy="1666872"/>
                  </a:xfrm>
                  <a:prstGeom prst="flowChartAlternateProcess">
                    <a:avLst/>
                  </a:prstGeom>
                  <a:solidFill>
                    <a:schemeClr val="accent1">
                      <a:lumMod val="40000"/>
                      <a:lumOff val="60000"/>
                      <a:alpha val="24999"/>
                    </a:schemeClr>
                  </a:solidFill>
                  <a:ln w="28575" cap="flat" cmpd="sng" algn="ctr">
                    <a:solidFill>
                      <a:srgbClr val="0095FF"/>
                    </a:solidFill>
                    <a:prstDash val="solid"/>
                    <a:miter lim="800000"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</p:sp>
              <p:sp>
                <p:nvSpPr>
                  <p:cNvPr id="1192601451" name=""/>
                  <p:cNvSpPr/>
                  <p:nvPr/>
                </p:nvSpPr>
                <p:spPr bwMode="auto">
                  <a:xfrm rot="0" flipH="0" flipV="0">
                    <a:off x="3795535" y="0"/>
                    <a:ext cx="634995" cy="1666872"/>
                  </a:xfrm>
                  <a:prstGeom prst="flowChartAlternateProcess">
                    <a:avLst/>
                  </a:prstGeom>
                  <a:solidFill>
                    <a:srgbClr val="E173FF">
                      <a:alpha val="24999"/>
                    </a:srgbClr>
                  </a:solidFill>
                  <a:ln w="28575" cap="flat" cmpd="sng" algn="ctr">
                    <a:solidFill>
                      <a:srgbClr val="DB4CFF"/>
                    </a:solidFill>
                    <a:prstDash val="solid"/>
                    <a:miter lim="800000"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</p:sp>
              <p:sp>
                <p:nvSpPr>
                  <p:cNvPr id="367341877" name=""/>
                  <p:cNvSpPr/>
                  <p:nvPr/>
                </p:nvSpPr>
                <p:spPr bwMode="auto">
                  <a:xfrm rot="0" flipH="0" flipV="0">
                    <a:off x="4594842" y="0"/>
                    <a:ext cx="2687640" cy="1666872"/>
                  </a:xfrm>
                  <a:prstGeom prst="flowChartAlternateProcess">
                    <a:avLst/>
                  </a:prstGeom>
                  <a:solidFill>
                    <a:schemeClr val="accent1">
                      <a:lumMod val="40000"/>
                      <a:lumOff val="60000"/>
                      <a:alpha val="24999"/>
                    </a:schemeClr>
                  </a:solidFill>
                  <a:ln w="28575" cap="flat" cmpd="sng" algn="ctr">
                    <a:solidFill>
                      <a:srgbClr val="0095FF"/>
                    </a:solidFill>
                    <a:prstDash val="solid"/>
                    <a:miter lim="800000"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anchor="ctr"/>
                  <a:p>
                    <a:pPr algn="ctr">
                      <a:defRPr/>
                    </a:pPr>
                    <a:endParaRPr/>
                  </a:p>
                </p:txBody>
              </p:sp>
              <p:sp>
                <p:nvSpPr>
                  <p:cNvPr id="1518304087" name=""/>
                  <p:cNvSpPr/>
                  <p:nvPr/>
                </p:nvSpPr>
                <p:spPr bwMode="auto">
                  <a:xfrm rot="0" flipH="0" flipV="0">
                    <a:off x="7446785" y="0"/>
                    <a:ext cx="634995" cy="1666872"/>
                  </a:xfrm>
                  <a:prstGeom prst="flowChartAlternateProcess">
                    <a:avLst/>
                  </a:prstGeom>
                  <a:solidFill>
                    <a:srgbClr val="E173FF">
                      <a:alpha val="24999"/>
                    </a:srgbClr>
                  </a:solidFill>
                  <a:ln w="28575" cap="flat" cmpd="sng" algn="ctr">
                    <a:solidFill>
                      <a:srgbClr val="DB4CFF"/>
                    </a:solidFill>
                    <a:prstDash val="solid"/>
                    <a:miter lim="800000"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</p:sp>
              <p:sp>
                <p:nvSpPr>
                  <p:cNvPr id="1787506631" name=""/>
                  <p:cNvSpPr/>
                  <p:nvPr/>
                </p:nvSpPr>
                <p:spPr bwMode="auto">
                  <a:xfrm rot="0" flipH="0" flipV="0">
                    <a:off x="8265498" y="0"/>
                    <a:ext cx="2687640" cy="1666872"/>
                  </a:xfrm>
                  <a:prstGeom prst="flowChartAlternateProcess">
                    <a:avLst/>
                  </a:prstGeom>
                  <a:solidFill>
                    <a:schemeClr val="accent1">
                      <a:lumMod val="40000"/>
                      <a:lumOff val="60000"/>
                      <a:alpha val="24999"/>
                    </a:schemeClr>
                  </a:solidFill>
                  <a:ln w="28575" cap="flat" cmpd="sng" algn="ctr">
                    <a:solidFill>
                      <a:srgbClr val="0095FF"/>
                    </a:solidFill>
                    <a:prstDash val="solid"/>
                    <a:miter lim="800000"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anchor="ctr"/>
                  <a:p>
                    <a:pPr algn="ctr">
                      <a:defRPr/>
                    </a:pPr>
                    <a:endParaRPr/>
                  </a:p>
                </p:txBody>
              </p:sp>
              <p:sp>
                <p:nvSpPr>
                  <p:cNvPr id="1456202077" name=""/>
                  <p:cNvSpPr/>
                  <p:nvPr/>
                </p:nvSpPr>
                <p:spPr bwMode="auto">
                  <a:xfrm rot="0" flipH="0" flipV="0">
                    <a:off x="11092294" y="0"/>
                    <a:ext cx="752483" cy="1666872"/>
                  </a:xfrm>
                  <a:prstGeom prst="flowChartAlternateProcess">
                    <a:avLst/>
                  </a:prstGeom>
                  <a:solidFill>
                    <a:srgbClr val="92D050">
                      <a:alpha val="24999"/>
                    </a:srgbClr>
                  </a:solidFill>
                  <a:ln w="28575" cap="flat" cmpd="sng" algn="ctr">
                    <a:solidFill>
                      <a:srgbClr val="00B050"/>
                    </a:solidFill>
                    <a:prstDash val="solid"/>
                    <a:miter lim="800000"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anchor="ctr"/>
                  <a:p>
                    <a:pPr algn="ctr">
                      <a:defRPr/>
                    </a:pPr>
                    <a:endParaRPr/>
                  </a:p>
                </p:txBody>
              </p:sp>
              <p:sp>
                <p:nvSpPr>
                  <p:cNvPr id="1014313248" name=""/>
                  <p:cNvSpPr/>
                  <p:nvPr/>
                </p:nvSpPr>
                <p:spPr bwMode="auto">
                  <a:xfrm rot="0" flipH="0" flipV="0">
                    <a:off x="0" y="0"/>
                    <a:ext cx="752483" cy="1666872"/>
                  </a:xfrm>
                  <a:prstGeom prst="flowChartAlternateProcess">
                    <a:avLst/>
                  </a:prstGeom>
                  <a:solidFill>
                    <a:srgbClr val="92D050">
                      <a:alpha val="24999"/>
                    </a:srgbClr>
                  </a:solidFill>
                  <a:ln w="28575" cap="flat" cmpd="sng" algn="ctr">
                    <a:solidFill>
                      <a:srgbClr val="00B050"/>
                    </a:solidFill>
                    <a:prstDash val="solid"/>
                    <a:miter lim="800000"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anchor="ctr"/>
                  <a:p>
                    <a:pPr algn="ctr">
                      <a:defRPr/>
                    </a:pPr>
                    <a:endParaRPr/>
                  </a:p>
                </p:txBody>
              </p:sp>
              <p:cxnSp>
                <p:nvCxnSpPr>
                  <p:cNvPr id="700419762" name=""/>
                  <p:cNvCxnSpPr/>
                  <p:nvPr/>
                </p:nvCxnSpPr>
                <p:spPr bwMode="auto">
                  <a:xfrm rot="10800000" flipH="0" flipV="1">
                    <a:off x="3550914" y="311043"/>
                    <a:ext cx="1125126" cy="1052280"/>
                  </a:xfrm>
                  <a:prstGeom prst="line">
                    <a:avLst/>
                  </a:prstGeom>
                  <a:ln w="44450" cap="flat" cmpd="sng" algn="ctr">
                    <a:solidFill>
                      <a:srgbClr val="00FF73"/>
                    </a:solidFill>
                    <a:prstDash val="solid"/>
                    <a:miter lim="800000"/>
                  </a:ln>
                </p:spPr>
                <p:style>
                  <a:lnRef idx="1">
                    <a:schemeClr val="accent1">
                      <a:shade val="50000"/>
                    </a:schemeClr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1551891819" name=""/>
                  <p:cNvCxnSpPr/>
                  <p:nvPr/>
                </p:nvCxnSpPr>
                <p:spPr bwMode="auto">
                  <a:xfrm rot="0" flipH="1" flipV="1">
                    <a:off x="4676043" y="311043"/>
                    <a:ext cx="2531543" cy="0"/>
                  </a:xfrm>
                  <a:prstGeom prst="line">
                    <a:avLst/>
                  </a:prstGeom>
                  <a:ln w="44450" cap="flat" cmpd="sng" algn="ctr">
                    <a:solidFill>
                      <a:srgbClr val="00FF73"/>
                    </a:solidFill>
                    <a:prstDash val="solid"/>
                    <a:miter lim="800000"/>
                  </a:ln>
                </p:spPr>
                <p:style>
                  <a:lnRef idx="1">
                    <a:schemeClr val="accent1">
                      <a:shade val="50000"/>
                    </a:schemeClr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1310635396" name=""/>
                  <p:cNvCxnSpPr/>
                  <p:nvPr/>
                </p:nvCxnSpPr>
                <p:spPr bwMode="auto">
                  <a:xfrm rot="0" flipH="1" flipV="0">
                    <a:off x="998805" y="1370826"/>
                    <a:ext cx="2552105" cy="0"/>
                  </a:xfrm>
                  <a:prstGeom prst="line">
                    <a:avLst/>
                  </a:prstGeom>
                  <a:ln w="44450" cap="flat" cmpd="sng" algn="ctr">
                    <a:solidFill>
                      <a:srgbClr val="00FF73"/>
                    </a:solidFill>
                    <a:prstDash val="solid"/>
                    <a:miter lim="800000"/>
                  </a:ln>
                </p:spPr>
                <p:style>
                  <a:lnRef idx="1">
                    <a:schemeClr val="accent1">
                      <a:shade val="50000"/>
                    </a:schemeClr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679291959" name=""/>
                  <p:cNvCxnSpPr/>
                  <p:nvPr/>
                </p:nvCxnSpPr>
                <p:spPr bwMode="auto">
                  <a:xfrm rot="10800000" flipH="0" flipV="0">
                    <a:off x="431991" y="964383"/>
                    <a:ext cx="587372" cy="406434"/>
                  </a:xfrm>
                  <a:prstGeom prst="line">
                    <a:avLst/>
                  </a:prstGeom>
                  <a:ln w="44450" cap="flat" cmpd="sng" algn="ctr">
                    <a:solidFill>
                      <a:srgbClr val="00FF73"/>
                    </a:solidFill>
                    <a:prstDash val="solid"/>
                    <a:miter lim="800000"/>
                  </a:ln>
                </p:spPr>
                <p:style>
                  <a:lnRef idx="1">
                    <a:schemeClr val="accent1">
                      <a:shade val="50000"/>
                    </a:schemeClr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sp>
                <p:nvSpPr>
                  <p:cNvPr id="2005769038" name=""/>
                  <p:cNvSpPr/>
                  <p:nvPr/>
                </p:nvSpPr>
                <p:spPr bwMode="auto">
                  <a:xfrm rot="10800000" flipH="0" flipV="0">
                    <a:off x="133956" y="666351"/>
                    <a:ext cx="349165" cy="349165"/>
                  </a:xfrm>
                  <a:prstGeom prst="ellipse">
                    <a:avLst/>
                  </a:prstGeom>
                  <a:solidFill>
                    <a:srgbClr val="E173FF"/>
                  </a:solidFill>
                  <a:ln w="25400" cap="flat" cmpd="sng" algn="ctr">
                    <a:solidFill>
                      <a:srgbClr val="000000"/>
                    </a:solidFill>
                    <a:prstDash val="solid"/>
                    <a:miter lim="800000"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</p:sp>
              <p:sp>
                <p:nvSpPr>
                  <p:cNvPr id="226879788" name=""/>
                  <p:cNvSpPr/>
                  <p:nvPr/>
                </p:nvSpPr>
                <p:spPr bwMode="auto">
                  <a:xfrm rot="0" flipH="0" flipV="0">
                    <a:off x="11400509" y="666351"/>
                    <a:ext cx="349165" cy="349165"/>
                  </a:xfrm>
                  <a:prstGeom prst="ellipse">
                    <a:avLst/>
                  </a:prstGeom>
                  <a:solidFill>
                    <a:srgbClr val="E173FF"/>
                  </a:solidFill>
                  <a:ln w="25400" cap="flat" cmpd="sng" algn="ctr">
                    <a:solidFill>
                      <a:srgbClr val="000000"/>
                    </a:solidFill>
                    <a:prstDash val="solid"/>
                    <a:miter lim="800000"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</p:sp>
              <p:cxnSp>
                <p:nvCxnSpPr>
                  <p:cNvPr id="1489139508" name=""/>
                  <p:cNvCxnSpPr/>
                  <p:nvPr/>
                </p:nvCxnSpPr>
                <p:spPr bwMode="auto">
                  <a:xfrm rot="0" flipH="0" flipV="0">
                    <a:off x="7207591" y="311044"/>
                    <a:ext cx="1409448" cy="537390"/>
                  </a:xfrm>
                  <a:prstGeom prst="line">
                    <a:avLst/>
                  </a:prstGeom>
                  <a:ln w="44450" cap="flat" cmpd="sng" algn="ctr">
                    <a:solidFill>
                      <a:srgbClr val="00FF73"/>
                    </a:solidFill>
                    <a:prstDash val="solid"/>
                    <a:miter lim="800000"/>
                  </a:ln>
                </p:spPr>
                <p:style>
                  <a:lnRef idx="1">
                    <a:schemeClr val="accent1">
                      <a:shade val="50000"/>
                    </a:schemeClr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942917676" name=""/>
                  <p:cNvCxnSpPr/>
                  <p:nvPr/>
                </p:nvCxnSpPr>
                <p:spPr bwMode="auto">
                  <a:xfrm rot="10800000" flipH="0" flipV="1">
                    <a:off x="8617043" y="840933"/>
                    <a:ext cx="2783463" cy="0"/>
                  </a:xfrm>
                  <a:prstGeom prst="line">
                    <a:avLst/>
                  </a:prstGeom>
                  <a:ln w="44450" cap="flat" cmpd="sng" algn="ctr">
                    <a:solidFill>
                      <a:srgbClr val="00FF73"/>
                    </a:solidFill>
                    <a:prstDash val="solid"/>
                    <a:miter lim="800000"/>
                  </a:ln>
                </p:spPr>
                <p:style>
                  <a:lnRef idx="1">
                    <a:schemeClr val="accent1">
                      <a:shade val="50000"/>
                    </a:schemeClr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</p:grpSp>
            <p:grpSp>
              <p:nvGrpSpPr>
                <p:cNvPr id="957979681" name=""/>
                <p:cNvGrpSpPr/>
                <p:nvPr/>
              </p:nvGrpSpPr>
              <p:grpSpPr bwMode="auto">
                <a:xfrm>
                  <a:off x="0" y="0"/>
                  <a:ext cx="12029187" cy="2150500"/>
                  <a:chOff x="0" y="0"/>
                  <a:chExt cx="12029187" cy="2150500"/>
                </a:xfrm>
              </p:grpSpPr>
              <p:grpSp>
                <p:nvGrpSpPr>
                  <p:cNvPr id="100962795" name=""/>
                  <p:cNvGrpSpPr/>
                  <p:nvPr/>
                </p:nvGrpSpPr>
                <p:grpSpPr bwMode="auto">
                  <a:xfrm>
                    <a:off x="0" y="0"/>
                    <a:ext cx="12029187" cy="2150500"/>
                    <a:chOff x="0" y="0"/>
                    <a:chExt cx="12029187" cy="2150500"/>
                  </a:xfrm>
                </p:grpSpPr>
                <p:grpSp>
                  <p:nvGrpSpPr>
                    <p:cNvPr id="2045152344" name=""/>
                    <p:cNvGrpSpPr/>
                    <p:nvPr/>
                  </p:nvGrpSpPr>
                  <p:grpSpPr bwMode="auto">
                    <a:xfrm>
                      <a:off x="0" y="0"/>
                      <a:ext cx="12029187" cy="2150500"/>
                      <a:chOff x="0" y="0"/>
                      <a:chExt cx="12029187" cy="2150500"/>
                    </a:xfrm>
                  </p:grpSpPr>
                  <p:grpSp>
                    <p:nvGrpSpPr>
                      <p:cNvPr id="875090826" name=""/>
                      <p:cNvGrpSpPr/>
                      <p:nvPr/>
                    </p:nvGrpSpPr>
                    <p:grpSpPr bwMode="auto">
                      <a:xfrm>
                        <a:off x="0" y="0"/>
                        <a:ext cx="942810" cy="2150500"/>
                        <a:chOff x="0" y="0"/>
                        <a:chExt cx="942810" cy="2150500"/>
                      </a:xfrm>
                    </p:grpSpPr>
                    <p:sp>
                      <p:nvSpPr>
                        <p:cNvPr id="393337396" name=""/>
                        <p:cNvSpPr/>
                        <p:nvPr/>
                      </p:nvSpPr>
                      <p:spPr bwMode="auto">
                        <a:xfrm rot="0" flipH="0" flipV="0">
                          <a:off x="93720" y="483628"/>
                          <a:ext cx="752483" cy="1666872"/>
                        </a:xfrm>
                        <a:prstGeom prst="flowChartAlternateProcess">
                          <a:avLst/>
                        </a:prstGeom>
                        <a:solidFill>
                          <a:srgbClr val="92D050">
                            <a:alpha val="24999"/>
                          </a:srgbClr>
                        </a:solidFill>
                        <a:ln w="28575" cap="flat" cmpd="sng" algn="ctr">
                          <a:solidFill>
                            <a:srgbClr val="00B050"/>
                          </a:solidFill>
                          <a:prstDash val="solid"/>
                          <a:miter lim="800000"/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anchor="ctr"/>
                        <a:p>
                          <a:pPr algn="ctr">
                            <a:defRPr/>
                          </a:pPr>
                          <a:endParaRPr/>
                        </a:p>
                      </p:txBody>
                    </p:sp>
                    <p:sp>
                      <p:nvSpPr>
                        <p:cNvPr id="1591633525" name=""/>
                        <p:cNvSpPr txBox="1"/>
                        <p:nvPr/>
                      </p:nvSpPr>
                      <p:spPr bwMode="auto">
                        <a:xfrm rot="0" flipH="0" flipV="0">
                          <a:off x="0" y="0"/>
                          <a:ext cx="942810" cy="427079"/>
                        </a:xfrm>
                        <a:prstGeom prst="rect">
                          <a:avLst/>
                        </a:prstGeom>
                        <a:noFill/>
                      </p:spPr>
                      <p:txBody>
                        <a:bodyPr vertOverflow="overflow" horzOverflow="overflow" vert="horz" wrap="square" lIns="91440" tIns="45720" rIns="91440" bIns="45720" numCol="1" spcCol="0" rtlCol="0" fromWordArt="0" anchor="t" anchorCtr="0" forceAA="0" upright="0" compatLnSpc="0">
                          <a:spAutoFit/>
                        </a:bodyPr>
                        <a:p>
                          <a:pPr>
                            <a:defRPr/>
                          </a:pPr>
                          <a:r>
                            <a:rPr lang="fr-FR" sz="2200" b="1">
                              <a:solidFill>
                                <a:srgbClr val="00B050"/>
                              </a:solidFill>
                              <a:latin typeface="CMU Serif"/>
                              <a:ea typeface="CMU Serif"/>
                              <a:cs typeface="CMU Serif"/>
                            </a:rPr>
                            <a:t>Alice</a:t>
                          </a:r>
                          <a:endParaRPr sz="2200" b="1">
                            <a:solidFill>
                              <a:srgbClr val="00B050"/>
                            </a:solidFill>
                            <a:latin typeface="CMU Serif"/>
                            <a:cs typeface="CMU Serif"/>
                          </a:endParaRPr>
                        </a:p>
                      </p:txBody>
                    </p:sp>
                  </p:grpSp>
                  <p:grpSp>
                    <p:nvGrpSpPr>
                      <p:cNvPr id="29103951" name=""/>
                      <p:cNvGrpSpPr/>
                      <p:nvPr/>
                    </p:nvGrpSpPr>
                    <p:grpSpPr bwMode="auto">
                      <a:xfrm>
                        <a:off x="1037313" y="0"/>
                        <a:ext cx="2687640" cy="2150500"/>
                        <a:chOff x="0" y="0"/>
                        <a:chExt cx="2687640" cy="2150500"/>
                      </a:xfrm>
                    </p:grpSpPr>
                    <p:sp>
                      <p:nvSpPr>
                        <p:cNvPr id="1084947138" name=""/>
                        <p:cNvSpPr/>
                        <p:nvPr/>
                      </p:nvSpPr>
                      <p:spPr bwMode="auto">
                        <a:xfrm rot="0" flipH="0" flipV="0">
                          <a:off x="0" y="483628"/>
                          <a:ext cx="2687640" cy="1666872"/>
                        </a:xfrm>
                        <a:prstGeom prst="flowChartAlternateProcess">
                          <a:avLst/>
                        </a:prstGeom>
                        <a:solidFill>
                          <a:schemeClr val="accent1">
                            <a:lumMod val="40000"/>
                            <a:lumOff val="60000"/>
                            <a:alpha val="24999"/>
                          </a:schemeClr>
                        </a:solidFill>
                        <a:ln w="28575" cap="flat" cmpd="sng" algn="ctr">
                          <a:solidFill>
                            <a:srgbClr val="0095FF"/>
                          </a:solidFill>
                          <a:prstDash val="solid"/>
                          <a:miter lim="800000"/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</p:sp>
                    <p:sp>
                      <p:nvSpPr>
                        <p:cNvPr id="1927940431" name=""/>
                        <p:cNvSpPr txBox="1"/>
                        <p:nvPr/>
                      </p:nvSpPr>
                      <p:spPr bwMode="auto">
                        <a:xfrm rot="0" flipH="0" flipV="0">
                          <a:off x="803854" y="0"/>
                          <a:ext cx="1082805" cy="427079"/>
                        </a:xfrm>
                        <a:prstGeom prst="rect">
                          <a:avLst/>
                        </a:prstGeom>
                        <a:noFill/>
                      </p:spPr>
                      <p:txBody>
                        <a:bodyPr vertOverflow="overflow" horzOverflow="overflow" vert="horz" wrap="square" lIns="91440" tIns="45720" rIns="91440" bIns="45720" numCol="1" spcCol="0" rtlCol="0" fromWordArt="0" anchor="t" anchorCtr="0" forceAA="0" upright="0" compatLnSpc="0">
                          <a:spAutoFit/>
                        </a:bodyPr>
                        <a:p>
                          <a:pPr>
                            <a:defRPr/>
                          </a:pPr>
                          <a:r>
                            <a:rPr lang="fr-FR" sz="2200" b="1">
                              <a:solidFill>
                                <a:srgbClr val="45B5FF"/>
                              </a:solidFill>
                              <a:latin typeface="CMU Serif"/>
                              <a:ea typeface="CMU Serif"/>
                              <a:cs typeface="CMU Serif"/>
                            </a:rPr>
                            <a:t>ABSA</a:t>
                          </a:r>
                          <a:endParaRPr sz="2200" b="1">
                            <a:solidFill>
                              <a:srgbClr val="45B5FF"/>
                            </a:solidFill>
                            <a:latin typeface="CMU Serif"/>
                            <a:cs typeface="CMU Serif"/>
                          </a:endParaRPr>
                        </a:p>
                      </p:txBody>
                    </p:sp>
                  </p:grpSp>
                  <p:grpSp>
                    <p:nvGrpSpPr>
                      <p:cNvPr id="1580805080" name=""/>
                      <p:cNvGrpSpPr/>
                      <p:nvPr/>
                    </p:nvGrpSpPr>
                    <p:grpSpPr bwMode="auto">
                      <a:xfrm>
                        <a:off x="3688986" y="0"/>
                        <a:ext cx="1076521" cy="2150500"/>
                        <a:chOff x="0" y="0"/>
                        <a:chExt cx="1076521" cy="2150500"/>
                      </a:xfrm>
                    </p:grpSpPr>
                    <p:sp>
                      <p:nvSpPr>
                        <p:cNvPr id="1934128956" name=""/>
                        <p:cNvSpPr/>
                        <p:nvPr/>
                      </p:nvSpPr>
                      <p:spPr bwMode="auto">
                        <a:xfrm rot="0" flipH="0" flipV="0">
                          <a:off x="200269" y="483628"/>
                          <a:ext cx="634996" cy="1666872"/>
                        </a:xfrm>
                        <a:prstGeom prst="flowChartAlternateProcess">
                          <a:avLst/>
                        </a:prstGeom>
                        <a:solidFill>
                          <a:srgbClr val="E173FF">
                            <a:alpha val="24999"/>
                          </a:srgbClr>
                        </a:solidFill>
                        <a:ln w="28575" cap="flat" cmpd="sng" algn="ctr">
                          <a:solidFill>
                            <a:srgbClr val="DB4CFF"/>
                          </a:solidFill>
                          <a:prstDash val="solid"/>
                          <a:miter lim="800000"/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</p:sp>
                    <p:sp>
                      <p:nvSpPr>
                        <p:cNvPr id="1035398884" name=""/>
                        <p:cNvSpPr txBox="1"/>
                        <p:nvPr/>
                      </p:nvSpPr>
                      <p:spPr bwMode="auto">
                        <a:xfrm rot="0" flipH="0" flipV="0">
                          <a:off x="0" y="0"/>
                          <a:ext cx="1076521" cy="427079"/>
                        </a:xfrm>
                        <a:prstGeom prst="rect">
                          <a:avLst/>
                        </a:prstGeom>
                        <a:noFill/>
                      </p:spPr>
                      <p:txBody>
                        <a:bodyPr vertOverflow="overflow" horzOverflow="overflow" vert="horz" wrap="square" lIns="91440" tIns="45720" rIns="91440" bIns="45720" numCol="1" spcCol="0" rtlCol="0" fromWordArt="0" anchor="t" anchorCtr="0" forceAA="0" upright="0" compatLnSpc="0">
                          <a:spAutoFit/>
                        </a:bodyPr>
                        <a:p>
                          <a:pPr>
                            <a:defRPr/>
                          </a:pPr>
                          <a:r>
                            <a:rPr lang="fr-FR" sz="2200" b="1">
                              <a:solidFill>
                                <a:srgbClr val="DB4CFF"/>
                              </a:solidFill>
                              <a:latin typeface="CMU Serif"/>
                              <a:ea typeface="CMU Serif"/>
                              <a:cs typeface="CMU Serif"/>
                            </a:rPr>
                            <a:t>RGSS</a:t>
                          </a:r>
                          <a:endParaRPr sz="2200" b="1">
                            <a:solidFill>
                              <a:srgbClr val="DB4CFF"/>
                            </a:solidFill>
                            <a:latin typeface="CMU Serif"/>
                            <a:cs typeface="CMU Serif"/>
                          </a:endParaRPr>
                        </a:p>
                      </p:txBody>
                    </p:sp>
                  </p:grpSp>
                  <p:grpSp>
                    <p:nvGrpSpPr>
                      <p:cNvPr id="910855257" name=""/>
                      <p:cNvGrpSpPr/>
                      <p:nvPr/>
                    </p:nvGrpSpPr>
                    <p:grpSpPr bwMode="auto">
                      <a:xfrm>
                        <a:off x="11163296" y="0"/>
                        <a:ext cx="865890" cy="2150500"/>
                        <a:chOff x="0" y="0"/>
                        <a:chExt cx="865890" cy="2150500"/>
                      </a:xfrm>
                    </p:grpSpPr>
                    <p:sp>
                      <p:nvSpPr>
                        <p:cNvPr id="955929558" name=""/>
                        <p:cNvSpPr/>
                        <p:nvPr/>
                      </p:nvSpPr>
                      <p:spPr bwMode="auto">
                        <a:xfrm rot="0" flipH="0" flipV="0">
                          <a:off x="22718" y="483628"/>
                          <a:ext cx="752483" cy="1666872"/>
                        </a:xfrm>
                        <a:prstGeom prst="flowChartAlternateProcess">
                          <a:avLst/>
                        </a:prstGeom>
                        <a:solidFill>
                          <a:srgbClr val="92D050">
                            <a:alpha val="24999"/>
                          </a:srgbClr>
                        </a:solidFill>
                        <a:ln w="28575" cap="flat" cmpd="sng" algn="ctr">
                          <a:solidFill>
                            <a:srgbClr val="00B050"/>
                          </a:solidFill>
                          <a:prstDash val="solid"/>
                          <a:miter lim="800000"/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anchor="ctr"/>
                        <a:p>
                          <a:pPr algn="ctr">
                            <a:defRPr/>
                          </a:pPr>
                          <a:endParaRPr/>
                        </a:p>
                      </p:txBody>
                    </p:sp>
                    <p:sp>
                      <p:nvSpPr>
                        <p:cNvPr id="1559880323" name=""/>
                        <p:cNvSpPr txBox="1"/>
                        <p:nvPr/>
                      </p:nvSpPr>
                      <p:spPr bwMode="auto">
                        <a:xfrm rot="0" flipH="0" flipV="0">
                          <a:off x="0" y="0"/>
                          <a:ext cx="865890" cy="427079"/>
                        </a:xfrm>
                        <a:prstGeom prst="rect">
                          <a:avLst/>
                        </a:prstGeom>
                        <a:noFill/>
                      </p:spPr>
                      <p:txBody>
                        <a:bodyPr vertOverflow="overflow" horzOverflow="overflow" vert="horz" wrap="square" lIns="91440" tIns="45720" rIns="91440" bIns="45720" numCol="1" spcCol="0" rtlCol="0" fromWordArt="0" anchor="t" anchorCtr="0" forceAA="0" upright="0" compatLnSpc="0">
                          <a:spAutoFit/>
                        </a:bodyPr>
                        <a:p>
                          <a:pPr>
                            <a:defRPr/>
                          </a:pPr>
                          <a:r>
                            <a:rPr lang="fr-FR" sz="2200" b="1">
                              <a:solidFill>
                                <a:srgbClr val="00B050"/>
                              </a:solidFill>
                              <a:latin typeface="CMU Serif"/>
                              <a:ea typeface="CMU Serif"/>
                              <a:cs typeface="CMU Serif"/>
                            </a:rPr>
                            <a:t>Bob</a:t>
                          </a:r>
                          <a:endParaRPr sz="2200" b="1">
                            <a:solidFill>
                              <a:srgbClr val="00B050"/>
                            </a:solidFill>
                            <a:latin typeface="CMU Serif"/>
                            <a:cs typeface="CMU Serif"/>
                          </a:endParaRPr>
                        </a:p>
                      </p:txBody>
                    </p:sp>
                  </p:grpSp>
                  <p:grpSp>
                    <p:nvGrpSpPr>
                      <p:cNvPr id="1604090773" name=""/>
                      <p:cNvGrpSpPr/>
                      <p:nvPr/>
                    </p:nvGrpSpPr>
                    <p:grpSpPr bwMode="auto">
                      <a:xfrm>
                        <a:off x="4688562" y="0"/>
                        <a:ext cx="2687640" cy="2150499"/>
                        <a:chOff x="0" y="0"/>
                        <a:chExt cx="2687640" cy="2150499"/>
                      </a:xfrm>
                    </p:grpSpPr>
                    <p:sp>
                      <p:nvSpPr>
                        <p:cNvPr id="1292273443" name=""/>
                        <p:cNvSpPr/>
                        <p:nvPr/>
                      </p:nvSpPr>
                      <p:spPr bwMode="auto">
                        <a:xfrm rot="0" flipH="0" flipV="0">
                          <a:off x="0" y="483627"/>
                          <a:ext cx="2687640" cy="1666872"/>
                        </a:xfrm>
                        <a:prstGeom prst="flowChartAlternateProcess">
                          <a:avLst/>
                        </a:prstGeom>
                        <a:solidFill>
                          <a:schemeClr val="accent1">
                            <a:lumMod val="40000"/>
                            <a:lumOff val="60000"/>
                            <a:alpha val="24999"/>
                          </a:schemeClr>
                        </a:solidFill>
                        <a:ln w="28575" cap="flat" cmpd="sng" algn="ctr">
                          <a:solidFill>
                            <a:srgbClr val="0095FF"/>
                          </a:solidFill>
                          <a:prstDash val="solid"/>
                          <a:miter lim="800000"/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</p:sp>
                    <p:sp>
                      <p:nvSpPr>
                        <p:cNvPr id="1808998359" name=""/>
                        <p:cNvSpPr txBox="1"/>
                        <p:nvPr/>
                      </p:nvSpPr>
                      <p:spPr bwMode="auto">
                        <a:xfrm rot="0" flipH="0" flipV="0">
                          <a:off x="803854" y="0"/>
                          <a:ext cx="1083163" cy="427079"/>
                        </a:xfrm>
                        <a:prstGeom prst="rect">
                          <a:avLst/>
                        </a:prstGeom>
                        <a:noFill/>
                      </p:spPr>
                      <p:txBody>
                        <a:bodyPr vertOverflow="overflow" horzOverflow="overflow" vert="horz" wrap="square" lIns="91440" tIns="45720" rIns="91440" bIns="45720" numCol="1" spcCol="0" rtlCol="0" fromWordArt="0" anchor="t" anchorCtr="0" forceAA="0" upright="0" compatLnSpc="0">
                          <a:spAutoFit/>
                        </a:bodyPr>
                        <a:p>
                          <a:pPr>
                            <a:defRPr/>
                          </a:pPr>
                          <a:r>
                            <a:rPr lang="fr-FR" sz="2200" b="1">
                              <a:solidFill>
                                <a:srgbClr val="45B5FF"/>
                              </a:solidFill>
                              <a:latin typeface="CMU Serif"/>
                              <a:ea typeface="CMU Serif"/>
                              <a:cs typeface="CMU Serif"/>
                            </a:rPr>
                            <a:t>ABSA</a:t>
                          </a:r>
                          <a:endParaRPr sz="2200" b="1">
                            <a:solidFill>
                              <a:srgbClr val="45B5FF"/>
                            </a:solidFill>
                            <a:latin typeface="CMU Serif"/>
                            <a:cs typeface="CMU Serif"/>
                          </a:endParaRPr>
                        </a:p>
                      </p:txBody>
                    </p:sp>
                  </p:grpSp>
                  <p:grpSp>
                    <p:nvGrpSpPr>
                      <p:cNvPr id="1887928424" name=""/>
                      <p:cNvGrpSpPr/>
                      <p:nvPr/>
                    </p:nvGrpSpPr>
                    <p:grpSpPr bwMode="auto">
                      <a:xfrm>
                        <a:off x="7340238" y="0"/>
                        <a:ext cx="1076881" cy="2150499"/>
                        <a:chOff x="0" y="0"/>
                        <a:chExt cx="1076881" cy="2150499"/>
                      </a:xfrm>
                    </p:grpSpPr>
                    <p:sp>
                      <p:nvSpPr>
                        <p:cNvPr id="1225041069" name=""/>
                        <p:cNvSpPr/>
                        <p:nvPr/>
                      </p:nvSpPr>
                      <p:spPr bwMode="auto">
                        <a:xfrm rot="0" flipH="0" flipV="0">
                          <a:off x="200269" y="483627"/>
                          <a:ext cx="634995" cy="1666872"/>
                        </a:xfrm>
                        <a:prstGeom prst="flowChartAlternateProcess">
                          <a:avLst/>
                        </a:prstGeom>
                        <a:solidFill>
                          <a:srgbClr val="E173FF">
                            <a:alpha val="24999"/>
                          </a:srgbClr>
                        </a:solidFill>
                        <a:ln w="28575" cap="flat" cmpd="sng" algn="ctr">
                          <a:solidFill>
                            <a:srgbClr val="DB4CFF"/>
                          </a:solidFill>
                          <a:prstDash val="solid"/>
                          <a:miter lim="800000"/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</p:sp>
                    <p:sp>
                      <p:nvSpPr>
                        <p:cNvPr id="627832992" name=""/>
                        <p:cNvSpPr txBox="1"/>
                        <p:nvPr/>
                      </p:nvSpPr>
                      <p:spPr bwMode="auto">
                        <a:xfrm rot="0" flipH="0" flipV="0">
                          <a:off x="0" y="0"/>
                          <a:ext cx="1076881" cy="427079"/>
                        </a:xfrm>
                        <a:prstGeom prst="rect">
                          <a:avLst/>
                        </a:prstGeom>
                        <a:noFill/>
                      </p:spPr>
                      <p:txBody>
                        <a:bodyPr vertOverflow="overflow" horzOverflow="overflow" vert="horz" wrap="square" lIns="91440" tIns="45720" rIns="91440" bIns="45720" numCol="1" spcCol="0" rtlCol="0" fromWordArt="0" anchor="t" anchorCtr="0" forceAA="0" upright="0" compatLnSpc="0">
                          <a:spAutoFit/>
                        </a:bodyPr>
                        <a:p>
                          <a:pPr>
                            <a:defRPr/>
                          </a:pPr>
                          <a:r>
                            <a:rPr lang="fr-FR" sz="2200" b="1">
                              <a:solidFill>
                                <a:srgbClr val="DB4CFF"/>
                              </a:solidFill>
                              <a:latin typeface="CMU Serif"/>
                              <a:ea typeface="CMU Serif"/>
                              <a:cs typeface="CMU Serif"/>
                            </a:rPr>
                            <a:t>RGSS</a:t>
                          </a:r>
                          <a:endParaRPr sz="2200" b="1">
                            <a:solidFill>
                              <a:srgbClr val="DB4CFF"/>
                            </a:solidFill>
                            <a:latin typeface="CMU Serif"/>
                            <a:cs typeface="CMU Serif"/>
                          </a:endParaRPr>
                        </a:p>
                      </p:txBody>
                    </p:sp>
                  </p:grpSp>
                  <p:grpSp>
                    <p:nvGrpSpPr>
                      <p:cNvPr id="900435793" name=""/>
                      <p:cNvGrpSpPr/>
                      <p:nvPr/>
                    </p:nvGrpSpPr>
                    <p:grpSpPr bwMode="auto">
                      <a:xfrm>
                        <a:off x="8359221" y="0"/>
                        <a:ext cx="2687640" cy="2150499"/>
                        <a:chOff x="0" y="0"/>
                        <a:chExt cx="2687640" cy="2150499"/>
                      </a:xfrm>
                    </p:grpSpPr>
                    <p:sp>
                      <p:nvSpPr>
                        <p:cNvPr id="1728705179" name=""/>
                        <p:cNvSpPr/>
                        <p:nvPr/>
                      </p:nvSpPr>
                      <p:spPr bwMode="auto">
                        <a:xfrm rot="0" flipH="0" flipV="0">
                          <a:off x="0" y="483627"/>
                          <a:ext cx="2687640" cy="1666872"/>
                        </a:xfrm>
                        <a:prstGeom prst="flowChartAlternateProcess">
                          <a:avLst/>
                        </a:prstGeom>
                        <a:solidFill>
                          <a:schemeClr val="accent1">
                            <a:lumMod val="40000"/>
                            <a:lumOff val="60000"/>
                            <a:alpha val="24999"/>
                          </a:schemeClr>
                        </a:solidFill>
                        <a:ln w="28575" cap="flat" cmpd="sng" algn="ctr">
                          <a:solidFill>
                            <a:srgbClr val="0095FF"/>
                          </a:solidFill>
                          <a:prstDash val="solid"/>
                          <a:miter lim="800000"/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</p:sp>
                    <p:sp>
                      <p:nvSpPr>
                        <p:cNvPr id="2126937947" name=""/>
                        <p:cNvSpPr txBox="1"/>
                        <p:nvPr/>
                      </p:nvSpPr>
                      <p:spPr bwMode="auto">
                        <a:xfrm rot="0" flipH="0" flipV="0">
                          <a:off x="803854" y="0"/>
                          <a:ext cx="1083524" cy="427079"/>
                        </a:xfrm>
                        <a:prstGeom prst="rect">
                          <a:avLst/>
                        </a:prstGeom>
                        <a:noFill/>
                      </p:spPr>
                      <p:txBody>
                        <a:bodyPr vertOverflow="overflow" horzOverflow="overflow" vert="horz" wrap="square" lIns="91440" tIns="45720" rIns="91440" bIns="45720" numCol="1" spcCol="0" rtlCol="0" fromWordArt="0" anchor="t" anchorCtr="0" forceAA="0" upright="0" compatLnSpc="0">
                          <a:spAutoFit/>
                        </a:bodyPr>
                        <a:p>
                          <a:pPr>
                            <a:defRPr/>
                          </a:pPr>
                          <a:r>
                            <a:rPr lang="fr-FR" sz="2200" b="1">
                              <a:solidFill>
                                <a:srgbClr val="45B5FF"/>
                              </a:solidFill>
                              <a:latin typeface="CMU Serif"/>
                              <a:ea typeface="CMU Serif"/>
                              <a:cs typeface="CMU Serif"/>
                            </a:rPr>
                            <a:t>ABSA</a:t>
                          </a:r>
                          <a:endParaRPr sz="2200" b="1">
                            <a:solidFill>
                              <a:srgbClr val="45B5FF"/>
                            </a:solidFill>
                            <a:latin typeface="CMU Serif"/>
                            <a:cs typeface="CMU Serif"/>
                          </a:endParaRPr>
                        </a:p>
                      </p:txBody>
                    </p:sp>
                  </p:grpSp>
                </p:grpSp>
                <p:grpSp>
                  <p:nvGrpSpPr>
                    <p:cNvPr id="1513207986" name=""/>
                    <p:cNvGrpSpPr/>
                    <p:nvPr/>
                  </p:nvGrpSpPr>
                  <p:grpSpPr bwMode="auto">
                    <a:xfrm rot="0" flipH="0" flipV="0">
                      <a:off x="227680" y="612300"/>
                      <a:ext cx="11615710" cy="1408946"/>
                      <a:chOff x="0" y="0"/>
                      <a:chExt cx="11615710" cy="1408946"/>
                    </a:xfrm>
                  </p:grpSpPr>
                  <p:grpSp>
                    <p:nvGrpSpPr>
                      <p:cNvPr id="1035352522" name=""/>
                      <p:cNvGrpSpPr/>
                      <p:nvPr/>
                    </p:nvGrpSpPr>
                    <p:grpSpPr bwMode="auto">
                      <a:xfrm>
                        <a:off x="2248852" y="0"/>
                        <a:ext cx="3461329" cy="1408946"/>
                        <a:chOff x="0" y="0"/>
                        <a:chExt cx="3461329" cy="1408946"/>
                      </a:xfrm>
                    </p:grpSpPr>
                    <p:grpSp>
                      <p:nvGrpSpPr>
                        <p:cNvPr id="865577113" name=""/>
                        <p:cNvGrpSpPr/>
                        <p:nvPr/>
                      </p:nvGrpSpPr>
                      <p:grpSpPr bwMode="auto">
                        <a:xfrm rot="10800000" flipH="0" flipV="0">
                          <a:off x="883775" y="167078"/>
                          <a:ext cx="1693773" cy="1067280"/>
                          <a:chOff x="0" y="0"/>
                          <a:chExt cx="1693773" cy="1067280"/>
                        </a:xfrm>
                      </p:grpSpPr>
                      <p:cxnSp>
                        <p:nvCxnSpPr>
                          <p:cNvPr id="698587612" name=""/>
                          <p:cNvCxnSpPr/>
                          <p:nvPr/>
                        </p:nvCxnSpPr>
                        <p:spPr bwMode="auto">
                          <a:xfrm rot="0" flipH="0" flipV="0">
                            <a:off x="0" y="533637"/>
                            <a:ext cx="1693773" cy="0"/>
                          </a:xfrm>
                          <a:prstGeom prst="line">
                            <a:avLst/>
                          </a:prstGeom>
                          <a:ln w="28575" cap="flat" cmpd="sng" algn="ctr">
                            <a:solidFill>
                              <a:schemeClr val="bg2">
                                <a:lumMod val="74901"/>
                              </a:schemeClr>
                            </a:solidFill>
                            <a:prstDash val="solid"/>
                            <a:miter lim="800000"/>
                          </a:ln>
                        </p:spPr>
                        <p:style>
                          <a:lnRef idx="1">
                            <a:schemeClr val="accent1">
                              <a:shade val="50000"/>
                            </a:schemeClr>
                          </a:lnRef>
                          <a:fillRef idx="0">
                            <a:schemeClr val="accent1"/>
                          </a:fillRef>
                          <a:effectRef idx="0">
                            <a:schemeClr val="accent1"/>
                          </a:effectRef>
                          <a:fontRef idx="minor">
                            <a:schemeClr val="tx1"/>
                          </a:fontRef>
                        </p:style>
                      </p:cxnSp>
                      <p:cxnSp>
                        <p:nvCxnSpPr>
                          <p:cNvPr id="1875950749" name=""/>
                          <p:cNvCxnSpPr/>
                          <p:nvPr/>
                        </p:nvCxnSpPr>
                        <p:spPr bwMode="auto">
                          <a:xfrm rot="0" flipH="0" flipV="0">
                            <a:off x="284321" y="0"/>
                            <a:ext cx="1409449" cy="537390"/>
                          </a:xfrm>
                          <a:prstGeom prst="line">
                            <a:avLst/>
                          </a:prstGeom>
                          <a:ln w="28575" cap="flat" cmpd="sng" algn="ctr">
                            <a:solidFill>
                              <a:schemeClr val="bg2">
                                <a:lumMod val="74901"/>
                              </a:schemeClr>
                            </a:solidFill>
                            <a:prstDash val="solid"/>
                            <a:miter lim="800000"/>
                          </a:ln>
                        </p:spPr>
                        <p:style>
                          <a:lnRef idx="1">
                            <a:schemeClr val="accent1">
                              <a:shade val="50000"/>
                            </a:schemeClr>
                          </a:lnRef>
                          <a:fillRef idx="0">
                            <a:schemeClr val="accent1"/>
                          </a:fillRef>
                          <a:effectRef idx="0">
                            <a:schemeClr val="accent1"/>
                          </a:effectRef>
                          <a:fontRef idx="minor">
                            <a:schemeClr val="tx1"/>
                          </a:fontRef>
                        </p:style>
                      </p:cxnSp>
                      <p:cxnSp>
                        <p:nvCxnSpPr>
                          <p:cNvPr id="1697747774" name=""/>
                          <p:cNvCxnSpPr/>
                          <p:nvPr/>
                        </p:nvCxnSpPr>
                        <p:spPr bwMode="auto">
                          <a:xfrm rot="0" flipH="0" flipV="0">
                            <a:off x="0" y="529887"/>
                            <a:ext cx="1409449" cy="537390"/>
                          </a:xfrm>
                          <a:prstGeom prst="line">
                            <a:avLst/>
                          </a:prstGeom>
                          <a:ln w="28575" cap="flat" cmpd="sng" algn="ctr">
                            <a:solidFill>
                              <a:schemeClr val="bg2">
                                <a:lumMod val="74901"/>
                              </a:schemeClr>
                            </a:solidFill>
                            <a:prstDash val="solid"/>
                            <a:miter lim="800000"/>
                          </a:ln>
                        </p:spPr>
                        <p:style>
                          <a:lnRef idx="1">
                            <a:schemeClr val="accent1">
                              <a:shade val="50000"/>
                            </a:schemeClr>
                          </a:lnRef>
                          <a:fillRef idx="0">
                            <a:schemeClr val="accent1"/>
                          </a:fillRef>
                          <a:effectRef idx="0">
                            <a:schemeClr val="accent1"/>
                          </a:effectRef>
                          <a:fontRef idx="minor">
                            <a:schemeClr val="tx1"/>
                          </a:fontRef>
                        </p:style>
                      </p:cxnSp>
                      <p:cxnSp>
                        <p:nvCxnSpPr>
                          <p:cNvPr id="30274736" name=""/>
                          <p:cNvCxnSpPr/>
                          <p:nvPr/>
                        </p:nvCxnSpPr>
                        <p:spPr bwMode="auto">
                          <a:xfrm rot="0" flipH="0" flipV="0">
                            <a:off x="284321" y="1063530"/>
                            <a:ext cx="1125126" cy="0"/>
                          </a:xfrm>
                          <a:prstGeom prst="line">
                            <a:avLst/>
                          </a:prstGeom>
                          <a:ln w="28575" cap="flat" cmpd="sng" algn="ctr">
                            <a:solidFill>
                              <a:schemeClr val="bg2">
                                <a:lumMod val="74901"/>
                              </a:schemeClr>
                            </a:solidFill>
                            <a:prstDash val="solid"/>
                            <a:miter lim="800000"/>
                          </a:ln>
                        </p:spPr>
                        <p:style>
                          <a:lnRef idx="1">
                            <a:schemeClr val="accent1">
                              <a:shade val="50000"/>
                            </a:schemeClr>
                          </a:lnRef>
                          <a:fillRef idx="0">
                            <a:schemeClr val="accent1"/>
                          </a:fillRef>
                          <a:effectRef idx="0">
                            <a:schemeClr val="accent1"/>
                          </a:effectRef>
                          <a:fontRef idx="minor">
                            <a:schemeClr val="tx1"/>
                          </a:fontRef>
                        </p:style>
                      </p:cxnSp>
                      <p:cxnSp>
                        <p:nvCxnSpPr>
                          <p:cNvPr id="801381023" name=""/>
                          <p:cNvCxnSpPr/>
                          <p:nvPr/>
                        </p:nvCxnSpPr>
                        <p:spPr bwMode="auto">
                          <a:xfrm rot="0" flipH="0" flipV="0">
                            <a:off x="284321" y="3747"/>
                            <a:ext cx="1125126" cy="0"/>
                          </a:xfrm>
                          <a:prstGeom prst="line">
                            <a:avLst/>
                          </a:prstGeom>
                          <a:ln w="28575" cap="flat" cmpd="sng" algn="ctr">
                            <a:solidFill>
                              <a:schemeClr val="bg2">
                                <a:lumMod val="74901"/>
                              </a:schemeClr>
                            </a:solidFill>
                            <a:prstDash val="solid"/>
                            <a:miter lim="800000"/>
                          </a:ln>
                        </p:spPr>
                        <p:style>
                          <a:lnRef idx="1">
                            <a:schemeClr val="accent1">
                              <a:shade val="50000"/>
                            </a:schemeClr>
                          </a:lnRef>
                          <a:fillRef idx="0">
                            <a:schemeClr val="accent1"/>
                          </a:fillRef>
                          <a:effectRef idx="0">
                            <a:schemeClr val="accent1"/>
                          </a:effectRef>
                          <a:fontRef idx="minor">
                            <a:schemeClr val="tx1"/>
                          </a:fontRef>
                        </p:style>
                      </p:cxnSp>
                      <p:cxnSp>
                        <p:nvCxnSpPr>
                          <p:cNvPr id="345189383" name=""/>
                          <p:cNvCxnSpPr/>
                          <p:nvPr/>
                        </p:nvCxnSpPr>
                        <p:spPr bwMode="auto">
                          <a:xfrm rot="0" flipH="0" flipV="1">
                            <a:off x="0" y="7497"/>
                            <a:ext cx="1409449" cy="522387"/>
                          </a:xfrm>
                          <a:prstGeom prst="line">
                            <a:avLst/>
                          </a:prstGeom>
                          <a:ln w="28575" cap="flat" cmpd="sng" algn="ctr">
                            <a:solidFill>
                              <a:schemeClr val="bg2">
                                <a:lumMod val="74901"/>
                              </a:schemeClr>
                            </a:solidFill>
                            <a:prstDash val="solid"/>
                            <a:miter lim="800000"/>
                          </a:ln>
                        </p:spPr>
                        <p:style>
                          <a:lnRef idx="1">
                            <a:schemeClr val="accent1">
                              <a:shade val="50000"/>
                            </a:schemeClr>
                          </a:lnRef>
                          <a:fillRef idx="0">
                            <a:schemeClr val="accent1"/>
                          </a:fillRef>
                          <a:effectRef idx="0">
                            <a:schemeClr val="accent1"/>
                          </a:effectRef>
                          <a:fontRef idx="minor">
                            <a:schemeClr val="tx1"/>
                          </a:fontRef>
                        </p:style>
                      </p:cxnSp>
                      <p:cxnSp>
                        <p:nvCxnSpPr>
                          <p:cNvPr id="287018562" name=""/>
                          <p:cNvCxnSpPr/>
                          <p:nvPr/>
                        </p:nvCxnSpPr>
                        <p:spPr bwMode="auto">
                          <a:xfrm rot="0" flipH="0" flipV="1">
                            <a:off x="284321" y="537390"/>
                            <a:ext cx="1409449" cy="522388"/>
                          </a:xfrm>
                          <a:prstGeom prst="line">
                            <a:avLst/>
                          </a:prstGeom>
                          <a:ln w="28575" cap="flat" cmpd="sng" algn="ctr">
                            <a:solidFill>
                              <a:schemeClr val="bg2">
                                <a:lumMod val="74901"/>
                              </a:schemeClr>
                            </a:solidFill>
                            <a:prstDash val="solid"/>
                            <a:miter lim="800000"/>
                          </a:ln>
                        </p:spPr>
                        <p:style>
                          <a:lnRef idx="1">
                            <a:schemeClr val="accent1">
                              <a:shade val="50000"/>
                            </a:schemeClr>
                          </a:lnRef>
                          <a:fillRef idx="0">
                            <a:schemeClr val="accent1"/>
                          </a:fillRef>
                          <a:effectRef idx="0">
                            <a:schemeClr val="accent1"/>
                          </a:effectRef>
                          <a:fontRef idx="minor">
                            <a:schemeClr val="tx1"/>
                          </a:fontRef>
                        </p:style>
                      </p:cxnSp>
                      <p:cxnSp>
                        <p:nvCxnSpPr>
                          <p:cNvPr id="514722515" name=""/>
                          <p:cNvCxnSpPr/>
                          <p:nvPr/>
                        </p:nvCxnSpPr>
                        <p:spPr bwMode="auto">
                          <a:xfrm rot="0" flipH="0" flipV="1">
                            <a:off x="284321" y="7497"/>
                            <a:ext cx="1125126" cy="1052280"/>
                          </a:xfrm>
                          <a:prstGeom prst="line">
                            <a:avLst/>
                          </a:prstGeom>
                          <a:ln w="28575" cap="flat" cmpd="sng" algn="ctr">
                            <a:solidFill>
                              <a:schemeClr val="bg2">
                                <a:lumMod val="74901"/>
                              </a:schemeClr>
                            </a:solidFill>
                            <a:prstDash val="solid"/>
                            <a:miter lim="800000"/>
                          </a:ln>
                        </p:spPr>
                        <p:style>
                          <a:lnRef idx="1">
                            <a:schemeClr val="accent1">
                              <a:shade val="50000"/>
                            </a:schemeClr>
                          </a:lnRef>
                          <a:fillRef idx="0">
                            <a:schemeClr val="accent1"/>
                          </a:fillRef>
                          <a:effectRef idx="0">
                            <a:schemeClr val="accent1"/>
                          </a:effectRef>
                          <a:fontRef idx="minor">
                            <a:schemeClr val="tx1"/>
                          </a:fontRef>
                        </p:style>
                      </p:cxnSp>
                      <p:cxnSp>
                        <p:nvCxnSpPr>
                          <p:cNvPr id="289682495" name=""/>
                          <p:cNvCxnSpPr/>
                          <p:nvPr/>
                        </p:nvCxnSpPr>
                        <p:spPr bwMode="auto">
                          <a:xfrm rot="10800000" flipH="0" flipV="0">
                            <a:off x="284321" y="0"/>
                            <a:ext cx="1125126" cy="1067280"/>
                          </a:xfrm>
                          <a:prstGeom prst="line">
                            <a:avLst/>
                          </a:prstGeom>
                          <a:ln w="28575" cap="flat" cmpd="sng" algn="ctr">
                            <a:solidFill>
                              <a:schemeClr val="bg2">
                                <a:lumMod val="74901"/>
                              </a:schemeClr>
                            </a:solidFill>
                            <a:prstDash val="solid"/>
                            <a:miter lim="800000"/>
                          </a:ln>
                        </p:spPr>
                        <p:style>
                          <a:lnRef idx="1">
                            <a:schemeClr val="accent1">
                              <a:shade val="50000"/>
                            </a:schemeClr>
                          </a:lnRef>
                          <a:fillRef idx="0">
                            <a:schemeClr val="accent1"/>
                          </a:fillRef>
                          <a:effectRef idx="0">
                            <a:schemeClr val="accent1"/>
                          </a:effectRef>
                          <a:fontRef idx="minor">
                            <a:schemeClr val="tx1"/>
                          </a:fontRef>
                        </p:style>
                      </p:cxnSp>
                    </p:grpSp>
                    <p:sp>
                      <p:nvSpPr>
                        <p:cNvPr id="2116198681" name=""/>
                        <p:cNvSpPr/>
                        <p:nvPr/>
                      </p:nvSpPr>
                      <p:spPr bwMode="auto">
                        <a:xfrm rot="10800000" flipH="0" flipV="0">
                          <a:off x="2577555" y="529887"/>
                          <a:ext cx="349165" cy="349166"/>
                        </a:xfrm>
                        <a:prstGeom prst="ellipse">
                          <a:avLst/>
                        </a:prstGeom>
                        <a:solidFill>
                          <a:srgbClr val="FFC926"/>
                        </a:solidFill>
                        <a:ln w="25400" cap="flat" cmpd="sng" algn="ctr">
                          <a:solidFill>
                            <a:schemeClr val="tx1"/>
                          </a:solidFill>
                          <a:prstDash val="sysDash"/>
                          <a:miter lim="800000"/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</p:sp>
                    <p:sp>
                      <p:nvSpPr>
                        <p:cNvPr id="1507491224" name=""/>
                        <p:cNvSpPr/>
                        <p:nvPr/>
                      </p:nvSpPr>
                      <p:spPr bwMode="auto">
                        <a:xfrm rot="10800000" flipH="0" flipV="0">
                          <a:off x="2293228" y="0"/>
                          <a:ext cx="349165" cy="349166"/>
                        </a:xfrm>
                        <a:prstGeom prst="ellipse">
                          <a:avLst/>
                        </a:prstGeom>
                        <a:solidFill>
                          <a:srgbClr val="FFC926"/>
                        </a:solidFill>
                        <a:ln w="25400" cap="flat" cmpd="sng" algn="ctr">
                          <a:solidFill>
                            <a:schemeClr val="tx1"/>
                          </a:solidFill>
                          <a:prstDash val="sysDash"/>
                          <a:miter lim="800000"/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</p:sp>
                    <p:sp>
                      <p:nvSpPr>
                        <p:cNvPr id="179913505" name=""/>
                        <p:cNvSpPr/>
                        <p:nvPr/>
                      </p:nvSpPr>
                      <p:spPr bwMode="auto">
                        <a:xfrm rot="10800000" flipH="0" flipV="0">
                          <a:off x="2293228" y="1059777"/>
                          <a:ext cx="349166" cy="349167"/>
                        </a:xfrm>
                        <a:prstGeom prst="ellipse">
                          <a:avLst/>
                        </a:prstGeom>
                        <a:solidFill>
                          <a:srgbClr val="FFC926"/>
                        </a:solidFill>
                        <a:ln w="25400" cap="flat" cmpd="sng" algn="ctr">
                          <a:solidFill>
                            <a:schemeClr val="tx1"/>
                          </a:solidFill>
                          <a:prstDash val="sysDash"/>
                          <a:miter lim="800000"/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</p:sp>
                    <p:cxnSp>
                      <p:nvCxnSpPr>
                        <p:cNvPr id="1047333159" name=""/>
                        <p:cNvCxnSpPr/>
                        <p:nvPr/>
                      </p:nvCxnSpPr>
                      <p:spPr bwMode="auto">
                        <a:xfrm rot="0" flipH="0" flipV="0">
                          <a:off x="349165" y="174582"/>
                          <a:ext cx="469761" cy="0"/>
                        </a:xfrm>
                        <a:prstGeom prst="line">
                          <a:avLst/>
                        </a:prstGeom>
                        <a:ln w="28575" cap="flat" cmpd="sng" algn="ctr">
                          <a:solidFill>
                            <a:schemeClr val="bg2">
                              <a:lumMod val="74901"/>
                            </a:schemeClr>
                          </a:solidFill>
                          <a:prstDash val="solid"/>
                          <a:miter lim="800000"/>
                        </a:ln>
                      </p:spPr>
                      <p:style>
                        <a:lnRef idx="1">
                          <a:schemeClr val="accent1">
                            <a:shade val="50000"/>
                          </a:schemeClr>
                        </a:lnRef>
                        <a:fillRef idx="0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tx1"/>
                        </a:fontRef>
                      </p:style>
                    </p:cxnSp>
                    <p:sp>
                      <p:nvSpPr>
                        <p:cNvPr id="269798289" name=""/>
                        <p:cNvSpPr/>
                        <p:nvPr/>
                      </p:nvSpPr>
                      <p:spPr bwMode="auto">
                        <a:xfrm rot="0" flipH="0" flipV="0">
                          <a:off x="534609" y="529887"/>
                          <a:ext cx="349165" cy="349166"/>
                        </a:xfrm>
                        <a:prstGeom prst="ellipse">
                          <a:avLst/>
                        </a:prstGeom>
                        <a:solidFill>
                          <a:srgbClr val="FFC926"/>
                        </a:solidFill>
                        <a:ln w="25400" cap="flat" cmpd="sng" algn="ctr">
                          <a:solidFill>
                            <a:schemeClr val="tx1"/>
                          </a:solidFill>
                          <a:prstDash val="sysDash"/>
                          <a:miter lim="800000"/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</p:sp>
                    <p:sp>
                      <p:nvSpPr>
                        <p:cNvPr id="663879653" name=""/>
                        <p:cNvSpPr/>
                        <p:nvPr/>
                      </p:nvSpPr>
                      <p:spPr bwMode="auto">
                        <a:xfrm rot="0" flipH="0" flipV="0">
                          <a:off x="818931" y="1059779"/>
                          <a:ext cx="349165" cy="349166"/>
                        </a:xfrm>
                        <a:prstGeom prst="ellipse">
                          <a:avLst/>
                        </a:prstGeom>
                        <a:solidFill>
                          <a:srgbClr val="FFC926"/>
                        </a:solidFill>
                        <a:ln w="25400" cap="flat" cmpd="sng" algn="ctr">
                          <a:solidFill>
                            <a:schemeClr val="tx1"/>
                          </a:solidFill>
                          <a:prstDash val="sysDash"/>
                          <a:miter lim="800000"/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</p:sp>
                    <p:sp>
                      <p:nvSpPr>
                        <p:cNvPr id="1651806466" name=""/>
                        <p:cNvSpPr/>
                        <p:nvPr/>
                      </p:nvSpPr>
                      <p:spPr bwMode="auto">
                        <a:xfrm rot="0" flipH="0" flipV="0">
                          <a:off x="818929" y="0"/>
                          <a:ext cx="349166" cy="349167"/>
                        </a:xfrm>
                        <a:prstGeom prst="ellipse">
                          <a:avLst/>
                        </a:prstGeom>
                        <a:solidFill>
                          <a:srgbClr val="FFC926"/>
                        </a:solidFill>
                        <a:ln w="25400" cap="flat" cmpd="sng" algn="ctr">
                          <a:solidFill>
                            <a:schemeClr val="tx1"/>
                          </a:solidFill>
                          <a:prstDash val="sysDash"/>
                          <a:miter lim="800000"/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</p:sp>
                    <p:sp>
                      <p:nvSpPr>
                        <p:cNvPr id="1162853524" name=""/>
                        <p:cNvSpPr/>
                        <p:nvPr/>
                      </p:nvSpPr>
                      <p:spPr bwMode="auto">
                        <a:xfrm rot="0" flipH="0" flipV="0">
                          <a:off x="0" y="529887"/>
                          <a:ext cx="349165" cy="349166"/>
                        </a:xfrm>
                        <a:prstGeom prst="ellipse">
                          <a:avLst/>
                        </a:prstGeom>
                        <a:solidFill>
                          <a:srgbClr val="FF4C4C"/>
                        </a:solidFill>
                        <a:ln w="25400" cap="flat" cmpd="sng" algn="ctr">
                          <a:solidFill>
                            <a:srgbClr val="000000"/>
                          </a:solidFill>
                          <a:prstDash val="solid"/>
                          <a:miter lim="800000"/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</p:sp>
                    <p:sp>
                      <p:nvSpPr>
                        <p:cNvPr id="627803101" name=""/>
                        <p:cNvSpPr/>
                        <p:nvPr/>
                      </p:nvSpPr>
                      <p:spPr bwMode="auto">
                        <a:xfrm rot="0" flipH="0" flipV="0">
                          <a:off x="0" y="1059779"/>
                          <a:ext cx="349165" cy="349166"/>
                        </a:xfrm>
                        <a:prstGeom prst="ellipse">
                          <a:avLst/>
                        </a:prstGeom>
                        <a:solidFill>
                          <a:srgbClr val="FF4C4C"/>
                        </a:solidFill>
                        <a:ln w="25400" cap="flat" cmpd="sng" algn="ctr">
                          <a:solidFill>
                            <a:srgbClr val="000000"/>
                          </a:solidFill>
                          <a:prstDash val="solid"/>
                          <a:miter lim="800000"/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</p:sp>
                    <p:cxnSp>
                      <p:nvCxnSpPr>
                        <p:cNvPr id="148300712" name=""/>
                        <p:cNvCxnSpPr/>
                        <p:nvPr/>
                      </p:nvCxnSpPr>
                      <p:spPr bwMode="auto">
                        <a:xfrm rot="0" flipH="0" flipV="0">
                          <a:off x="349165" y="704472"/>
                          <a:ext cx="185437" cy="0"/>
                        </a:xfrm>
                        <a:prstGeom prst="line">
                          <a:avLst/>
                        </a:prstGeom>
                        <a:ln w="28575" cap="flat" cmpd="sng" algn="ctr">
                          <a:solidFill>
                            <a:schemeClr val="bg2">
                              <a:lumMod val="74901"/>
                            </a:schemeClr>
                          </a:solidFill>
                          <a:prstDash val="solid"/>
                          <a:miter lim="800000"/>
                        </a:ln>
                      </p:spPr>
                      <p:style>
                        <a:lnRef idx="1">
                          <a:schemeClr val="accent1">
                            <a:shade val="50000"/>
                          </a:schemeClr>
                        </a:lnRef>
                        <a:fillRef idx="0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tx1"/>
                        </a:fontRef>
                      </p:style>
                    </p:cxnSp>
                    <p:cxnSp>
                      <p:nvCxnSpPr>
                        <p:cNvPr id="483601848" name=""/>
                        <p:cNvCxnSpPr/>
                        <p:nvPr/>
                      </p:nvCxnSpPr>
                      <p:spPr bwMode="auto">
                        <a:xfrm rot="0" flipH="0" flipV="1">
                          <a:off x="349165" y="1234364"/>
                          <a:ext cx="469761" cy="0"/>
                        </a:xfrm>
                        <a:prstGeom prst="line">
                          <a:avLst/>
                        </a:prstGeom>
                        <a:ln w="28575" cap="flat" cmpd="sng" algn="ctr">
                          <a:solidFill>
                            <a:schemeClr val="bg2">
                              <a:lumMod val="74901"/>
                            </a:schemeClr>
                          </a:solidFill>
                          <a:prstDash val="solid"/>
                          <a:miter lim="800000"/>
                        </a:ln>
                      </p:spPr>
                      <p:style>
                        <a:lnRef idx="1">
                          <a:schemeClr val="accent1">
                            <a:shade val="50000"/>
                          </a:schemeClr>
                        </a:lnRef>
                        <a:fillRef idx="0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tx1"/>
                        </a:fontRef>
                      </p:style>
                    </p:cxnSp>
                    <p:sp>
                      <p:nvSpPr>
                        <p:cNvPr id="876972499" name=""/>
                        <p:cNvSpPr/>
                        <p:nvPr/>
                      </p:nvSpPr>
                      <p:spPr bwMode="auto">
                        <a:xfrm rot="10800000" flipH="0" flipV="0">
                          <a:off x="3112164" y="529889"/>
                          <a:ext cx="349165" cy="349166"/>
                        </a:xfrm>
                        <a:prstGeom prst="ellipse">
                          <a:avLst/>
                        </a:prstGeom>
                        <a:solidFill>
                          <a:srgbClr val="FF4C4C"/>
                        </a:solidFill>
                        <a:ln w="25400" cap="flat" cmpd="sng" algn="ctr">
                          <a:solidFill>
                            <a:srgbClr val="000000"/>
                          </a:solidFill>
                          <a:prstDash val="solid"/>
                          <a:miter lim="800000"/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</p:sp>
                    <p:sp>
                      <p:nvSpPr>
                        <p:cNvPr id="775070314" name=""/>
                        <p:cNvSpPr/>
                        <p:nvPr/>
                      </p:nvSpPr>
                      <p:spPr bwMode="auto">
                        <a:xfrm rot="0" flipH="0" flipV="0">
                          <a:off x="0" y="0"/>
                          <a:ext cx="349165" cy="349166"/>
                        </a:xfrm>
                        <a:prstGeom prst="ellipse">
                          <a:avLst/>
                        </a:prstGeom>
                        <a:solidFill>
                          <a:srgbClr val="FF4C4C"/>
                        </a:solidFill>
                        <a:ln w="25400" cap="flat" cmpd="sng" algn="ctr">
                          <a:solidFill>
                            <a:srgbClr val="000000"/>
                          </a:solidFill>
                          <a:prstDash val="solid"/>
                          <a:miter lim="800000"/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</p:sp>
                    <p:sp>
                      <p:nvSpPr>
                        <p:cNvPr id="1505188148" name=""/>
                        <p:cNvSpPr/>
                        <p:nvPr/>
                      </p:nvSpPr>
                      <p:spPr bwMode="auto">
                        <a:xfrm rot="10800000" flipH="0" flipV="0">
                          <a:off x="3112164" y="0"/>
                          <a:ext cx="349165" cy="349166"/>
                        </a:xfrm>
                        <a:prstGeom prst="ellipse">
                          <a:avLst/>
                        </a:prstGeom>
                        <a:solidFill>
                          <a:srgbClr val="FF4C4C"/>
                        </a:solidFill>
                        <a:ln w="25400" cap="flat" cmpd="sng" algn="ctr">
                          <a:solidFill>
                            <a:srgbClr val="000000"/>
                          </a:solidFill>
                          <a:prstDash val="solid"/>
                          <a:miter lim="800000"/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</p:sp>
                    <p:sp>
                      <p:nvSpPr>
                        <p:cNvPr id="1543806525" name=""/>
                        <p:cNvSpPr/>
                        <p:nvPr/>
                      </p:nvSpPr>
                      <p:spPr bwMode="auto">
                        <a:xfrm rot="10800000" flipH="0" flipV="0">
                          <a:off x="3112164" y="1059779"/>
                          <a:ext cx="349165" cy="349166"/>
                        </a:xfrm>
                        <a:prstGeom prst="ellipse">
                          <a:avLst/>
                        </a:prstGeom>
                        <a:solidFill>
                          <a:srgbClr val="FF4C4C"/>
                        </a:solidFill>
                        <a:ln w="25400" cap="flat" cmpd="sng" algn="ctr">
                          <a:solidFill>
                            <a:srgbClr val="000000"/>
                          </a:solidFill>
                          <a:prstDash val="solid"/>
                          <a:miter lim="800000"/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</p:sp>
                    <p:cxnSp>
                      <p:nvCxnSpPr>
                        <p:cNvPr id="1854032395" name=""/>
                        <p:cNvCxnSpPr/>
                        <p:nvPr/>
                      </p:nvCxnSpPr>
                      <p:spPr bwMode="auto">
                        <a:xfrm rot="10800000" flipH="0" flipV="0">
                          <a:off x="2642400" y="1234364"/>
                          <a:ext cx="469761" cy="0"/>
                        </a:xfrm>
                        <a:prstGeom prst="line">
                          <a:avLst/>
                        </a:prstGeom>
                        <a:ln w="28575" cap="flat" cmpd="sng" algn="ctr">
                          <a:solidFill>
                            <a:schemeClr val="bg2">
                              <a:lumMod val="74901"/>
                            </a:schemeClr>
                          </a:solidFill>
                          <a:prstDash val="solid"/>
                          <a:miter lim="800000"/>
                        </a:ln>
                      </p:spPr>
                      <p:style>
                        <a:lnRef idx="1">
                          <a:schemeClr val="accent1">
                            <a:shade val="50000"/>
                          </a:schemeClr>
                        </a:lnRef>
                        <a:fillRef idx="0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tx1"/>
                        </a:fontRef>
                      </p:style>
                    </p:cxnSp>
                    <p:cxnSp>
                      <p:nvCxnSpPr>
                        <p:cNvPr id="1309976911" name=""/>
                        <p:cNvCxnSpPr/>
                        <p:nvPr/>
                      </p:nvCxnSpPr>
                      <p:spPr bwMode="auto">
                        <a:xfrm rot="10800000" flipH="0" flipV="0">
                          <a:off x="2926723" y="704475"/>
                          <a:ext cx="185437" cy="0"/>
                        </a:xfrm>
                        <a:prstGeom prst="line">
                          <a:avLst/>
                        </a:prstGeom>
                        <a:ln w="28575" cap="flat" cmpd="sng" algn="ctr">
                          <a:solidFill>
                            <a:schemeClr val="bg2">
                              <a:lumMod val="74901"/>
                            </a:schemeClr>
                          </a:solidFill>
                          <a:prstDash val="solid"/>
                          <a:miter lim="800000"/>
                        </a:ln>
                      </p:spPr>
                      <p:style>
                        <a:lnRef idx="1">
                          <a:schemeClr val="accent1">
                            <a:shade val="50000"/>
                          </a:schemeClr>
                        </a:lnRef>
                        <a:fillRef idx="0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tx1"/>
                        </a:fontRef>
                      </p:style>
                    </p:cxnSp>
                    <p:cxnSp>
                      <p:nvCxnSpPr>
                        <p:cNvPr id="646812841" name=""/>
                        <p:cNvCxnSpPr/>
                        <p:nvPr/>
                      </p:nvCxnSpPr>
                      <p:spPr bwMode="auto">
                        <a:xfrm rot="10800000" flipH="0" flipV="1">
                          <a:off x="2642400" y="174582"/>
                          <a:ext cx="469761" cy="0"/>
                        </a:xfrm>
                        <a:prstGeom prst="line">
                          <a:avLst/>
                        </a:prstGeom>
                        <a:ln w="28575" cap="flat" cmpd="sng" algn="ctr">
                          <a:solidFill>
                            <a:schemeClr val="bg2">
                              <a:lumMod val="74901"/>
                            </a:schemeClr>
                          </a:solidFill>
                          <a:prstDash val="solid"/>
                          <a:miter lim="800000"/>
                        </a:ln>
                      </p:spPr>
                      <p:style>
                        <a:lnRef idx="1">
                          <a:schemeClr val="accent1">
                            <a:shade val="50000"/>
                          </a:schemeClr>
                        </a:lnRef>
                        <a:fillRef idx="0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tx1"/>
                        </a:fontRef>
                      </p:style>
                    </p:cxnSp>
                  </p:grpSp>
                  <p:grpSp>
                    <p:nvGrpSpPr>
                      <p:cNvPr id="26029640" name=""/>
                      <p:cNvGrpSpPr/>
                      <p:nvPr/>
                    </p:nvGrpSpPr>
                    <p:grpSpPr bwMode="auto">
                      <a:xfrm>
                        <a:off x="0" y="0"/>
                        <a:ext cx="2053507" cy="1408945"/>
                        <a:chOff x="0" y="0"/>
                        <a:chExt cx="2053507" cy="1408945"/>
                      </a:xfrm>
                    </p:grpSpPr>
                    <p:cxnSp>
                      <p:nvCxnSpPr>
                        <p:cNvPr id="32369284" name=""/>
                        <p:cNvCxnSpPr/>
                        <p:nvPr/>
                      </p:nvCxnSpPr>
                      <p:spPr bwMode="auto">
                        <a:xfrm rot="10800000" flipH="0" flipV="0">
                          <a:off x="1234576" y="1234364"/>
                          <a:ext cx="469761" cy="0"/>
                        </a:xfrm>
                        <a:prstGeom prst="line">
                          <a:avLst/>
                        </a:prstGeom>
                        <a:ln w="28575" cap="flat" cmpd="sng" algn="ctr">
                          <a:solidFill>
                            <a:schemeClr val="bg2">
                              <a:lumMod val="74901"/>
                            </a:schemeClr>
                          </a:solidFill>
                          <a:prstDash val="solid"/>
                          <a:miter lim="800000"/>
                        </a:ln>
                      </p:spPr>
                      <p:style>
                        <a:lnRef idx="1">
                          <a:schemeClr val="accent1">
                            <a:shade val="50000"/>
                          </a:schemeClr>
                        </a:lnRef>
                        <a:fillRef idx="0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tx1"/>
                        </a:fontRef>
                      </p:style>
                    </p:cxnSp>
                    <p:sp>
                      <p:nvSpPr>
                        <p:cNvPr id="855754387" name=""/>
                        <p:cNvSpPr/>
                        <p:nvPr/>
                      </p:nvSpPr>
                      <p:spPr bwMode="auto">
                        <a:xfrm rot="10800000" flipH="0" flipV="0">
                          <a:off x="885408" y="529887"/>
                          <a:ext cx="349165" cy="349165"/>
                        </a:xfrm>
                        <a:prstGeom prst="ellipse">
                          <a:avLst/>
                        </a:prstGeom>
                        <a:solidFill>
                          <a:srgbClr val="FFC926"/>
                        </a:solidFill>
                        <a:ln w="25400" cap="flat" cmpd="sng" algn="ctr">
                          <a:solidFill>
                            <a:schemeClr val="tx1"/>
                          </a:solidFill>
                          <a:prstDash val="sysDash"/>
                          <a:miter lim="800000"/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</p:sp>
                    <p:sp>
                      <p:nvSpPr>
                        <p:cNvPr id="1383015679" name=""/>
                        <p:cNvSpPr/>
                        <p:nvPr/>
                      </p:nvSpPr>
                      <p:spPr bwMode="auto">
                        <a:xfrm rot="10800000" flipH="0" flipV="0">
                          <a:off x="885408" y="0"/>
                          <a:ext cx="349165" cy="349165"/>
                        </a:xfrm>
                        <a:prstGeom prst="ellipse">
                          <a:avLst/>
                        </a:prstGeom>
                        <a:solidFill>
                          <a:srgbClr val="FFC926"/>
                        </a:solidFill>
                        <a:ln w="25400" cap="flat" cmpd="sng" algn="ctr">
                          <a:solidFill>
                            <a:schemeClr val="tx1"/>
                          </a:solidFill>
                          <a:prstDash val="sysDash"/>
                          <a:miter lim="800000"/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</p:sp>
                    <p:sp>
                      <p:nvSpPr>
                        <p:cNvPr id="2083409196" name=""/>
                        <p:cNvSpPr/>
                        <p:nvPr/>
                      </p:nvSpPr>
                      <p:spPr bwMode="auto">
                        <a:xfrm rot="10800000" flipH="0" flipV="0">
                          <a:off x="885406" y="1059777"/>
                          <a:ext cx="349165" cy="349166"/>
                        </a:xfrm>
                        <a:prstGeom prst="ellipse">
                          <a:avLst/>
                        </a:prstGeom>
                        <a:solidFill>
                          <a:srgbClr val="FFC926"/>
                        </a:solidFill>
                        <a:ln w="25400" cap="flat" cmpd="sng" algn="ctr">
                          <a:solidFill>
                            <a:schemeClr val="tx1"/>
                          </a:solidFill>
                          <a:prstDash val="sysDash"/>
                          <a:miter lim="800000"/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</p:sp>
                    <p:sp>
                      <p:nvSpPr>
                        <p:cNvPr id="792769665" name=""/>
                        <p:cNvSpPr/>
                        <p:nvPr/>
                      </p:nvSpPr>
                      <p:spPr bwMode="auto">
                        <a:xfrm rot="10800000" flipH="0" flipV="0">
                          <a:off x="1704341" y="529889"/>
                          <a:ext cx="349165" cy="349165"/>
                        </a:xfrm>
                        <a:prstGeom prst="ellipse">
                          <a:avLst/>
                        </a:prstGeom>
                        <a:solidFill>
                          <a:srgbClr val="FF4C4C"/>
                        </a:solidFill>
                        <a:ln w="25400" cap="flat" cmpd="sng" algn="ctr">
                          <a:solidFill>
                            <a:srgbClr val="000000"/>
                          </a:solidFill>
                          <a:prstDash val="solid"/>
                          <a:miter lim="800000"/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</p:sp>
                    <p:sp>
                      <p:nvSpPr>
                        <p:cNvPr id="343155278" name=""/>
                        <p:cNvSpPr/>
                        <p:nvPr/>
                      </p:nvSpPr>
                      <p:spPr bwMode="auto">
                        <a:xfrm rot="10800000" flipH="0" flipV="0">
                          <a:off x="1704341" y="0"/>
                          <a:ext cx="349165" cy="349165"/>
                        </a:xfrm>
                        <a:prstGeom prst="ellipse">
                          <a:avLst/>
                        </a:prstGeom>
                        <a:solidFill>
                          <a:srgbClr val="FF4C4C"/>
                        </a:solidFill>
                        <a:ln w="25400" cap="flat" cmpd="sng" algn="ctr">
                          <a:solidFill>
                            <a:srgbClr val="000000"/>
                          </a:solidFill>
                          <a:prstDash val="solid"/>
                          <a:miter lim="800000"/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</p:sp>
                    <p:cxnSp>
                      <p:nvCxnSpPr>
                        <p:cNvPr id="1086257198" name=""/>
                        <p:cNvCxnSpPr/>
                        <p:nvPr/>
                      </p:nvCxnSpPr>
                      <p:spPr bwMode="auto">
                        <a:xfrm rot="10800000" flipH="0" flipV="0">
                          <a:off x="1234576" y="704475"/>
                          <a:ext cx="469761" cy="0"/>
                        </a:xfrm>
                        <a:prstGeom prst="line">
                          <a:avLst/>
                        </a:prstGeom>
                        <a:ln w="28575" cap="flat" cmpd="sng" algn="ctr">
                          <a:solidFill>
                            <a:schemeClr val="bg2">
                              <a:lumMod val="74901"/>
                            </a:schemeClr>
                          </a:solidFill>
                          <a:prstDash val="solid"/>
                          <a:miter lim="800000"/>
                        </a:ln>
                      </p:spPr>
                      <p:style>
                        <a:lnRef idx="1">
                          <a:schemeClr val="accent1">
                            <a:shade val="50000"/>
                          </a:schemeClr>
                        </a:lnRef>
                        <a:fillRef idx="0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tx1"/>
                        </a:fontRef>
                      </p:style>
                    </p:cxnSp>
                    <p:cxnSp>
                      <p:nvCxnSpPr>
                        <p:cNvPr id="175124877" name=""/>
                        <p:cNvCxnSpPr/>
                        <p:nvPr/>
                      </p:nvCxnSpPr>
                      <p:spPr bwMode="auto">
                        <a:xfrm rot="10800000" flipH="0" flipV="1">
                          <a:off x="1234576" y="174582"/>
                          <a:ext cx="469761" cy="0"/>
                        </a:xfrm>
                        <a:prstGeom prst="line">
                          <a:avLst/>
                        </a:prstGeom>
                        <a:ln w="28575" cap="flat" cmpd="sng" algn="ctr">
                          <a:solidFill>
                            <a:schemeClr val="bg2">
                              <a:lumMod val="74901"/>
                            </a:schemeClr>
                          </a:solidFill>
                          <a:prstDash val="solid"/>
                          <a:miter lim="800000"/>
                        </a:ln>
                      </p:spPr>
                      <p:style>
                        <a:lnRef idx="1">
                          <a:schemeClr val="accent1">
                            <a:shade val="50000"/>
                          </a:schemeClr>
                        </a:lnRef>
                        <a:fillRef idx="0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tx1"/>
                        </a:fontRef>
                      </p:style>
                    </p:cxnSp>
                    <p:cxnSp>
                      <p:nvCxnSpPr>
                        <p:cNvPr id="1564505978" name=""/>
                        <p:cNvCxnSpPr/>
                        <p:nvPr/>
                      </p:nvCxnSpPr>
                      <p:spPr bwMode="auto">
                        <a:xfrm rot="10800000" flipH="0" flipV="0">
                          <a:off x="298030" y="827922"/>
                          <a:ext cx="587373" cy="406437"/>
                        </a:xfrm>
                        <a:prstGeom prst="line">
                          <a:avLst/>
                        </a:prstGeom>
                        <a:ln w="28575" cap="flat" cmpd="sng" algn="ctr">
                          <a:solidFill>
                            <a:schemeClr val="bg2">
                              <a:lumMod val="74901"/>
                            </a:schemeClr>
                          </a:solidFill>
                          <a:prstDash val="solid"/>
                          <a:miter lim="800000"/>
                        </a:ln>
                      </p:spPr>
                      <p:style>
                        <a:lnRef idx="1">
                          <a:schemeClr val="accent1">
                            <a:shade val="50000"/>
                          </a:schemeClr>
                        </a:lnRef>
                        <a:fillRef idx="0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tx1"/>
                        </a:fontRef>
                      </p:style>
                    </p:cxnSp>
                    <p:sp>
                      <p:nvSpPr>
                        <p:cNvPr id="2061983810" name=""/>
                        <p:cNvSpPr/>
                        <p:nvPr/>
                      </p:nvSpPr>
                      <p:spPr bwMode="auto">
                        <a:xfrm rot="10800000" flipH="0" flipV="0">
                          <a:off x="1704341" y="1059779"/>
                          <a:ext cx="349165" cy="349165"/>
                        </a:xfrm>
                        <a:prstGeom prst="ellipse">
                          <a:avLst/>
                        </a:prstGeom>
                        <a:solidFill>
                          <a:srgbClr val="FF4C4C"/>
                        </a:solidFill>
                        <a:ln w="25400" cap="flat" cmpd="sng" algn="ctr">
                          <a:solidFill>
                            <a:srgbClr val="000000"/>
                          </a:solidFill>
                          <a:prstDash val="solid"/>
                          <a:miter lim="800000"/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</p:sp>
                    <p:cxnSp>
                      <p:nvCxnSpPr>
                        <p:cNvPr id="810406538" name=""/>
                        <p:cNvCxnSpPr/>
                        <p:nvPr/>
                      </p:nvCxnSpPr>
                      <p:spPr bwMode="auto">
                        <a:xfrm rot="10800000" flipH="0" flipV="1">
                          <a:off x="349165" y="704475"/>
                          <a:ext cx="536241" cy="0"/>
                        </a:xfrm>
                        <a:prstGeom prst="line">
                          <a:avLst/>
                        </a:prstGeom>
                        <a:ln w="28575" cap="flat" cmpd="sng" algn="ctr">
                          <a:solidFill>
                            <a:schemeClr val="bg2">
                              <a:lumMod val="74901"/>
                            </a:schemeClr>
                          </a:solidFill>
                          <a:prstDash val="solid"/>
                          <a:miter lim="800000"/>
                        </a:ln>
                      </p:spPr>
                      <p:style>
                        <a:lnRef idx="1">
                          <a:schemeClr val="accent1">
                            <a:shade val="50000"/>
                          </a:schemeClr>
                        </a:lnRef>
                        <a:fillRef idx="0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tx1"/>
                        </a:fontRef>
                      </p:style>
                    </p:cxnSp>
                    <p:cxnSp>
                      <p:nvCxnSpPr>
                        <p:cNvPr id="1637305348" name=""/>
                        <p:cNvCxnSpPr/>
                        <p:nvPr/>
                      </p:nvCxnSpPr>
                      <p:spPr bwMode="auto">
                        <a:xfrm rot="10800000" flipH="0" flipV="1">
                          <a:off x="298031" y="174582"/>
                          <a:ext cx="587376" cy="406439"/>
                        </a:xfrm>
                        <a:prstGeom prst="line">
                          <a:avLst/>
                        </a:prstGeom>
                        <a:ln w="28575" cap="flat" cmpd="sng" algn="ctr">
                          <a:solidFill>
                            <a:schemeClr val="bg2">
                              <a:lumMod val="74901"/>
                            </a:schemeClr>
                          </a:solidFill>
                          <a:prstDash val="solid"/>
                          <a:miter lim="800000"/>
                        </a:ln>
                      </p:spPr>
                      <p:style>
                        <a:lnRef idx="1">
                          <a:schemeClr val="accent1">
                            <a:shade val="50000"/>
                          </a:schemeClr>
                        </a:lnRef>
                        <a:fillRef idx="0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tx1"/>
                        </a:fontRef>
                      </p:style>
                    </p:cxnSp>
                    <p:sp>
                      <p:nvSpPr>
                        <p:cNvPr id="2003918468" name=""/>
                        <p:cNvSpPr/>
                        <p:nvPr/>
                      </p:nvSpPr>
                      <p:spPr bwMode="auto">
                        <a:xfrm rot="10800000" flipH="0" flipV="0">
                          <a:off x="0" y="529889"/>
                          <a:ext cx="349165" cy="349165"/>
                        </a:xfrm>
                        <a:prstGeom prst="ellipse">
                          <a:avLst/>
                        </a:prstGeom>
                        <a:solidFill>
                          <a:srgbClr val="E173FF"/>
                        </a:solidFill>
                        <a:ln w="25400" cap="flat" cmpd="sng" algn="ctr">
                          <a:solidFill>
                            <a:srgbClr val="000000"/>
                          </a:solidFill>
                          <a:prstDash val="solid"/>
                          <a:miter lim="800000"/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</p:sp>
                  </p:grpSp>
                  <p:grpSp>
                    <p:nvGrpSpPr>
                      <p:cNvPr id="1904355940" name=""/>
                      <p:cNvGrpSpPr/>
                      <p:nvPr/>
                    </p:nvGrpSpPr>
                    <p:grpSpPr bwMode="auto">
                      <a:xfrm rot="10800000">
                        <a:off x="9562202" y="0"/>
                        <a:ext cx="2053507" cy="1408945"/>
                        <a:chOff x="0" y="0"/>
                        <a:chExt cx="2053507" cy="1408945"/>
                      </a:xfrm>
                    </p:grpSpPr>
                    <p:cxnSp>
                      <p:nvCxnSpPr>
                        <p:cNvPr id="1148313949" name=""/>
                        <p:cNvCxnSpPr/>
                        <p:nvPr/>
                      </p:nvCxnSpPr>
                      <p:spPr bwMode="auto">
                        <a:xfrm rot="10800000" flipH="0" flipV="0">
                          <a:off x="1234576" y="1234364"/>
                          <a:ext cx="469761" cy="0"/>
                        </a:xfrm>
                        <a:prstGeom prst="line">
                          <a:avLst/>
                        </a:prstGeom>
                        <a:ln w="28575" cap="flat" cmpd="sng" algn="ctr">
                          <a:solidFill>
                            <a:schemeClr val="bg2">
                              <a:lumMod val="74901"/>
                            </a:schemeClr>
                          </a:solidFill>
                          <a:prstDash val="solid"/>
                          <a:miter lim="800000"/>
                        </a:ln>
                      </p:spPr>
                      <p:style>
                        <a:lnRef idx="1">
                          <a:schemeClr val="accent1">
                            <a:shade val="50000"/>
                          </a:schemeClr>
                        </a:lnRef>
                        <a:fillRef idx="0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tx1"/>
                        </a:fontRef>
                      </p:style>
                    </p:cxnSp>
                    <p:sp>
                      <p:nvSpPr>
                        <p:cNvPr id="1323839680" name=""/>
                        <p:cNvSpPr/>
                        <p:nvPr/>
                      </p:nvSpPr>
                      <p:spPr bwMode="auto">
                        <a:xfrm rot="10800000" flipH="0" flipV="0">
                          <a:off x="885408" y="529887"/>
                          <a:ext cx="349165" cy="349165"/>
                        </a:xfrm>
                        <a:prstGeom prst="ellipse">
                          <a:avLst/>
                        </a:prstGeom>
                        <a:solidFill>
                          <a:srgbClr val="FFC926"/>
                        </a:solidFill>
                        <a:ln w="25400" cap="flat" cmpd="sng" algn="ctr">
                          <a:solidFill>
                            <a:schemeClr val="tx1"/>
                          </a:solidFill>
                          <a:prstDash val="sysDash"/>
                          <a:miter lim="800000"/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</p:sp>
                    <p:sp>
                      <p:nvSpPr>
                        <p:cNvPr id="353001769" name=""/>
                        <p:cNvSpPr/>
                        <p:nvPr/>
                      </p:nvSpPr>
                      <p:spPr bwMode="auto">
                        <a:xfrm rot="10800000" flipH="0" flipV="0">
                          <a:off x="885408" y="0"/>
                          <a:ext cx="349165" cy="349165"/>
                        </a:xfrm>
                        <a:prstGeom prst="ellipse">
                          <a:avLst/>
                        </a:prstGeom>
                        <a:solidFill>
                          <a:srgbClr val="FFC926"/>
                        </a:solidFill>
                        <a:ln w="25400" cap="flat" cmpd="sng" algn="ctr">
                          <a:solidFill>
                            <a:schemeClr val="tx1"/>
                          </a:solidFill>
                          <a:prstDash val="sysDash"/>
                          <a:miter lim="800000"/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</p:sp>
                    <p:sp>
                      <p:nvSpPr>
                        <p:cNvPr id="1327012200" name=""/>
                        <p:cNvSpPr/>
                        <p:nvPr/>
                      </p:nvSpPr>
                      <p:spPr bwMode="auto">
                        <a:xfrm rot="10800000" flipH="0" flipV="0">
                          <a:off x="885406" y="1059777"/>
                          <a:ext cx="349165" cy="349166"/>
                        </a:xfrm>
                        <a:prstGeom prst="ellipse">
                          <a:avLst/>
                        </a:prstGeom>
                        <a:solidFill>
                          <a:srgbClr val="FFC926"/>
                        </a:solidFill>
                        <a:ln w="25400" cap="flat" cmpd="sng" algn="ctr">
                          <a:solidFill>
                            <a:schemeClr val="tx1"/>
                          </a:solidFill>
                          <a:prstDash val="sysDash"/>
                          <a:miter lim="800000"/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</p:sp>
                    <p:sp>
                      <p:nvSpPr>
                        <p:cNvPr id="2021974357" name=""/>
                        <p:cNvSpPr/>
                        <p:nvPr/>
                      </p:nvSpPr>
                      <p:spPr bwMode="auto">
                        <a:xfrm rot="10800000" flipH="0" flipV="0">
                          <a:off x="1704341" y="529889"/>
                          <a:ext cx="349165" cy="349165"/>
                        </a:xfrm>
                        <a:prstGeom prst="ellipse">
                          <a:avLst/>
                        </a:prstGeom>
                        <a:solidFill>
                          <a:srgbClr val="FF4C4C"/>
                        </a:solidFill>
                        <a:ln w="25400" cap="flat" cmpd="sng" algn="ctr">
                          <a:solidFill>
                            <a:srgbClr val="000000"/>
                          </a:solidFill>
                          <a:prstDash val="solid"/>
                          <a:miter lim="800000"/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</p:sp>
                    <p:sp>
                      <p:nvSpPr>
                        <p:cNvPr id="1633814823" name=""/>
                        <p:cNvSpPr/>
                        <p:nvPr/>
                      </p:nvSpPr>
                      <p:spPr bwMode="auto">
                        <a:xfrm rot="10800000" flipH="0" flipV="0">
                          <a:off x="1704341" y="0"/>
                          <a:ext cx="349165" cy="349165"/>
                        </a:xfrm>
                        <a:prstGeom prst="ellipse">
                          <a:avLst/>
                        </a:prstGeom>
                        <a:solidFill>
                          <a:srgbClr val="FF4C4C"/>
                        </a:solidFill>
                        <a:ln w="25400" cap="flat" cmpd="sng" algn="ctr">
                          <a:solidFill>
                            <a:srgbClr val="000000"/>
                          </a:solidFill>
                          <a:prstDash val="solid"/>
                          <a:miter lim="800000"/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</p:sp>
                    <p:cxnSp>
                      <p:nvCxnSpPr>
                        <p:cNvPr id="1222278101" name=""/>
                        <p:cNvCxnSpPr/>
                        <p:nvPr/>
                      </p:nvCxnSpPr>
                      <p:spPr bwMode="auto">
                        <a:xfrm rot="10800000" flipH="0" flipV="0">
                          <a:off x="1234576" y="704475"/>
                          <a:ext cx="469761" cy="0"/>
                        </a:xfrm>
                        <a:prstGeom prst="line">
                          <a:avLst/>
                        </a:prstGeom>
                        <a:ln w="28575" cap="flat" cmpd="sng" algn="ctr">
                          <a:solidFill>
                            <a:schemeClr val="bg2">
                              <a:lumMod val="74901"/>
                            </a:schemeClr>
                          </a:solidFill>
                          <a:prstDash val="solid"/>
                          <a:miter lim="800000"/>
                        </a:ln>
                      </p:spPr>
                      <p:style>
                        <a:lnRef idx="1">
                          <a:schemeClr val="accent1">
                            <a:shade val="50000"/>
                          </a:schemeClr>
                        </a:lnRef>
                        <a:fillRef idx="0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tx1"/>
                        </a:fontRef>
                      </p:style>
                    </p:cxnSp>
                    <p:cxnSp>
                      <p:nvCxnSpPr>
                        <p:cNvPr id="29044310" name=""/>
                        <p:cNvCxnSpPr/>
                        <p:nvPr/>
                      </p:nvCxnSpPr>
                      <p:spPr bwMode="auto">
                        <a:xfrm rot="10800000" flipH="0" flipV="1">
                          <a:off x="1234576" y="174582"/>
                          <a:ext cx="469761" cy="0"/>
                        </a:xfrm>
                        <a:prstGeom prst="line">
                          <a:avLst/>
                        </a:prstGeom>
                        <a:ln w="28575" cap="flat" cmpd="sng" algn="ctr">
                          <a:solidFill>
                            <a:schemeClr val="bg2">
                              <a:lumMod val="74901"/>
                            </a:schemeClr>
                          </a:solidFill>
                          <a:prstDash val="solid"/>
                          <a:miter lim="800000"/>
                        </a:ln>
                      </p:spPr>
                      <p:style>
                        <a:lnRef idx="1">
                          <a:schemeClr val="accent1">
                            <a:shade val="50000"/>
                          </a:schemeClr>
                        </a:lnRef>
                        <a:fillRef idx="0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tx1"/>
                        </a:fontRef>
                      </p:style>
                    </p:cxnSp>
                    <p:cxnSp>
                      <p:nvCxnSpPr>
                        <p:cNvPr id="811329625" name=""/>
                        <p:cNvCxnSpPr/>
                        <p:nvPr/>
                      </p:nvCxnSpPr>
                      <p:spPr bwMode="auto">
                        <a:xfrm rot="10800000" flipH="0" flipV="0">
                          <a:off x="298029" y="827922"/>
                          <a:ext cx="587373" cy="406435"/>
                        </a:xfrm>
                        <a:prstGeom prst="line">
                          <a:avLst/>
                        </a:prstGeom>
                        <a:ln w="28575" cap="flat" cmpd="sng" algn="ctr">
                          <a:solidFill>
                            <a:schemeClr val="bg2">
                              <a:lumMod val="74901"/>
                            </a:schemeClr>
                          </a:solidFill>
                          <a:prstDash val="solid"/>
                          <a:miter lim="800000"/>
                        </a:ln>
                      </p:spPr>
                      <p:style>
                        <a:lnRef idx="1">
                          <a:schemeClr val="accent1">
                            <a:shade val="50000"/>
                          </a:schemeClr>
                        </a:lnRef>
                        <a:fillRef idx="0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tx1"/>
                        </a:fontRef>
                      </p:style>
                    </p:cxnSp>
                    <p:sp>
                      <p:nvSpPr>
                        <p:cNvPr id="32807815" name=""/>
                        <p:cNvSpPr/>
                        <p:nvPr/>
                      </p:nvSpPr>
                      <p:spPr bwMode="auto">
                        <a:xfrm rot="10800000" flipH="0" flipV="0">
                          <a:off x="1704341" y="1059779"/>
                          <a:ext cx="349165" cy="349165"/>
                        </a:xfrm>
                        <a:prstGeom prst="ellipse">
                          <a:avLst/>
                        </a:prstGeom>
                        <a:solidFill>
                          <a:srgbClr val="FF4C4C"/>
                        </a:solidFill>
                        <a:ln w="25400" cap="flat" cmpd="sng" algn="ctr">
                          <a:solidFill>
                            <a:srgbClr val="000000"/>
                          </a:solidFill>
                          <a:prstDash val="solid"/>
                          <a:miter lim="800000"/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</p:sp>
                    <p:cxnSp>
                      <p:nvCxnSpPr>
                        <p:cNvPr id="714274791" name=""/>
                        <p:cNvCxnSpPr/>
                        <p:nvPr/>
                      </p:nvCxnSpPr>
                      <p:spPr bwMode="auto">
                        <a:xfrm rot="10800000" flipH="0" flipV="1">
                          <a:off x="349165" y="704475"/>
                          <a:ext cx="536239" cy="0"/>
                        </a:xfrm>
                        <a:prstGeom prst="line">
                          <a:avLst/>
                        </a:prstGeom>
                        <a:ln w="28575" cap="flat" cmpd="sng" algn="ctr">
                          <a:solidFill>
                            <a:schemeClr val="bg2">
                              <a:lumMod val="74901"/>
                            </a:schemeClr>
                          </a:solidFill>
                          <a:prstDash val="solid"/>
                          <a:miter lim="800000"/>
                        </a:ln>
                      </p:spPr>
                      <p:style>
                        <a:lnRef idx="1">
                          <a:schemeClr val="accent1">
                            <a:shade val="50000"/>
                          </a:schemeClr>
                        </a:lnRef>
                        <a:fillRef idx="0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tx1"/>
                        </a:fontRef>
                      </p:style>
                    </p:cxnSp>
                    <p:cxnSp>
                      <p:nvCxnSpPr>
                        <p:cNvPr id="2124728148" name=""/>
                        <p:cNvCxnSpPr/>
                        <p:nvPr/>
                      </p:nvCxnSpPr>
                      <p:spPr bwMode="auto">
                        <a:xfrm rot="10800000" flipH="0" flipV="1">
                          <a:off x="298030" y="174582"/>
                          <a:ext cx="587373" cy="406438"/>
                        </a:xfrm>
                        <a:prstGeom prst="line">
                          <a:avLst/>
                        </a:prstGeom>
                        <a:ln w="28575" cap="flat" cmpd="sng" algn="ctr">
                          <a:solidFill>
                            <a:schemeClr val="bg2">
                              <a:lumMod val="74901"/>
                            </a:schemeClr>
                          </a:solidFill>
                          <a:prstDash val="solid"/>
                          <a:miter lim="800000"/>
                        </a:ln>
                      </p:spPr>
                      <p:style>
                        <a:lnRef idx="1">
                          <a:schemeClr val="accent1">
                            <a:shade val="50000"/>
                          </a:schemeClr>
                        </a:lnRef>
                        <a:fillRef idx="0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tx1"/>
                        </a:fontRef>
                      </p:style>
                    </p:cxnSp>
                    <p:sp>
                      <p:nvSpPr>
                        <p:cNvPr id="1642934101" name=""/>
                        <p:cNvSpPr/>
                        <p:nvPr/>
                      </p:nvSpPr>
                      <p:spPr bwMode="auto">
                        <a:xfrm rot="10800000" flipH="0" flipV="0">
                          <a:off x="0" y="529889"/>
                          <a:ext cx="349165" cy="349165"/>
                        </a:xfrm>
                        <a:prstGeom prst="ellipse">
                          <a:avLst/>
                        </a:prstGeom>
                        <a:solidFill>
                          <a:srgbClr val="E173FF"/>
                        </a:solidFill>
                        <a:ln w="25400" cap="flat" cmpd="sng" algn="ctr">
                          <a:solidFill>
                            <a:srgbClr val="000000"/>
                          </a:solidFill>
                          <a:prstDash val="solid"/>
                          <a:miter lim="800000"/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</p:sp>
                  </p:grpSp>
                  <p:grpSp>
                    <p:nvGrpSpPr>
                      <p:cNvPr id="1306525127" name=""/>
                      <p:cNvGrpSpPr/>
                      <p:nvPr/>
                    </p:nvGrpSpPr>
                    <p:grpSpPr bwMode="auto">
                      <a:xfrm rot="10800000">
                        <a:off x="5905533" y="1"/>
                        <a:ext cx="3461328" cy="1408943"/>
                        <a:chOff x="0" y="0"/>
                        <a:chExt cx="3461328" cy="1408943"/>
                      </a:xfrm>
                    </p:grpSpPr>
                    <p:grpSp>
                      <p:nvGrpSpPr>
                        <p:cNvPr id="432308689" name=""/>
                        <p:cNvGrpSpPr/>
                        <p:nvPr/>
                      </p:nvGrpSpPr>
                      <p:grpSpPr bwMode="auto">
                        <a:xfrm rot="10800000" flipH="0" flipV="0">
                          <a:off x="883775" y="167079"/>
                          <a:ext cx="1693773" cy="1067278"/>
                          <a:chOff x="0" y="0"/>
                          <a:chExt cx="1693773" cy="1067278"/>
                        </a:xfrm>
                      </p:grpSpPr>
                      <p:cxnSp>
                        <p:nvCxnSpPr>
                          <p:cNvPr id="279467567" name=""/>
                          <p:cNvCxnSpPr/>
                          <p:nvPr/>
                        </p:nvCxnSpPr>
                        <p:spPr bwMode="auto">
                          <a:xfrm rot="0" flipH="0" flipV="0">
                            <a:off x="0" y="533637"/>
                            <a:ext cx="1693773" cy="0"/>
                          </a:xfrm>
                          <a:prstGeom prst="line">
                            <a:avLst/>
                          </a:prstGeom>
                          <a:ln w="28575" cap="flat" cmpd="sng" algn="ctr">
                            <a:solidFill>
                              <a:schemeClr val="bg2">
                                <a:lumMod val="74901"/>
                              </a:schemeClr>
                            </a:solidFill>
                            <a:prstDash val="solid"/>
                            <a:miter lim="800000"/>
                          </a:ln>
                        </p:spPr>
                        <p:style>
                          <a:lnRef idx="1">
                            <a:schemeClr val="accent1">
                              <a:shade val="50000"/>
                            </a:schemeClr>
                          </a:lnRef>
                          <a:fillRef idx="0">
                            <a:schemeClr val="accent1"/>
                          </a:fillRef>
                          <a:effectRef idx="0">
                            <a:schemeClr val="accent1"/>
                          </a:effectRef>
                          <a:fontRef idx="minor">
                            <a:schemeClr val="tx1"/>
                          </a:fontRef>
                        </p:style>
                      </p:cxnSp>
                      <p:cxnSp>
                        <p:nvCxnSpPr>
                          <p:cNvPr id="1951855896" name=""/>
                          <p:cNvCxnSpPr/>
                          <p:nvPr/>
                        </p:nvCxnSpPr>
                        <p:spPr bwMode="auto">
                          <a:xfrm rot="0" flipH="0" flipV="0">
                            <a:off x="284319" y="0"/>
                            <a:ext cx="1409448" cy="537390"/>
                          </a:xfrm>
                          <a:prstGeom prst="line">
                            <a:avLst/>
                          </a:prstGeom>
                          <a:ln w="28575" cap="flat" cmpd="sng" algn="ctr">
                            <a:solidFill>
                              <a:schemeClr val="bg2">
                                <a:lumMod val="74901"/>
                              </a:schemeClr>
                            </a:solidFill>
                            <a:prstDash val="solid"/>
                            <a:miter lim="800000"/>
                          </a:ln>
                        </p:spPr>
                        <p:style>
                          <a:lnRef idx="1">
                            <a:schemeClr val="accent1">
                              <a:shade val="50000"/>
                            </a:schemeClr>
                          </a:lnRef>
                          <a:fillRef idx="0">
                            <a:schemeClr val="accent1"/>
                          </a:fillRef>
                          <a:effectRef idx="0">
                            <a:schemeClr val="accent1"/>
                          </a:effectRef>
                          <a:fontRef idx="minor">
                            <a:schemeClr val="tx1"/>
                          </a:fontRef>
                        </p:style>
                      </p:cxnSp>
                      <p:cxnSp>
                        <p:nvCxnSpPr>
                          <p:cNvPr id="34225232" name=""/>
                          <p:cNvCxnSpPr/>
                          <p:nvPr/>
                        </p:nvCxnSpPr>
                        <p:spPr bwMode="auto">
                          <a:xfrm rot="0" flipH="0" flipV="0">
                            <a:off x="0" y="529886"/>
                            <a:ext cx="1409448" cy="537390"/>
                          </a:xfrm>
                          <a:prstGeom prst="line">
                            <a:avLst/>
                          </a:prstGeom>
                          <a:ln w="28575" cap="flat" cmpd="sng" algn="ctr">
                            <a:solidFill>
                              <a:schemeClr val="bg2">
                                <a:lumMod val="74901"/>
                              </a:schemeClr>
                            </a:solidFill>
                            <a:prstDash val="solid"/>
                            <a:miter lim="800000"/>
                          </a:ln>
                        </p:spPr>
                        <p:style>
                          <a:lnRef idx="1">
                            <a:schemeClr val="accent1">
                              <a:shade val="50000"/>
                            </a:schemeClr>
                          </a:lnRef>
                          <a:fillRef idx="0">
                            <a:schemeClr val="accent1"/>
                          </a:fillRef>
                          <a:effectRef idx="0">
                            <a:schemeClr val="accent1"/>
                          </a:effectRef>
                          <a:fontRef idx="minor">
                            <a:schemeClr val="tx1"/>
                          </a:fontRef>
                        </p:style>
                      </p:cxnSp>
                      <p:cxnSp>
                        <p:nvCxnSpPr>
                          <p:cNvPr id="1946741612" name=""/>
                          <p:cNvCxnSpPr/>
                          <p:nvPr/>
                        </p:nvCxnSpPr>
                        <p:spPr bwMode="auto">
                          <a:xfrm rot="0" flipH="0" flipV="0">
                            <a:off x="284319" y="1063530"/>
                            <a:ext cx="1125126" cy="0"/>
                          </a:xfrm>
                          <a:prstGeom prst="line">
                            <a:avLst/>
                          </a:prstGeom>
                          <a:ln w="28575" cap="flat" cmpd="sng" algn="ctr">
                            <a:solidFill>
                              <a:schemeClr val="bg2">
                                <a:lumMod val="74901"/>
                              </a:schemeClr>
                            </a:solidFill>
                            <a:prstDash val="solid"/>
                            <a:miter lim="800000"/>
                          </a:ln>
                        </p:spPr>
                        <p:style>
                          <a:lnRef idx="1">
                            <a:schemeClr val="accent1">
                              <a:shade val="50000"/>
                            </a:schemeClr>
                          </a:lnRef>
                          <a:fillRef idx="0">
                            <a:schemeClr val="accent1"/>
                          </a:fillRef>
                          <a:effectRef idx="0">
                            <a:schemeClr val="accent1"/>
                          </a:effectRef>
                          <a:fontRef idx="minor">
                            <a:schemeClr val="tx1"/>
                          </a:fontRef>
                        </p:style>
                      </p:cxnSp>
                      <p:cxnSp>
                        <p:nvCxnSpPr>
                          <p:cNvPr id="1132353738" name=""/>
                          <p:cNvCxnSpPr/>
                          <p:nvPr/>
                        </p:nvCxnSpPr>
                        <p:spPr bwMode="auto">
                          <a:xfrm rot="0" flipH="0" flipV="0">
                            <a:off x="284319" y="3746"/>
                            <a:ext cx="1125126" cy="0"/>
                          </a:xfrm>
                          <a:prstGeom prst="line">
                            <a:avLst/>
                          </a:prstGeom>
                          <a:ln w="28575" cap="flat" cmpd="sng" algn="ctr">
                            <a:solidFill>
                              <a:schemeClr val="bg2">
                                <a:lumMod val="74901"/>
                              </a:schemeClr>
                            </a:solidFill>
                            <a:prstDash val="solid"/>
                            <a:miter lim="800000"/>
                          </a:ln>
                        </p:spPr>
                        <p:style>
                          <a:lnRef idx="1">
                            <a:schemeClr val="accent1">
                              <a:shade val="50000"/>
                            </a:schemeClr>
                          </a:lnRef>
                          <a:fillRef idx="0">
                            <a:schemeClr val="accent1"/>
                          </a:fillRef>
                          <a:effectRef idx="0">
                            <a:schemeClr val="accent1"/>
                          </a:effectRef>
                          <a:fontRef idx="minor">
                            <a:schemeClr val="tx1"/>
                          </a:fontRef>
                        </p:style>
                      </p:cxnSp>
                      <p:cxnSp>
                        <p:nvCxnSpPr>
                          <p:cNvPr id="1622044963" name=""/>
                          <p:cNvCxnSpPr/>
                          <p:nvPr/>
                        </p:nvCxnSpPr>
                        <p:spPr bwMode="auto">
                          <a:xfrm rot="0" flipH="0" flipV="1">
                            <a:off x="0" y="7497"/>
                            <a:ext cx="1409448" cy="522387"/>
                          </a:xfrm>
                          <a:prstGeom prst="line">
                            <a:avLst/>
                          </a:prstGeom>
                          <a:ln w="28575" cap="flat" cmpd="sng" algn="ctr">
                            <a:solidFill>
                              <a:schemeClr val="bg2">
                                <a:lumMod val="74901"/>
                              </a:schemeClr>
                            </a:solidFill>
                            <a:prstDash val="solid"/>
                            <a:miter lim="800000"/>
                          </a:ln>
                        </p:spPr>
                        <p:style>
                          <a:lnRef idx="1">
                            <a:schemeClr val="accent1">
                              <a:shade val="50000"/>
                            </a:schemeClr>
                          </a:lnRef>
                          <a:fillRef idx="0">
                            <a:schemeClr val="accent1"/>
                          </a:fillRef>
                          <a:effectRef idx="0">
                            <a:schemeClr val="accent1"/>
                          </a:effectRef>
                          <a:fontRef idx="minor">
                            <a:schemeClr val="tx1"/>
                          </a:fontRef>
                        </p:style>
                      </p:cxnSp>
                      <p:cxnSp>
                        <p:nvCxnSpPr>
                          <p:cNvPr id="506502271" name=""/>
                          <p:cNvCxnSpPr/>
                          <p:nvPr/>
                        </p:nvCxnSpPr>
                        <p:spPr bwMode="auto">
                          <a:xfrm rot="0" flipH="0" flipV="1">
                            <a:off x="284319" y="537390"/>
                            <a:ext cx="1409448" cy="522387"/>
                          </a:xfrm>
                          <a:prstGeom prst="line">
                            <a:avLst/>
                          </a:prstGeom>
                          <a:ln w="28575" cap="flat" cmpd="sng" algn="ctr">
                            <a:solidFill>
                              <a:schemeClr val="bg2">
                                <a:lumMod val="74901"/>
                              </a:schemeClr>
                            </a:solidFill>
                            <a:prstDash val="solid"/>
                            <a:miter lim="800000"/>
                          </a:ln>
                        </p:spPr>
                        <p:style>
                          <a:lnRef idx="1">
                            <a:schemeClr val="accent1">
                              <a:shade val="50000"/>
                            </a:schemeClr>
                          </a:lnRef>
                          <a:fillRef idx="0">
                            <a:schemeClr val="accent1"/>
                          </a:fillRef>
                          <a:effectRef idx="0">
                            <a:schemeClr val="accent1"/>
                          </a:effectRef>
                          <a:fontRef idx="minor">
                            <a:schemeClr val="tx1"/>
                          </a:fontRef>
                        </p:style>
                      </p:cxnSp>
                      <p:cxnSp>
                        <p:nvCxnSpPr>
                          <p:cNvPr id="1863081280" name=""/>
                          <p:cNvCxnSpPr/>
                          <p:nvPr/>
                        </p:nvCxnSpPr>
                        <p:spPr bwMode="auto">
                          <a:xfrm rot="0" flipH="0" flipV="1">
                            <a:off x="284319" y="7497"/>
                            <a:ext cx="1125126" cy="1052280"/>
                          </a:xfrm>
                          <a:prstGeom prst="line">
                            <a:avLst/>
                          </a:prstGeom>
                          <a:ln w="28575" cap="flat" cmpd="sng" algn="ctr">
                            <a:solidFill>
                              <a:schemeClr val="bg2">
                                <a:lumMod val="74901"/>
                              </a:schemeClr>
                            </a:solidFill>
                            <a:prstDash val="solid"/>
                            <a:miter lim="800000"/>
                          </a:ln>
                        </p:spPr>
                        <p:style>
                          <a:lnRef idx="1">
                            <a:schemeClr val="accent1">
                              <a:shade val="50000"/>
                            </a:schemeClr>
                          </a:lnRef>
                          <a:fillRef idx="0">
                            <a:schemeClr val="accent1"/>
                          </a:fillRef>
                          <a:effectRef idx="0">
                            <a:schemeClr val="accent1"/>
                          </a:effectRef>
                          <a:fontRef idx="minor">
                            <a:schemeClr val="tx1"/>
                          </a:fontRef>
                        </p:style>
                      </p:cxnSp>
                      <p:cxnSp>
                        <p:nvCxnSpPr>
                          <p:cNvPr id="995913804" name=""/>
                          <p:cNvCxnSpPr/>
                          <p:nvPr/>
                        </p:nvCxnSpPr>
                        <p:spPr bwMode="auto">
                          <a:xfrm rot="10800000" flipH="0" flipV="0">
                            <a:off x="284319" y="0"/>
                            <a:ext cx="1125126" cy="1067278"/>
                          </a:xfrm>
                          <a:prstGeom prst="line">
                            <a:avLst/>
                          </a:prstGeom>
                          <a:ln w="28575" cap="flat" cmpd="sng" algn="ctr">
                            <a:solidFill>
                              <a:schemeClr val="bg2">
                                <a:lumMod val="74901"/>
                              </a:schemeClr>
                            </a:solidFill>
                            <a:prstDash val="solid"/>
                            <a:miter lim="800000"/>
                          </a:ln>
                        </p:spPr>
                        <p:style>
                          <a:lnRef idx="1">
                            <a:schemeClr val="accent1">
                              <a:shade val="50000"/>
                            </a:schemeClr>
                          </a:lnRef>
                          <a:fillRef idx="0">
                            <a:schemeClr val="accent1"/>
                          </a:fillRef>
                          <a:effectRef idx="0">
                            <a:schemeClr val="accent1"/>
                          </a:effectRef>
                          <a:fontRef idx="minor">
                            <a:schemeClr val="tx1"/>
                          </a:fontRef>
                        </p:style>
                      </p:cxnSp>
                    </p:grpSp>
                    <p:sp>
                      <p:nvSpPr>
                        <p:cNvPr id="738649948" name=""/>
                        <p:cNvSpPr/>
                        <p:nvPr/>
                      </p:nvSpPr>
                      <p:spPr bwMode="auto">
                        <a:xfrm rot="10800000" flipH="0" flipV="0">
                          <a:off x="2577555" y="529887"/>
                          <a:ext cx="349165" cy="349165"/>
                        </a:xfrm>
                        <a:prstGeom prst="ellipse">
                          <a:avLst/>
                        </a:prstGeom>
                        <a:solidFill>
                          <a:srgbClr val="FFC926"/>
                        </a:solidFill>
                        <a:ln w="25400" cap="flat" cmpd="sng" algn="ctr">
                          <a:solidFill>
                            <a:schemeClr val="tx1"/>
                          </a:solidFill>
                          <a:prstDash val="sysDash"/>
                          <a:miter lim="800000"/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</p:sp>
                    <p:sp>
                      <p:nvSpPr>
                        <p:cNvPr id="1960860659" name=""/>
                        <p:cNvSpPr/>
                        <p:nvPr/>
                      </p:nvSpPr>
                      <p:spPr bwMode="auto">
                        <a:xfrm rot="10800000" flipH="0" flipV="0">
                          <a:off x="2293228" y="0"/>
                          <a:ext cx="349165" cy="349165"/>
                        </a:xfrm>
                        <a:prstGeom prst="ellipse">
                          <a:avLst/>
                        </a:prstGeom>
                        <a:solidFill>
                          <a:srgbClr val="FFC926"/>
                        </a:solidFill>
                        <a:ln w="25400" cap="flat" cmpd="sng" algn="ctr">
                          <a:solidFill>
                            <a:schemeClr val="tx1"/>
                          </a:solidFill>
                          <a:prstDash val="sysDash"/>
                          <a:miter lim="800000"/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</p:sp>
                    <p:sp>
                      <p:nvSpPr>
                        <p:cNvPr id="1169394025" name=""/>
                        <p:cNvSpPr/>
                        <p:nvPr/>
                      </p:nvSpPr>
                      <p:spPr bwMode="auto">
                        <a:xfrm rot="10800000" flipH="0" flipV="0">
                          <a:off x="2293227" y="1059777"/>
                          <a:ext cx="349165" cy="349166"/>
                        </a:xfrm>
                        <a:prstGeom prst="ellipse">
                          <a:avLst/>
                        </a:prstGeom>
                        <a:solidFill>
                          <a:srgbClr val="FFC926"/>
                        </a:solidFill>
                        <a:ln w="25400" cap="flat" cmpd="sng" algn="ctr">
                          <a:solidFill>
                            <a:schemeClr val="tx1"/>
                          </a:solidFill>
                          <a:prstDash val="sysDash"/>
                          <a:miter lim="800000"/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</p:sp>
                    <p:cxnSp>
                      <p:nvCxnSpPr>
                        <p:cNvPr id="115590963" name=""/>
                        <p:cNvCxnSpPr/>
                        <p:nvPr/>
                      </p:nvCxnSpPr>
                      <p:spPr bwMode="auto">
                        <a:xfrm rot="0" flipH="0" flipV="0">
                          <a:off x="349165" y="174582"/>
                          <a:ext cx="469761" cy="0"/>
                        </a:xfrm>
                        <a:prstGeom prst="line">
                          <a:avLst/>
                        </a:prstGeom>
                        <a:ln w="28575" cap="flat" cmpd="sng" algn="ctr">
                          <a:solidFill>
                            <a:schemeClr val="bg2">
                              <a:lumMod val="74901"/>
                            </a:schemeClr>
                          </a:solidFill>
                          <a:prstDash val="solid"/>
                          <a:miter lim="800000"/>
                        </a:ln>
                      </p:spPr>
                      <p:style>
                        <a:lnRef idx="1">
                          <a:schemeClr val="accent1">
                            <a:shade val="50000"/>
                          </a:schemeClr>
                        </a:lnRef>
                        <a:fillRef idx="0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tx1"/>
                        </a:fontRef>
                      </p:style>
                    </p:cxnSp>
                    <p:sp>
                      <p:nvSpPr>
                        <p:cNvPr id="1325210458" name=""/>
                        <p:cNvSpPr/>
                        <p:nvPr/>
                      </p:nvSpPr>
                      <p:spPr bwMode="auto">
                        <a:xfrm rot="0" flipH="0" flipV="0">
                          <a:off x="534609" y="529887"/>
                          <a:ext cx="349165" cy="349165"/>
                        </a:xfrm>
                        <a:prstGeom prst="ellipse">
                          <a:avLst/>
                        </a:prstGeom>
                        <a:solidFill>
                          <a:srgbClr val="FFC926"/>
                        </a:solidFill>
                        <a:ln w="25400" cap="flat" cmpd="sng" algn="ctr">
                          <a:solidFill>
                            <a:schemeClr val="tx1"/>
                          </a:solidFill>
                          <a:prstDash val="sysDash"/>
                          <a:miter lim="800000"/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</p:sp>
                    <p:sp>
                      <p:nvSpPr>
                        <p:cNvPr id="345145419" name=""/>
                        <p:cNvSpPr/>
                        <p:nvPr/>
                      </p:nvSpPr>
                      <p:spPr bwMode="auto">
                        <a:xfrm rot="0" flipH="0" flipV="0">
                          <a:off x="818931" y="1059777"/>
                          <a:ext cx="349165" cy="349165"/>
                        </a:xfrm>
                        <a:prstGeom prst="ellipse">
                          <a:avLst/>
                        </a:prstGeom>
                        <a:solidFill>
                          <a:srgbClr val="FFC926"/>
                        </a:solidFill>
                        <a:ln w="25400" cap="flat" cmpd="sng" algn="ctr">
                          <a:solidFill>
                            <a:schemeClr val="tx1"/>
                          </a:solidFill>
                          <a:prstDash val="sysDash"/>
                          <a:miter lim="800000"/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</p:sp>
                    <p:sp>
                      <p:nvSpPr>
                        <p:cNvPr id="1595364531" name=""/>
                        <p:cNvSpPr/>
                        <p:nvPr/>
                      </p:nvSpPr>
                      <p:spPr bwMode="auto">
                        <a:xfrm rot="0" flipH="0" flipV="0">
                          <a:off x="818929" y="0"/>
                          <a:ext cx="349165" cy="349166"/>
                        </a:xfrm>
                        <a:prstGeom prst="ellipse">
                          <a:avLst/>
                        </a:prstGeom>
                        <a:solidFill>
                          <a:srgbClr val="FFC926"/>
                        </a:solidFill>
                        <a:ln w="25400" cap="flat" cmpd="sng" algn="ctr">
                          <a:solidFill>
                            <a:schemeClr val="tx1"/>
                          </a:solidFill>
                          <a:prstDash val="sysDash"/>
                          <a:miter lim="800000"/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</p:sp>
                    <p:sp>
                      <p:nvSpPr>
                        <p:cNvPr id="780845796" name=""/>
                        <p:cNvSpPr/>
                        <p:nvPr/>
                      </p:nvSpPr>
                      <p:spPr bwMode="auto">
                        <a:xfrm rot="0" flipH="0" flipV="0">
                          <a:off x="0" y="529887"/>
                          <a:ext cx="349165" cy="349165"/>
                        </a:xfrm>
                        <a:prstGeom prst="ellipse">
                          <a:avLst/>
                        </a:prstGeom>
                        <a:solidFill>
                          <a:srgbClr val="FF4C4C"/>
                        </a:solidFill>
                        <a:ln w="25400" cap="flat" cmpd="sng" algn="ctr">
                          <a:solidFill>
                            <a:srgbClr val="000000"/>
                          </a:solidFill>
                          <a:prstDash val="solid"/>
                          <a:miter lim="800000"/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</p:sp>
                    <p:sp>
                      <p:nvSpPr>
                        <p:cNvPr id="1178635800" name=""/>
                        <p:cNvSpPr/>
                        <p:nvPr/>
                      </p:nvSpPr>
                      <p:spPr bwMode="auto">
                        <a:xfrm rot="0" flipH="0" flipV="0">
                          <a:off x="0" y="1059777"/>
                          <a:ext cx="349165" cy="349165"/>
                        </a:xfrm>
                        <a:prstGeom prst="ellipse">
                          <a:avLst/>
                        </a:prstGeom>
                        <a:solidFill>
                          <a:srgbClr val="FF4C4C"/>
                        </a:solidFill>
                        <a:ln w="25400" cap="flat" cmpd="sng" algn="ctr">
                          <a:solidFill>
                            <a:srgbClr val="000000"/>
                          </a:solidFill>
                          <a:prstDash val="solid"/>
                          <a:miter lim="800000"/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</p:sp>
                    <p:cxnSp>
                      <p:nvCxnSpPr>
                        <p:cNvPr id="701428531" name=""/>
                        <p:cNvCxnSpPr/>
                        <p:nvPr/>
                      </p:nvCxnSpPr>
                      <p:spPr bwMode="auto">
                        <a:xfrm rot="0" flipH="0" flipV="0">
                          <a:off x="349165" y="704471"/>
                          <a:ext cx="185436" cy="0"/>
                        </a:xfrm>
                        <a:prstGeom prst="line">
                          <a:avLst/>
                        </a:prstGeom>
                        <a:ln w="28575" cap="flat" cmpd="sng" algn="ctr">
                          <a:solidFill>
                            <a:schemeClr val="bg2">
                              <a:lumMod val="74901"/>
                            </a:schemeClr>
                          </a:solidFill>
                          <a:prstDash val="solid"/>
                          <a:miter lim="800000"/>
                        </a:ln>
                      </p:spPr>
                      <p:style>
                        <a:lnRef idx="1">
                          <a:schemeClr val="accent1">
                            <a:shade val="50000"/>
                          </a:schemeClr>
                        </a:lnRef>
                        <a:fillRef idx="0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tx1"/>
                        </a:fontRef>
                      </p:style>
                    </p:cxnSp>
                    <p:cxnSp>
                      <p:nvCxnSpPr>
                        <p:cNvPr id="2126448730" name=""/>
                        <p:cNvCxnSpPr/>
                        <p:nvPr/>
                      </p:nvCxnSpPr>
                      <p:spPr bwMode="auto">
                        <a:xfrm rot="0" flipH="0" flipV="1">
                          <a:off x="349165" y="1234364"/>
                          <a:ext cx="469761" cy="0"/>
                        </a:xfrm>
                        <a:prstGeom prst="line">
                          <a:avLst/>
                        </a:prstGeom>
                        <a:ln w="28575" cap="flat" cmpd="sng" algn="ctr">
                          <a:solidFill>
                            <a:schemeClr val="bg2">
                              <a:lumMod val="74901"/>
                            </a:schemeClr>
                          </a:solidFill>
                          <a:prstDash val="solid"/>
                          <a:miter lim="800000"/>
                        </a:ln>
                      </p:spPr>
                      <p:style>
                        <a:lnRef idx="1">
                          <a:schemeClr val="accent1">
                            <a:shade val="50000"/>
                          </a:schemeClr>
                        </a:lnRef>
                        <a:fillRef idx="0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tx1"/>
                        </a:fontRef>
                      </p:style>
                    </p:cxnSp>
                    <p:sp>
                      <p:nvSpPr>
                        <p:cNvPr id="1152979295" name=""/>
                        <p:cNvSpPr/>
                        <p:nvPr/>
                      </p:nvSpPr>
                      <p:spPr bwMode="auto">
                        <a:xfrm rot="10800000" flipH="0" flipV="0">
                          <a:off x="3112161" y="529887"/>
                          <a:ext cx="349165" cy="349165"/>
                        </a:xfrm>
                        <a:prstGeom prst="ellipse">
                          <a:avLst/>
                        </a:prstGeom>
                        <a:solidFill>
                          <a:srgbClr val="FF4C4C"/>
                        </a:solidFill>
                        <a:ln w="25400" cap="flat" cmpd="sng" algn="ctr">
                          <a:solidFill>
                            <a:srgbClr val="000000"/>
                          </a:solidFill>
                          <a:prstDash val="solid"/>
                          <a:miter lim="800000"/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</p:sp>
                    <p:sp>
                      <p:nvSpPr>
                        <p:cNvPr id="105822368" name=""/>
                        <p:cNvSpPr/>
                        <p:nvPr/>
                      </p:nvSpPr>
                      <p:spPr bwMode="auto">
                        <a:xfrm rot="0" flipH="0" flipV="0">
                          <a:off x="0" y="0"/>
                          <a:ext cx="349165" cy="349165"/>
                        </a:xfrm>
                        <a:prstGeom prst="ellipse">
                          <a:avLst/>
                        </a:prstGeom>
                        <a:solidFill>
                          <a:srgbClr val="FF4C4C"/>
                        </a:solidFill>
                        <a:ln w="25400" cap="flat" cmpd="sng" algn="ctr">
                          <a:solidFill>
                            <a:srgbClr val="000000"/>
                          </a:solidFill>
                          <a:prstDash val="solid"/>
                          <a:miter lim="800000"/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</p:sp>
                    <p:sp>
                      <p:nvSpPr>
                        <p:cNvPr id="1660884318" name=""/>
                        <p:cNvSpPr/>
                        <p:nvPr/>
                      </p:nvSpPr>
                      <p:spPr bwMode="auto">
                        <a:xfrm rot="10800000" flipH="0" flipV="0">
                          <a:off x="3112161" y="0"/>
                          <a:ext cx="349165" cy="349165"/>
                        </a:xfrm>
                        <a:prstGeom prst="ellipse">
                          <a:avLst/>
                        </a:prstGeom>
                        <a:solidFill>
                          <a:srgbClr val="FF4C4C"/>
                        </a:solidFill>
                        <a:ln w="25400" cap="flat" cmpd="sng" algn="ctr">
                          <a:solidFill>
                            <a:srgbClr val="000000"/>
                          </a:solidFill>
                          <a:prstDash val="solid"/>
                          <a:miter lim="800000"/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</p:sp>
                    <p:sp>
                      <p:nvSpPr>
                        <p:cNvPr id="1545975450" name=""/>
                        <p:cNvSpPr/>
                        <p:nvPr/>
                      </p:nvSpPr>
                      <p:spPr bwMode="auto">
                        <a:xfrm rot="10800000" flipH="0" flipV="0">
                          <a:off x="3112161" y="1059777"/>
                          <a:ext cx="349165" cy="349165"/>
                        </a:xfrm>
                        <a:prstGeom prst="ellipse">
                          <a:avLst/>
                        </a:prstGeom>
                        <a:solidFill>
                          <a:srgbClr val="FF4C4C"/>
                        </a:solidFill>
                        <a:ln w="25400" cap="flat" cmpd="sng" algn="ctr">
                          <a:solidFill>
                            <a:srgbClr val="000000"/>
                          </a:solidFill>
                          <a:prstDash val="solid"/>
                          <a:miter lim="800000"/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</p:sp>
                    <p:cxnSp>
                      <p:nvCxnSpPr>
                        <p:cNvPr id="303484365" name=""/>
                        <p:cNvCxnSpPr/>
                        <p:nvPr/>
                      </p:nvCxnSpPr>
                      <p:spPr bwMode="auto">
                        <a:xfrm rot="10800000" flipH="0" flipV="0">
                          <a:off x="2642400" y="1234363"/>
                          <a:ext cx="469761" cy="0"/>
                        </a:xfrm>
                        <a:prstGeom prst="line">
                          <a:avLst/>
                        </a:prstGeom>
                        <a:ln w="28575" cap="flat" cmpd="sng" algn="ctr">
                          <a:solidFill>
                            <a:schemeClr val="bg2">
                              <a:lumMod val="74901"/>
                            </a:schemeClr>
                          </a:solidFill>
                          <a:prstDash val="solid"/>
                          <a:miter lim="800000"/>
                        </a:ln>
                      </p:spPr>
                      <p:style>
                        <a:lnRef idx="1">
                          <a:schemeClr val="accent1">
                            <a:shade val="50000"/>
                          </a:schemeClr>
                        </a:lnRef>
                        <a:fillRef idx="0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tx1"/>
                        </a:fontRef>
                      </p:style>
                    </p:cxnSp>
                    <p:cxnSp>
                      <p:nvCxnSpPr>
                        <p:cNvPr id="1059920415" name=""/>
                        <p:cNvCxnSpPr/>
                        <p:nvPr/>
                      </p:nvCxnSpPr>
                      <p:spPr bwMode="auto">
                        <a:xfrm rot="10800000" flipH="0" flipV="0">
                          <a:off x="2926722" y="704475"/>
                          <a:ext cx="185436" cy="0"/>
                        </a:xfrm>
                        <a:prstGeom prst="line">
                          <a:avLst/>
                        </a:prstGeom>
                        <a:ln w="28575" cap="flat" cmpd="sng" algn="ctr">
                          <a:solidFill>
                            <a:schemeClr val="bg2">
                              <a:lumMod val="74901"/>
                            </a:schemeClr>
                          </a:solidFill>
                          <a:prstDash val="solid"/>
                          <a:miter lim="800000"/>
                        </a:ln>
                      </p:spPr>
                      <p:style>
                        <a:lnRef idx="1">
                          <a:schemeClr val="accent1">
                            <a:shade val="50000"/>
                          </a:schemeClr>
                        </a:lnRef>
                        <a:fillRef idx="0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tx1"/>
                        </a:fontRef>
                      </p:style>
                    </p:cxnSp>
                    <p:cxnSp>
                      <p:nvCxnSpPr>
                        <p:cNvPr id="953237025" name=""/>
                        <p:cNvCxnSpPr/>
                        <p:nvPr/>
                      </p:nvCxnSpPr>
                      <p:spPr bwMode="auto">
                        <a:xfrm rot="10800000" flipH="0" flipV="1">
                          <a:off x="2642400" y="174582"/>
                          <a:ext cx="469761" cy="0"/>
                        </a:xfrm>
                        <a:prstGeom prst="line">
                          <a:avLst/>
                        </a:prstGeom>
                        <a:ln w="28575" cap="flat" cmpd="sng" algn="ctr">
                          <a:solidFill>
                            <a:schemeClr val="bg2">
                              <a:lumMod val="74901"/>
                            </a:schemeClr>
                          </a:solidFill>
                          <a:prstDash val="solid"/>
                          <a:miter lim="800000"/>
                        </a:ln>
                      </p:spPr>
                      <p:style>
                        <a:lnRef idx="1">
                          <a:schemeClr val="accent1">
                            <a:shade val="50000"/>
                          </a:schemeClr>
                        </a:lnRef>
                        <a:fillRef idx="0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tx1"/>
                        </a:fontRef>
                      </p:style>
                    </p:cxnSp>
                  </p:grpSp>
                </p:grpSp>
              </p:grpSp>
              <p:grpSp>
                <p:nvGrpSpPr>
                  <p:cNvPr id="1930526253" name=""/>
                  <p:cNvGrpSpPr/>
                  <p:nvPr/>
                </p:nvGrpSpPr>
                <p:grpSpPr bwMode="auto">
                  <a:xfrm>
                    <a:off x="1619040" y="1395988"/>
                    <a:ext cx="8854305" cy="421396"/>
                    <a:chOff x="0" y="0"/>
                    <a:chExt cx="8854305" cy="421396"/>
                  </a:xfrm>
                </p:grpSpPr>
                <p:sp>
                  <p:nvSpPr>
                    <p:cNvPr id="1087701742" name=""/>
                    <p:cNvSpPr txBox="1"/>
                    <p:nvPr/>
                  </p:nvSpPr>
                  <p:spPr bwMode="auto">
                    <a:xfrm rot="5400000" flipH="0" flipV="0">
                      <a:off x="-27279" y="27638"/>
                      <a:ext cx="420678" cy="366119"/>
                    </a:xfrm>
                    <a:prstGeom prst="rect">
                      <a:avLst/>
                    </a:prstGeom>
                    <a:noFill/>
                  </p:spPr>
                  <p:txBody>
                    <a:bodyPr vertOverflow="overflow" horzOverflow="overflow" vert="horz" wrap="square" lIns="91440" tIns="45720" rIns="91440" bIns="45720" numCol="1" spcCol="0" rtlCol="0" fromWordArt="0" anchor="t" anchorCtr="0" forceAA="0" upright="0" compatLnSpc="0">
                      <a:spAutoFit/>
                    </a:bodyPr>
                    <a:p>
                      <a:pPr>
                        <a:defRPr/>
                      </a:pPr>
                      <a:r>
                        <a:rPr lang="fr-FR" sz="1800" b="1">
                          <a:latin typeface="Arial"/>
                          <a:ea typeface="Arial"/>
                          <a:cs typeface="Arial"/>
                        </a:rPr>
                        <a:t>…</a:t>
                      </a:r>
                      <a:endParaRPr sz="1800" b="1"/>
                    </a:p>
                  </p:txBody>
                </p:sp>
                <p:sp>
                  <p:nvSpPr>
                    <p:cNvPr id="604933921" name=""/>
                    <p:cNvSpPr txBox="1"/>
                    <p:nvPr/>
                  </p:nvSpPr>
                  <p:spPr bwMode="auto">
                    <a:xfrm rot="5400000" flipH="0" flipV="0">
                      <a:off x="1230012" y="27638"/>
                      <a:ext cx="421037" cy="366119"/>
                    </a:xfrm>
                    <a:prstGeom prst="rect">
                      <a:avLst/>
                    </a:prstGeom>
                    <a:noFill/>
                  </p:spPr>
                  <p:txBody>
                    <a:bodyPr vertOverflow="overflow" horzOverflow="overflow" vert="horz" wrap="square" lIns="91440" tIns="45720" rIns="91440" bIns="45720" numCol="1" spcCol="0" rtlCol="0" fromWordArt="0" anchor="t" anchorCtr="0" forceAA="0" upright="0" compatLnSpc="0">
                      <a:spAutoFit/>
                    </a:bodyPr>
                    <a:p>
                      <a:pPr>
                        <a:defRPr/>
                      </a:pPr>
                      <a:r>
                        <a:rPr lang="fr-FR" sz="1800" b="1">
                          <a:latin typeface="Arial"/>
                          <a:ea typeface="Arial"/>
                          <a:cs typeface="Arial"/>
                        </a:rPr>
                        <a:t>…</a:t>
                      </a:r>
                      <a:endParaRPr sz="1800" b="1"/>
                    </a:p>
                  </p:txBody>
                </p:sp>
                <p:sp>
                  <p:nvSpPr>
                    <p:cNvPr id="48087937" name=""/>
                    <p:cNvSpPr txBox="1"/>
                    <p:nvPr/>
                  </p:nvSpPr>
                  <p:spPr bwMode="auto">
                    <a:xfrm rot="16199998" flipH="0" flipV="0">
                      <a:off x="7203243" y="27638"/>
                      <a:ext cx="421037" cy="366119"/>
                    </a:xfrm>
                    <a:prstGeom prst="rect">
                      <a:avLst/>
                    </a:prstGeom>
                    <a:noFill/>
                  </p:spPr>
                  <p:txBody>
                    <a:bodyPr vertOverflow="overflow" horzOverflow="overflow" vert="horz" wrap="square" lIns="91440" tIns="45720" rIns="91440" bIns="45720" numCol="1" spcCol="0" rtlCol="0" fromWordArt="0" anchor="t" anchorCtr="0" forceAA="0" upright="0" compatLnSpc="0">
                      <a:spAutoFit/>
                    </a:bodyPr>
                    <a:p>
                      <a:pPr>
                        <a:defRPr/>
                      </a:pPr>
                      <a:r>
                        <a:rPr lang="fr-FR" sz="1800" b="1">
                          <a:latin typeface="Arial"/>
                          <a:ea typeface="Arial"/>
                          <a:cs typeface="Arial"/>
                        </a:rPr>
                        <a:t>…</a:t>
                      </a:r>
                      <a:endParaRPr sz="1800" b="1"/>
                    </a:p>
                  </p:txBody>
                </p:sp>
                <p:sp>
                  <p:nvSpPr>
                    <p:cNvPr id="1890374531" name=""/>
                    <p:cNvSpPr txBox="1"/>
                    <p:nvPr/>
                  </p:nvSpPr>
                  <p:spPr bwMode="auto">
                    <a:xfrm rot="16199998" flipH="0" flipV="0">
                      <a:off x="8460547" y="27638"/>
                      <a:ext cx="421396" cy="366119"/>
                    </a:xfrm>
                    <a:prstGeom prst="rect">
                      <a:avLst/>
                    </a:prstGeom>
                    <a:noFill/>
                  </p:spPr>
                  <p:txBody>
                    <a:bodyPr vertOverflow="overflow" horzOverflow="overflow" vert="horz" wrap="square" lIns="91440" tIns="45720" rIns="91440" bIns="45720" numCol="1" spcCol="0" rtlCol="0" fromWordArt="0" anchor="t" anchorCtr="0" forceAA="0" upright="0" compatLnSpc="0">
                      <a:spAutoFit/>
                    </a:bodyPr>
                    <a:p>
                      <a:pPr>
                        <a:defRPr/>
                      </a:pPr>
                      <a:r>
                        <a:rPr lang="fr-FR" sz="1800" b="1">
                          <a:latin typeface="Arial"/>
                          <a:ea typeface="Arial"/>
                          <a:cs typeface="Arial"/>
                        </a:rPr>
                        <a:t>…</a:t>
                      </a:r>
                      <a:endParaRPr sz="1800" b="1"/>
                    </a:p>
                  </p:txBody>
                </p:sp>
                <p:sp>
                  <p:nvSpPr>
                    <p:cNvPr id="800371258" name=""/>
                    <p:cNvSpPr txBox="1"/>
                    <p:nvPr/>
                  </p:nvSpPr>
                  <p:spPr bwMode="auto">
                    <a:xfrm rot="16199998" flipH="0" flipV="0">
                      <a:off x="3554113" y="27638"/>
                      <a:ext cx="421037" cy="366119"/>
                    </a:xfrm>
                    <a:prstGeom prst="rect">
                      <a:avLst/>
                    </a:prstGeom>
                    <a:noFill/>
                  </p:spPr>
                  <p:txBody>
                    <a:bodyPr vertOverflow="overflow" horzOverflow="overflow" vert="horz" wrap="square" lIns="91440" tIns="45720" rIns="91440" bIns="45720" numCol="1" spcCol="0" rtlCol="0" fromWordArt="0" anchor="t" anchorCtr="0" forceAA="0" upright="0" compatLnSpc="0">
                      <a:spAutoFit/>
                    </a:bodyPr>
                    <a:p>
                      <a:pPr>
                        <a:defRPr/>
                      </a:pPr>
                      <a:r>
                        <a:rPr lang="fr-FR" sz="1800" b="1">
                          <a:latin typeface="Arial"/>
                          <a:ea typeface="Arial"/>
                          <a:cs typeface="Arial"/>
                        </a:rPr>
                        <a:t>…</a:t>
                      </a:r>
                      <a:endParaRPr sz="1800" b="1"/>
                    </a:p>
                  </p:txBody>
                </p:sp>
                <p:sp>
                  <p:nvSpPr>
                    <p:cNvPr id="183422593" name=""/>
                    <p:cNvSpPr txBox="1"/>
                    <p:nvPr/>
                  </p:nvSpPr>
                  <p:spPr bwMode="auto">
                    <a:xfrm rot="5400000" flipH="0" flipV="0">
                      <a:off x="4887606" y="27638"/>
                      <a:ext cx="421396" cy="366119"/>
                    </a:xfrm>
                    <a:prstGeom prst="rect">
                      <a:avLst/>
                    </a:prstGeom>
                    <a:noFill/>
                  </p:spPr>
                  <p:txBody>
                    <a:bodyPr vertOverflow="overflow" horzOverflow="overflow" vert="horz" wrap="square" lIns="91440" tIns="45720" rIns="91440" bIns="45720" numCol="1" spcCol="0" rtlCol="0" fromWordArt="0" anchor="t" anchorCtr="0" forceAA="0" upright="0" compatLnSpc="0">
                      <a:spAutoFit/>
                    </a:bodyPr>
                    <a:p>
                      <a:pPr>
                        <a:defRPr/>
                      </a:pPr>
                      <a:r>
                        <a:rPr lang="fr-FR" sz="1800" b="1">
                          <a:latin typeface="Arial"/>
                          <a:ea typeface="Arial"/>
                          <a:cs typeface="Arial"/>
                        </a:rPr>
                        <a:t>…</a:t>
                      </a:r>
                      <a:endParaRPr sz="1800" b="1"/>
                    </a:p>
                  </p:txBody>
                </p:sp>
              </p:grpSp>
            </p:grpSp>
            <p:grpSp>
              <p:nvGrpSpPr>
                <p:cNvPr id="1348912688" name=""/>
                <p:cNvGrpSpPr/>
                <p:nvPr/>
              </p:nvGrpSpPr>
              <p:grpSpPr bwMode="auto">
                <a:xfrm>
                  <a:off x="260850" y="5977519"/>
                  <a:ext cx="3526135" cy="472023"/>
                  <a:chOff x="0" y="0"/>
                  <a:chExt cx="3526135" cy="472023"/>
                </a:xfrm>
              </p:grpSpPr>
              <p:sp>
                <p:nvSpPr>
                  <p:cNvPr id="1658417347" name=""/>
                  <p:cNvSpPr/>
                  <p:nvPr/>
                </p:nvSpPr>
                <p:spPr bwMode="auto">
                  <a:xfrm rot="0" flipH="0" flipV="0">
                    <a:off x="0" y="0"/>
                    <a:ext cx="1037484" cy="472023"/>
                  </a:xfrm>
                  <a:prstGeom prst="flowChartAlternateProcess">
                    <a:avLst/>
                  </a:prstGeom>
                  <a:noFill/>
                  <a:ln w="38100" cap="flat" cmpd="sng" algn="ctr">
                    <a:solidFill>
                      <a:srgbClr val="00FF73"/>
                    </a:solidFill>
                    <a:prstDash val="dash"/>
                    <a:miter lim="800000"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</p:sp>
              <p:sp>
                <p:nvSpPr>
                  <p:cNvPr id="1671994477" name=""/>
                  <p:cNvSpPr txBox="1"/>
                  <p:nvPr/>
                </p:nvSpPr>
                <p:spPr bwMode="auto">
                  <a:xfrm rot="0" flipH="0" flipV="0">
                    <a:off x="1104660" y="52949"/>
                    <a:ext cx="2421475" cy="366119"/>
                  </a:xfrm>
                  <a:prstGeom prst="rect">
                    <a:avLst/>
                  </a:prstGeom>
                  <a:noFill/>
                </p:spPr>
                <p:txBody>
                  <a:bodyPr vertOverflow="overflow" horzOverflow="overflow" vert="horz" wrap="square" lIns="91440" tIns="45720" rIns="91440" bIns="45720" numCol="1" spcCol="0" rtlCol="0" fromWordArt="0" anchor="t" anchorCtr="0" forceAA="0" upright="0" compatLnSpc="0">
                    <a:spAutoFit/>
                  </a:bodyPr>
                  <a:p>
                    <a:pPr>
                      <a:defRPr/>
                    </a:pPr>
                    <a:r>
                      <a:rPr lang="fr-FR" b="1">
                        <a:solidFill>
                          <a:schemeClr val="tx1"/>
                        </a:solidFill>
                        <a:latin typeface="CMU Serif"/>
                        <a:ea typeface="CMU Serif"/>
                        <a:cs typeface="CMU Serif"/>
                      </a:rPr>
                      <a:t>= Successful BSM</a:t>
                    </a:r>
                    <a:endParaRPr b="1">
                      <a:solidFill>
                        <a:schemeClr val="tx1"/>
                      </a:solidFill>
                      <a:latin typeface="CMU Serif"/>
                      <a:cs typeface="CMU Serif"/>
                    </a:endParaRPr>
                  </a:p>
                </p:txBody>
              </p:sp>
            </p:grpSp>
            <p:grpSp>
              <p:nvGrpSpPr>
                <p:cNvPr id="1522035841" name=""/>
                <p:cNvGrpSpPr/>
                <p:nvPr/>
              </p:nvGrpSpPr>
              <p:grpSpPr bwMode="auto">
                <a:xfrm>
                  <a:off x="4372758" y="5977519"/>
                  <a:ext cx="3471098" cy="472023"/>
                  <a:chOff x="0" y="0"/>
                  <a:chExt cx="3471098" cy="472023"/>
                </a:xfrm>
              </p:grpSpPr>
              <p:sp>
                <p:nvSpPr>
                  <p:cNvPr id="564905100" name=""/>
                  <p:cNvSpPr/>
                  <p:nvPr/>
                </p:nvSpPr>
                <p:spPr bwMode="auto">
                  <a:xfrm rot="0" flipH="0" flipV="0">
                    <a:off x="0" y="0"/>
                    <a:ext cx="1037484" cy="472023"/>
                  </a:xfrm>
                  <a:prstGeom prst="flowChartAlternateProcess">
                    <a:avLst/>
                  </a:prstGeom>
                  <a:noFill/>
                  <a:ln w="38100" cap="flat" cmpd="sng" algn="ctr">
                    <a:solidFill>
                      <a:srgbClr val="FF0000"/>
                    </a:solidFill>
                    <a:prstDash val="dash"/>
                    <a:miter lim="800000"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anchor="ctr"/>
                  <a:p>
                    <a:pPr algn="ctr">
                      <a:defRPr/>
                    </a:pPr>
                    <a:endParaRPr/>
                  </a:p>
                </p:txBody>
              </p:sp>
              <p:sp>
                <p:nvSpPr>
                  <p:cNvPr id="604460244" name=""/>
                  <p:cNvSpPr txBox="1"/>
                  <p:nvPr/>
                </p:nvSpPr>
                <p:spPr bwMode="auto">
                  <a:xfrm rot="0" flipH="0" flipV="0">
                    <a:off x="1104970" y="48748"/>
                    <a:ext cx="2366127" cy="366119"/>
                  </a:xfrm>
                  <a:prstGeom prst="rect">
                    <a:avLst/>
                  </a:prstGeom>
                  <a:noFill/>
                </p:spPr>
                <p:txBody>
                  <a:bodyPr vertOverflow="overflow" horzOverflow="overflow" vert="horz" wrap="square" lIns="91440" tIns="45720" rIns="91440" bIns="45720" numCol="1" spcCol="0" rtlCol="0" fromWordArt="0" anchor="t" anchorCtr="0" forceAA="0" upright="0" compatLnSpc="0">
                    <a:spAutoFit/>
                  </a:bodyPr>
                  <a:p>
                    <a:pPr>
                      <a:defRPr/>
                    </a:pPr>
                    <a:r>
                      <a:rPr lang="fr-FR" b="1">
                        <a:solidFill>
                          <a:schemeClr val="tx1"/>
                        </a:solidFill>
                        <a:latin typeface="CMU Serif"/>
                        <a:ea typeface="CMU Serif"/>
                        <a:cs typeface="CMU Serif"/>
                      </a:rPr>
                      <a:t>= Failed</a:t>
                    </a:r>
                    <a:r>
                      <a:rPr lang="fr-FR" b="1">
                        <a:solidFill>
                          <a:schemeClr val="tx1"/>
                        </a:solidFill>
                        <a:latin typeface="CMU Serif"/>
                        <a:ea typeface="CMU Serif"/>
                        <a:cs typeface="CMU Serif"/>
                      </a:rPr>
                      <a:t> BSM</a:t>
                    </a:r>
                    <a:endParaRPr lang="fr-FR" b="1">
                      <a:solidFill>
                        <a:schemeClr val="tx1"/>
                      </a:solidFill>
                      <a:latin typeface="CMU Serif"/>
                      <a:ea typeface="CMU Serif"/>
                      <a:cs typeface="CMU Serif"/>
                    </a:endParaRPr>
                  </a:p>
                </p:txBody>
              </p:sp>
            </p:grpSp>
            <p:grpSp>
              <p:nvGrpSpPr>
                <p:cNvPr id="426355636" name=""/>
                <p:cNvGrpSpPr/>
                <p:nvPr/>
              </p:nvGrpSpPr>
              <p:grpSpPr bwMode="auto">
                <a:xfrm>
                  <a:off x="8039941" y="5994471"/>
                  <a:ext cx="3873721" cy="366119"/>
                  <a:chOff x="0" y="0"/>
                  <a:chExt cx="3873721" cy="366119"/>
                </a:xfrm>
              </p:grpSpPr>
              <p:cxnSp>
                <p:nvCxnSpPr>
                  <p:cNvPr id="277005978" name=""/>
                  <p:cNvCxnSpPr/>
                  <p:nvPr/>
                </p:nvCxnSpPr>
                <p:spPr bwMode="auto">
                  <a:xfrm rot="0" flipH="1" flipV="0">
                    <a:off x="0" y="216958"/>
                    <a:ext cx="808167" cy="0"/>
                  </a:xfrm>
                  <a:prstGeom prst="line">
                    <a:avLst/>
                  </a:prstGeom>
                  <a:ln w="44450" cap="flat" cmpd="sng" algn="ctr">
                    <a:solidFill>
                      <a:srgbClr val="00FF73"/>
                    </a:solidFill>
                    <a:prstDash val="solid"/>
                    <a:miter lim="800000"/>
                  </a:ln>
                </p:spPr>
                <p:style>
                  <a:lnRef idx="1">
                    <a:schemeClr val="accent1">
                      <a:shade val="50000"/>
                    </a:schemeClr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sp>
                <p:nvSpPr>
                  <p:cNvPr id="26929212" name=""/>
                  <p:cNvSpPr txBox="1"/>
                  <p:nvPr/>
                </p:nvSpPr>
                <p:spPr bwMode="auto">
                  <a:xfrm rot="0" flipH="0" flipV="0">
                    <a:off x="886638" y="0"/>
                    <a:ext cx="2987082" cy="366119"/>
                  </a:xfrm>
                  <a:prstGeom prst="rect">
                    <a:avLst/>
                  </a:prstGeom>
                  <a:noFill/>
                </p:spPr>
                <p:txBody>
                  <a:bodyPr vertOverflow="overflow" horzOverflow="overflow" vert="horz" wrap="square" lIns="91440" tIns="45720" rIns="91440" bIns="45720" numCol="1" spcCol="0" rtlCol="0" fromWordArt="0" anchor="t" anchorCtr="0" forceAA="0" upright="0" compatLnSpc="0">
                    <a:spAutoFit/>
                  </a:bodyPr>
                  <a:p>
                    <a:pPr>
                      <a:defRPr/>
                    </a:pPr>
                    <a:r>
                      <a:rPr lang="fr-FR" b="1">
                        <a:solidFill>
                          <a:schemeClr val="tx1"/>
                        </a:solidFill>
                        <a:latin typeface="CMU Serif"/>
                        <a:ea typeface="CMU Serif"/>
                        <a:cs typeface="CMU Serif"/>
                      </a:rPr>
                      <a:t>= Entanglement</a:t>
                    </a:r>
                    <a:r>
                      <a:rPr lang="fr-FR" b="1">
                        <a:solidFill>
                          <a:schemeClr val="tx1"/>
                        </a:solidFill>
                        <a:latin typeface="CMU Serif"/>
                        <a:ea typeface="CMU Serif"/>
                        <a:cs typeface="CMU Serif"/>
                      </a:rPr>
                      <a:t> Link</a:t>
                    </a:r>
                    <a:endParaRPr lang="fr-FR" b="1">
                      <a:solidFill>
                        <a:schemeClr val="tx1"/>
                      </a:solidFill>
                      <a:latin typeface="CMU Serif"/>
                      <a:ea typeface="CMU Serif"/>
                      <a:cs typeface="CMU Serif"/>
                    </a:endParaRPr>
                  </a:p>
                </p:txBody>
              </p:sp>
            </p:grpSp>
            <p:grpSp>
              <p:nvGrpSpPr>
                <p:cNvPr id="1906644489" name=""/>
                <p:cNvGrpSpPr/>
                <p:nvPr/>
              </p:nvGrpSpPr>
              <p:grpSpPr bwMode="auto">
                <a:xfrm>
                  <a:off x="90758" y="2298037"/>
                  <a:ext cx="11844775" cy="1666872"/>
                  <a:chOff x="0" y="0"/>
                  <a:chExt cx="11844775" cy="1666872"/>
                </a:xfrm>
              </p:grpSpPr>
              <p:grpSp>
                <p:nvGrpSpPr>
                  <p:cNvPr id="115771139" name=""/>
                  <p:cNvGrpSpPr/>
                  <p:nvPr/>
                </p:nvGrpSpPr>
                <p:grpSpPr bwMode="auto">
                  <a:xfrm>
                    <a:off x="0" y="0"/>
                    <a:ext cx="11844775" cy="1666872"/>
                    <a:chOff x="0" y="0"/>
                    <a:chExt cx="11844775" cy="1666872"/>
                  </a:xfrm>
                </p:grpSpPr>
                <p:grpSp>
                  <p:nvGrpSpPr>
                    <p:cNvPr id="143031240" name=""/>
                    <p:cNvGrpSpPr/>
                    <p:nvPr/>
                  </p:nvGrpSpPr>
                  <p:grpSpPr bwMode="auto">
                    <a:xfrm>
                      <a:off x="0" y="0"/>
                      <a:ext cx="11844775" cy="1666872"/>
                      <a:chOff x="0" y="0"/>
                      <a:chExt cx="11844775" cy="1666872"/>
                    </a:xfrm>
                  </p:grpSpPr>
                  <p:grpSp>
                    <p:nvGrpSpPr>
                      <p:cNvPr id="696509916" name=""/>
                      <p:cNvGrpSpPr/>
                      <p:nvPr/>
                    </p:nvGrpSpPr>
                    <p:grpSpPr bwMode="auto">
                      <a:xfrm>
                        <a:off x="0" y="0"/>
                        <a:ext cx="11844775" cy="1666872"/>
                        <a:chOff x="0" y="0"/>
                        <a:chExt cx="11844775" cy="1666872"/>
                      </a:xfrm>
                    </p:grpSpPr>
                    <p:sp>
                      <p:nvSpPr>
                        <p:cNvPr id="1170134331" name=""/>
                        <p:cNvSpPr/>
                        <p:nvPr/>
                      </p:nvSpPr>
                      <p:spPr bwMode="auto">
                        <a:xfrm rot="0" flipH="0" flipV="0">
                          <a:off x="943587" y="0"/>
                          <a:ext cx="2687640" cy="1666872"/>
                        </a:xfrm>
                        <a:prstGeom prst="flowChartAlternateProcess">
                          <a:avLst/>
                        </a:prstGeom>
                        <a:solidFill>
                          <a:schemeClr val="accent1">
                            <a:lumMod val="40000"/>
                            <a:lumOff val="60000"/>
                            <a:alpha val="24999"/>
                          </a:schemeClr>
                        </a:solidFill>
                        <a:ln w="28575" cap="flat" cmpd="sng" algn="ctr">
                          <a:solidFill>
                            <a:srgbClr val="0095FF"/>
                          </a:solidFill>
                          <a:prstDash val="solid"/>
                          <a:miter lim="800000"/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</p:sp>
                    <p:sp>
                      <p:nvSpPr>
                        <p:cNvPr id="1283453699" name=""/>
                        <p:cNvSpPr/>
                        <p:nvPr/>
                      </p:nvSpPr>
                      <p:spPr bwMode="auto">
                        <a:xfrm rot="0" flipH="0" flipV="0">
                          <a:off x="3795534" y="0"/>
                          <a:ext cx="634995" cy="1666872"/>
                        </a:xfrm>
                        <a:prstGeom prst="flowChartAlternateProcess">
                          <a:avLst/>
                        </a:prstGeom>
                        <a:solidFill>
                          <a:srgbClr val="E173FF">
                            <a:alpha val="24999"/>
                          </a:srgbClr>
                        </a:solidFill>
                        <a:ln w="28575" cap="flat" cmpd="sng" algn="ctr">
                          <a:solidFill>
                            <a:srgbClr val="DB4CFF"/>
                          </a:solidFill>
                          <a:prstDash val="solid"/>
                          <a:miter lim="800000"/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</p:sp>
                    <p:sp>
                      <p:nvSpPr>
                        <p:cNvPr id="585024969" name=""/>
                        <p:cNvSpPr/>
                        <p:nvPr/>
                      </p:nvSpPr>
                      <p:spPr bwMode="auto">
                        <a:xfrm rot="0" flipH="0" flipV="0">
                          <a:off x="4594842" y="0"/>
                          <a:ext cx="2687640" cy="1666872"/>
                        </a:xfrm>
                        <a:prstGeom prst="flowChartAlternateProcess">
                          <a:avLst/>
                        </a:prstGeom>
                        <a:solidFill>
                          <a:schemeClr val="accent1">
                            <a:lumMod val="40000"/>
                            <a:lumOff val="60000"/>
                            <a:alpha val="24999"/>
                          </a:schemeClr>
                        </a:solidFill>
                        <a:ln w="28575" cap="flat" cmpd="sng" algn="ctr">
                          <a:solidFill>
                            <a:srgbClr val="0095FF"/>
                          </a:solidFill>
                          <a:prstDash val="solid"/>
                          <a:miter lim="800000"/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anchor="ctr"/>
                        <a:p>
                          <a:pPr algn="ctr">
                            <a:defRPr/>
                          </a:pPr>
                          <a:endParaRPr/>
                        </a:p>
                      </p:txBody>
                    </p:sp>
                    <p:sp>
                      <p:nvSpPr>
                        <p:cNvPr id="1747235824" name=""/>
                        <p:cNvSpPr/>
                        <p:nvPr/>
                      </p:nvSpPr>
                      <p:spPr bwMode="auto">
                        <a:xfrm rot="0" flipH="0" flipV="0">
                          <a:off x="7446783" y="0"/>
                          <a:ext cx="634995" cy="1666872"/>
                        </a:xfrm>
                        <a:prstGeom prst="flowChartAlternateProcess">
                          <a:avLst/>
                        </a:prstGeom>
                        <a:solidFill>
                          <a:srgbClr val="E173FF">
                            <a:alpha val="24999"/>
                          </a:srgbClr>
                        </a:solidFill>
                        <a:ln w="28575" cap="flat" cmpd="sng" algn="ctr">
                          <a:solidFill>
                            <a:srgbClr val="DB4CFF"/>
                          </a:solidFill>
                          <a:prstDash val="solid"/>
                          <a:miter lim="800000"/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</p:sp>
                    <p:sp>
                      <p:nvSpPr>
                        <p:cNvPr id="1175258169" name=""/>
                        <p:cNvSpPr/>
                        <p:nvPr/>
                      </p:nvSpPr>
                      <p:spPr bwMode="auto">
                        <a:xfrm rot="0" flipH="0" flipV="0">
                          <a:off x="8265498" y="0"/>
                          <a:ext cx="2687640" cy="1666872"/>
                        </a:xfrm>
                        <a:prstGeom prst="flowChartAlternateProcess">
                          <a:avLst/>
                        </a:prstGeom>
                        <a:solidFill>
                          <a:schemeClr val="accent1">
                            <a:lumMod val="40000"/>
                            <a:lumOff val="60000"/>
                            <a:alpha val="24999"/>
                          </a:schemeClr>
                        </a:solidFill>
                        <a:ln w="28575" cap="flat" cmpd="sng" algn="ctr">
                          <a:solidFill>
                            <a:srgbClr val="0095FF"/>
                          </a:solidFill>
                          <a:prstDash val="solid"/>
                          <a:miter lim="800000"/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anchor="ctr"/>
                        <a:p>
                          <a:pPr algn="ctr">
                            <a:defRPr/>
                          </a:pPr>
                          <a:endParaRPr/>
                        </a:p>
                      </p:txBody>
                    </p:sp>
                    <p:sp>
                      <p:nvSpPr>
                        <p:cNvPr id="1350490567" name=""/>
                        <p:cNvSpPr/>
                        <p:nvPr/>
                      </p:nvSpPr>
                      <p:spPr bwMode="auto">
                        <a:xfrm rot="0" flipH="0" flipV="0">
                          <a:off x="11092293" y="0"/>
                          <a:ext cx="752482" cy="1666872"/>
                        </a:xfrm>
                        <a:prstGeom prst="flowChartAlternateProcess">
                          <a:avLst/>
                        </a:prstGeom>
                        <a:solidFill>
                          <a:srgbClr val="92D050">
                            <a:alpha val="24999"/>
                          </a:srgbClr>
                        </a:solidFill>
                        <a:ln w="28575" cap="flat" cmpd="sng" algn="ctr">
                          <a:solidFill>
                            <a:srgbClr val="00B050"/>
                          </a:solidFill>
                          <a:prstDash val="solid"/>
                          <a:miter lim="800000"/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anchor="ctr"/>
                        <a:p>
                          <a:pPr algn="ctr">
                            <a:defRPr/>
                          </a:pPr>
                          <a:endParaRPr/>
                        </a:p>
                      </p:txBody>
                    </p:sp>
                    <p:sp>
                      <p:nvSpPr>
                        <p:cNvPr id="4797968" name=""/>
                        <p:cNvSpPr/>
                        <p:nvPr/>
                      </p:nvSpPr>
                      <p:spPr bwMode="auto">
                        <a:xfrm rot="0" flipH="0" flipV="0">
                          <a:off x="0" y="0"/>
                          <a:ext cx="752482" cy="1666872"/>
                        </a:xfrm>
                        <a:prstGeom prst="flowChartAlternateProcess">
                          <a:avLst/>
                        </a:prstGeom>
                        <a:solidFill>
                          <a:srgbClr val="92D050">
                            <a:alpha val="24999"/>
                          </a:srgbClr>
                        </a:solidFill>
                        <a:ln w="28575" cap="flat" cmpd="sng" algn="ctr">
                          <a:solidFill>
                            <a:srgbClr val="00B050"/>
                          </a:solidFill>
                          <a:prstDash val="solid"/>
                          <a:miter lim="800000"/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anchor="ctr"/>
                        <a:p>
                          <a:pPr algn="ctr">
                            <a:defRPr/>
                          </a:pPr>
                          <a:endParaRPr/>
                        </a:p>
                      </p:txBody>
                    </p:sp>
                  </p:grpSp>
                  <p:grpSp>
                    <p:nvGrpSpPr>
                      <p:cNvPr id="1211599746" name=""/>
                      <p:cNvGrpSpPr/>
                      <p:nvPr/>
                    </p:nvGrpSpPr>
                    <p:grpSpPr bwMode="auto">
                      <a:xfrm rot="0" flipH="0" flipV="0">
                        <a:off x="133956" y="136457"/>
                        <a:ext cx="11615708" cy="1408941"/>
                        <a:chOff x="0" y="0"/>
                        <a:chExt cx="11615708" cy="1408941"/>
                      </a:xfrm>
                    </p:grpSpPr>
                    <p:grpSp>
                      <p:nvGrpSpPr>
                        <p:cNvPr id="1264064700" name=""/>
                        <p:cNvGrpSpPr/>
                        <p:nvPr/>
                      </p:nvGrpSpPr>
                      <p:grpSpPr bwMode="auto">
                        <a:xfrm>
                          <a:off x="2248848" y="0"/>
                          <a:ext cx="3461324" cy="1408941"/>
                          <a:chOff x="0" y="0"/>
                          <a:chExt cx="3461324" cy="1408941"/>
                        </a:xfrm>
                      </p:grpSpPr>
                      <p:grpSp>
                        <p:nvGrpSpPr>
                          <p:cNvPr id="1996507929" name=""/>
                          <p:cNvGrpSpPr/>
                          <p:nvPr/>
                        </p:nvGrpSpPr>
                        <p:grpSpPr bwMode="auto">
                          <a:xfrm rot="10800000" flipH="0" flipV="0">
                            <a:off x="883773" y="167076"/>
                            <a:ext cx="1693773" cy="1067275"/>
                            <a:chOff x="0" y="0"/>
                            <a:chExt cx="1693773" cy="1067275"/>
                          </a:xfrm>
                        </p:grpSpPr>
                        <p:cxnSp>
                          <p:nvCxnSpPr>
                            <p:cNvPr id="1613579634" name=""/>
                            <p:cNvCxnSpPr/>
                            <p:nvPr/>
                          </p:nvCxnSpPr>
                          <p:spPr bwMode="auto">
                            <a:xfrm rot="0" flipH="0" flipV="0">
                              <a:off x="0" y="533637"/>
                              <a:ext cx="1693773" cy="0"/>
                            </a:xfrm>
                            <a:prstGeom prst="line">
                              <a:avLst/>
                            </a:prstGeom>
                            <a:ln w="28575" cap="flat" cmpd="sng" algn="ctr">
                              <a:solidFill>
                                <a:schemeClr val="bg2">
                                  <a:lumMod val="74901"/>
                                </a:schemeClr>
                              </a:solidFill>
                              <a:prstDash val="solid"/>
                              <a:miter lim="800000"/>
                            </a:ln>
                          </p:spPr>
                          <p:style>
                            <a:lnRef idx="1">
                              <a:schemeClr val="accent1">
                                <a:shade val="50000"/>
                              </a:schemeClr>
                            </a:lnRef>
                            <a:fillRef idx="0">
                              <a:schemeClr val="accent1"/>
                            </a:fillRef>
                            <a:effectRef idx="0">
                              <a:schemeClr val="accent1"/>
                            </a:effectRef>
                            <a:fontRef idx="minor">
                              <a:schemeClr val="tx1"/>
                            </a:fontRef>
                          </p:style>
                        </p:cxnSp>
                        <p:cxnSp>
                          <p:nvCxnSpPr>
                            <p:cNvPr id="1255174728" name=""/>
                            <p:cNvCxnSpPr/>
                            <p:nvPr/>
                          </p:nvCxnSpPr>
                          <p:spPr bwMode="auto">
                            <a:xfrm rot="0" flipH="0" flipV="0">
                              <a:off x="284319" y="0"/>
                              <a:ext cx="1409445" cy="537390"/>
                            </a:xfrm>
                            <a:prstGeom prst="line">
                              <a:avLst/>
                            </a:prstGeom>
                            <a:ln w="28575" cap="flat" cmpd="sng" algn="ctr">
                              <a:solidFill>
                                <a:schemeClr val="bg2">
                                  <a:lumMod val="74901"/>
                                </a:schemeClr>
                              </a:solidFill>
                              <a:prstDash val="solid"/>
                              <a:miter lim="800000"/>
                            </a:ln>
                          </p:spPr>
                          <p:style>
                            <a:lnRef idx="1">
                              <a:schemeClr val="accent1">
                                <a:shade val="50000"/>
                              </a:schemeClr>
                            </a:lnRef>
                            <a:fillRef idx="0">
                              <a:schemeClr val="accent1"/>
                            </a:fillRef>
                            <a:effectRef idx="0">
                              <a:schemeClr val="accent1"/>
                            </a:effectRef>
                            <a:fontRef idx="minor">
                              <a:schemeClr val="tx1"/>
                            </a:fontRef>
                          </p:style>
                        </p:cxnSp>
                        <p:cxnSp>
                          <p:nvCxnSpPr>
                            <p:cNvPr id="1842129490" name=""/>
                            <p:cNvCxnSpPr/>
                            <p:nvPr/>
                          </p:nvCxnSpPr>
                          <p:spPr bwMode="auto">
                            <a:xfrm rot="0" flipH="0" flipV="0">
                              <a:off x="0" y="529884"/>
                              <a:ext cx="1409445" cy="537390"/>
                            </a:xfrm>
                            <a:prstGeom prst="line">
                              <a:avLst/>
                            </a:prstGeom>
                            <a:ln w="28575" cap="flat" cmpd="sng" algn="ctr">
                              <a:solidFill>
                                <a:schemeClr val="bg2">
                                  <a:lumMod val="74901"/>
                                </a:schemeClr>
                              </a:solidFill>
                              <a:prstDash val="solid"/>
                              <a:miter lim="800000"/>
                            </a:ln>
                          </p:spPr>
                          <p:style>
                            <a:lnRef idx="1">
                              <a:schemeClr val="accent1">
                                <a:shade val="50000"/>
                              </a:schemeClr>
                            </a:lnRef>
                            <a:fillRef idx="0">
                              <a:schemeClr val="accent1"/>
                            </a:fillRef>
                            <a:effectRef idx="0">
                              <a:schemeClr val="accent1"/>
                            </a:effectRef>
                            <a:fontRef idx="minor">
                              <a:schemeClr val="tx1"/>
                            </a:fontRef>
                          </p:style>
                        </p:cxnSp>
                        <p:cxnSp>
                          <p:nvCxnSpPr>
                            <p:cNvPr id="585712522" name=""/>
                            <p:cNvCxnSpPr/>
                            <p:nvPr/>
                          </p:nvCxnSpPr>
                          <p:spPr bwMode="auto">
                            <a:xfrm rot="0" flipH="0" flipV="0">
                              <a:off x="284319" y="1063530"/>
                              <a:ext cx="1125126" cy="0"/>
                            </a:xfrm>
                            <a:prstGeom prst="line">
                              <a:avLst/>
                            </a:prstGeom>
                            <a:ln w="28575" cap="flat" cmpd="sng" algn="ctr">
                              <a:solidFill>
                                <a:schemeClr val="bg2">
                                  <a:lumMod val="74901"/>
                                </a:schemeClr>
                              </a:solidFill>
                              <a:prstDash val="solid"/>
                              <a:miter lim="800000"/>
                            </a:ln>
                          </p:spPr>
                          <p:style>
                            <a:lnRef idx="1">
                              <a:schemeClr val="accent1">
                                <a:shade val="50000"/>
                              </a:schemeClr>
                            </a:lnRef>
                            <a:fillRef idx="0">
                              <a:schemeClr val="accent1"/>
                            </a:fillRef>
                            <a:effectRef idx="0">
                              <a:schemeClr val="accent1"/>
                            </a:effectRef>
                            <a:fontRef idx="minor">
                              <a:schemeClr val="tx1"/>
                            </a:fontRef>
                          </p:style>
                        </p:cxnSp>
                        <p:cxnSp>
                          <p:nvCxnSpPr>
                            <p:cNvPr id="1577803663" name=""/>
                            <p:cNvCxnSpPr/>
                            <p:nvPr/>
                          </p:nvCxnSpPr>
                          <p:spPr bwMode="auto">
                            <a:xfrm rot="0" flipH="0" flipV="0">
                              <a:off x="284319" y="3744"/>
                              <a:ext cx="1125126" cy="0"/>
                            </a:xfrm>
                            <a:prstGeom prst="line">
                              <a:avLst/>
                            </a:prstGeom>
                            <a:ln w="28575" cap="flat" cmpd="sng" algn="ctr">
                              <a:solidFill>
                                <a:schemeClr val="bg2">
                                  <a:lumMod val="74901"/>
                                </a:schemeClr>
                              </a:solidFill>
                              <a:prstDash val="solid"/>
                              <a:miter lim="800000"/>
                            </a:ln>
                          </p:spPr>
                          <p:style>
                            <a:lnRef idx="1">
                              <a:schemeClr val="accent1">
                                <a:shade val="50000"/>
                              </a:schemeClr>
                            </a:lnRef>
                            <a:fillRef idx="0">
                              <a:schemeClr val="accent1"/>
                            </a:fillRef>
                            <a:effectRef idx="0">
                              <a:schemeClr val="accent1"/>
                            </a:effectRef>
                            <a:fontRef idx="minor">
                              <a:schemeClr val="tx1"/>
                            </a:fontRef>
                          </p:style>
                        </p:cxnSp>
                        <p:cxnSp>
                          <p:nvCxnSpPr>
                            <p:cNvPr id="242986456" name=""/>
                            <p:cNvCxnSpPr/>
                            <p:nvPr/>
                          </p:nvCxnSpPr>
                          <p:spPr bwMode="auto">
                            <a:xfrm rot="0" flipH="0" flipV="1">
                              <a:off x="0" y="7497"/>
                              <a:ext cx="1409445" cy="522387"/>
                            </a:xfrm>
                            <a:prstGeom prst="line">
                              <a:avLst/>
                            </a:prstGeom>
                            <a:ln w="28575" cap="flat" cmpd="sng" algn="ctr">
                              <a:solidFill>
                                <a:schemeClr val="bg2">
                                  <a:lumMod val="74901"/>
                                </a:schemeClr>
                              </a:solidFill>
                              <a:prstDash val="solid"/>
                              <a:miter lim="800000"/>
                            </a:ln>
                          </p:spPr>
                          <p:style>
                            <a:lnRef idx="1">
                              <a:schemeClr val="accent1">
                                <a:shade val="50000"/>
                              </a:schemeClr>
                            </a:lnRef>
                            <a:fillRef idx="0">
                              <a:schemeClr val="accent1"/>
                            </a:fillRef>
                            <a:effectRef idx="0">
                              <a:schemeClr val="accent1"/>
                            </a:effectRef>
                            <a:fontRef idx="minor">
                              <a:schemeClr val="tx1"/>
                            </a:fontRef>
                          </p:style>
                        </p:cxnSp>
                        <p:cxnSp>
                          <p:nvCxnSpPr>
                            <p:cNvPr id="1884565154" name=""/>
                            <p:cNvCxnSpPr/>
                            <p:nvPr/>
                          </p:nvCxnSpPr>
                          <p:spPr bwMode="auto">
                            <a:xfrm rot="0" flipH="0" flipV="1">
                              <a:off x="284319" y="537390"/>
                              <a:ext cx="1409445" cy="522387"/>
                            </a:xfrm>
                            <a:prstGeom prst="line">
                              <a:avLst/>
                            </a:prstGeom>
                            <a:ln w="28575" cap="flat" cmpd="sng" algn="ctr">
                              <a:solidFill>
                                <a:schemeClr val="bg2">
                                  <a:lumMod val="74901"/>
                                </a:schemeClr>
                              </a:solidFill>
                              <a:prstDash val="solid"/>
                              <a:miter lim="800000"/>
                            </a:ln>
                          </p:spPr>
                          <p:style>
                            <a:lnRef idx="1">
                              <a:schemeClr val="accent1">
                                <a:shade val="50000"/>
                              </a:schemeClr>
                            </a:lnRef>
                            <a:fillRef idx="0">
                              <a:schemeClr val="accent1"/>
                            </a:fillRef>
                            <a:effectRef idx="0">
                              <a:schemeClr val="accent1"/>
                            </a:effectRef>
                            <a:fontRef idx="minor">
                              <a:schemeClr val="tx1"/>
                            </a:fontRef>
                          </p:style>
                        </p:cxnSp>
                        <p:cxnSp>
                          <p:nvCxnSpPr>
                            <p:cNvPr id="171492148" name=""/>
                            <p:cNvCxnSpPr/>
                            <p:nvPr/>
                          </p:nvCxnSpPr>
                          <p:spPr bwMode="auto">
                            <a:xfrm rot="0" flipH="0" flipV="1">
                              <a:off x="284319" y="7497"/>
                              <a:ext cx="1125126" cy="1052280"/>
                            </a:xfrm>
                            <a:prstGeom prst="line">
                              <a:avLst/>
                            </a:prstGeom>
                            <a:ln w="28575" cap="flat" cmpd="sng" algn="ctr">
                              <a:solidFill>
                                <a:schemeClr val="bg2">
                                  <a:lumMod val="74901"/>
                                </a:schemeClr>
                              </a:solidFill>
                              <a:prstDash val="solid"/>
                              <a:miter lim="800000"/>
                            </a:ln>
                          </p:spPr>
                          <p:style>
                            <a:lnRef idx="1">
                              <a:schemeClr val="accent1">
                                <a:shade val="50000"/>
                              </a:schemeClr>
                            </a:lnRef>
                            <a:fillRef idx="0">
                              <a:schemeClr val="accent1"/>
                            </a:fillRef>
                            <a:effectRef idx="0">
                              <a:schemeClr val="accent1"/>
                            </a:effectRef>
                            <a:fontRef idx="minor">
                              <a:schemeClr val="tx1"/>
                            </a:fontRef>
                          </p:style>
                        </p:cxnSp>
                        <p:cxnSp>
                          <p:nvCxnSpPr>
                            <p:cNvPr id="397134038" name=""/>
                            <p:cNvCxnSpPr/>
                            <p:nvPr/>
                          </p:nvCxnSpPr>
                          <p:spPr bwMode="auto">
                            <a:xfrm rot="10800000" flipH="0" flipV="0">
                              <a:off x="284319" y="0"/>
                              <a:ext cx="1125126" cy="1067275"/>
                            </a:xfrm>
                            <a:prstGeom prst="line">
                              <a:avLst/>
                            </a:prstGeom>
                            <a:ln w="28575" cap="flat" cmpd="sng" algn="ctr">
                              <a:solidFill>
                                <a:schemeClr val="bg2">
                                  <a:lumMod val="74901"/>
                                </a:schemeClr>
                              </a:solidFill>
                              <a:prstDash val="solid"/>
                              <a:miter lim="800000"/>
                            </a:ln>
                          </p:spPr>
                          <p:style>
                            <a:lnRef idx="1">
                              <a:schemeClr val="accent1">
                                <a:shade val="50000"/>
                              </a:schemeClr>
                            </a:lnRef>
                            <a:fillRef idx="0">
                              <a:schemeClr val="accent1"/>
                            </a:fillRef>
                            <a:effectRef idx="0">
                              <a:schemeClr val="accent1"/>
                            </a:effectRef>
                            <a:fontRef idx="minor">
                              <a:schemeClr val="tx1"/>
                            </a:fontRef>
                          </p:style>
                        </p:cxnSp>
                      </p:grpSp>
                      <p:sp>
                        <p:nvSpPr>
                          <p:cNvPr id="100297557" name=""/>
                          <p:cNvSpPr/>
                          <p:nvPr/>
                        </p:nvSpPr>
                        <p:spPr bwMode="auto">
                          <a:xfrm rot="10800000" flipH="0" flipV="0">
                            <a:off x="2577552" y="529885"/>
                            <a:ext cx="349164" cy="349164"/>
                          </a:xfrm>
                          <a:prstGeom prst="ellipse">
                            <a:avLst/>
                          </a:prstGeom>
                          <a:solidFill>
                            <a:srgbClr val="FFC926"/>
                          </a:solidFill>
                          <a:ln w="25400" cap="flat" cmpd="sng" algn="ctr">
                            <a:solidFill>
                              <a:schemeClr val="tx1"/>
                            </a:solidFill>
                            <a:prstDash val="sysDash"/>
                            <a:miter lim="800000"/>
                          </a:ln>
                        </p:spPr>
                        <p:style>
                          <a:lnRef idx="2">
                            <a:schemeClr val="accent1">
                              <a:shade val="50000"/>
                            </a:schemeClr>
                          </a:lnRef>
                          <a:fillRef idx="1">
                            <a:schemeClr val="accent1"/>
                          </a:fillRef>
                          <a:effectRef idx="0">
                            <a:schemeClr val="accent1"/>
                          </a:effectRef>
                          <a:fontRef idx="minor">
                            <a:schemeClr val="lt1"/>
                          </a:fontRef>
                        </p:style>
                      </p:sp>
                      <p:sp>
                        <p:nvSpPr>
                          <p:cNvPr id="1226623482" name=""/>
                          <p:cNvSpPr/>
                          <p:nvPr/>
                        </p:nvSpPr>
                        <p:spPr bwMode="auto">
                          <a:xfrm rot="10800000" flipH="0" flipV="0">
                            <a:off x="2293227" y="0"/>
                            <a:ext cx="349164" cy="349164"/>
                          </a:xfrm>
                          <a:prstGeom prst="ellipse">
                            <a:avLst/>
                          </a:prstGeom>
                          <a:solidFill>
                            <a:srgbClr val="FFC926"/>
                          </a:solidFill>
                          <a:ln w="25400" cap="flat" cmpd="sng" algn="ctr">
                            <a:solidFill>
                              <a:schemeClr val="tx1"/>
                            </a:solidFill>
                            <a:prstDash val="sysDash"/>
                            <a:miter lim="800000"/>
                          </a:ln>
                        </p:spPr>
                        <p:style>
                          <a:lnRef idx="2">
                            <a:schemeClr val="accent1">
                              <a:shade val="50000"/>
                            </a:schemeClr>
                          </a:lnRef>
                          <a:fillRef idx="1">
                            <a:schemeClr val="accent1"/>
                          </a:fillRef>
                          <a:effectRef idx="0">
                            <a:schemeClr val="accent1"/>
                          </a:effectRef>
                          <a:fontRef idx="minor">
                            <a:schemeClr val="lt1"/>
                          </a:fontRef>
                        </p:style>
                      </p:sp>
                      <p:sp>
                        <p:nvSpPr>
                          <p:cNvPr id="110459492" name=""/>
                          <p:cNvSpPr/>
                          <p:nvPr/>
                        </p:nvSpPr>
                        <p:spPr bwMode="auto">
                          <a:xfrm rot="10800000" flipH="0" flipV="0">
                            <a:off x="2293224" y="1059777"/>
                            <a:ext cx="349164" cy="349164"/>
                          </a:xfrm>
                          <a:prstGeom prst="ellipse">
                            <a:avLst/>
                          </a:prstGeom>
                          <a:solidFill>
                            <a:srgbClr val="FFC926"/>
                          </a:solidFill>
                          <a:ln w="25400" cap="flat" cmpd="sng" algn="ctr">
                            <a:solidFill>
                              <a:schemeClr val="tx1"/>
                            </a:solidFill>
                            <a:prstDash val="sysDash"/>
                            <a:miter lim="800000"/>
                          </a:ln>
                        </p:spPr>
                        <p:style>
                          <a:lnRef idx="2">
                            <a:schemeClr val="accent1">
                              <a:shade val="50000"/>
                            </a:schemeClr>
                          </a:lnRef>
                          <a:fillRef idx="1">
                            <a:schemeClr val="accent1"/>
                          </a:fillRef>
                          <a:effectRef idx="0">
                            <a:schemeClr val="accent1"/>
                          </a:effectRef>
                          <a:fontRef idx="minor">
                            <a:schemeClr val="lt1"/>
                          </a:fontRef>
                        </p:style>
                      </p:sp>
                      <p:cxnSp>
                        <p:nvCxnSpPr>
                          <p:cNvPr id="975311952" name=""/>
                          <p:cNvCxnSpPr/>
                          <p:nvPr/>
                        </p:nvCxnSpPr>
                        <p:spPr bwMode="auto">
                          <a:xfrm rot="0" flipH="0" flipV="0">
                            <a:off x="349164" y="174582"/>
                            <a:ext cx="469761" cy="0"/>
                          </a:xfrm>
                          <a:prstGeom prst="line">
                            <a:avLst/>
                          </a:prstGeom>
                          <a:ln w="28575" cap="flat" cmpd="sng" algn="ctr">
                            <a:solidFill>
                              <a:schemeClr val="bg2">
                                <a:lumMod val="74901"/>
                              </a:schemeClr>
                            </a:solidFill>
                            <a:prstDash val="solid"/>
                            <a:miter lim="800000"/>
                          </a:ln>
                        </p:spPr>
                        <p:style>
                          <a:lnRef idx="1">
                            <a:schemeClr val="accent1">
                              <a:shade val="50000"/>
                            </a:schemeClr>
                          </a:lnRef>
                          <a:fillRef idx="0">
                            <a:schemeClr val="accent1"/>
                          </a:fillRef>
                          <a:effectRef idx="0">
                            <a:schemeClr val="accent1"/>
                          </a:effectRef>
                          <a:fontRef idx="minor">
                            <a:schemeClr val="tx1"/>
                          </a:fontRef>
                        </p:style>
                      </p:cxnSp>
                      <p:sp>
                        <p:nvSpPr>
                          <p:cNvPr id="1977506462" name=""/>
                          <p:cNvSpPr/>
                          <p:nvPr/>
                        </p:nvSpPr>
                        <p:spPr bwMode="auto">
                          <a:xfrm rot="0" flipH="0" flipV="0">
                            <a:off x="534609" y="529885"/>
                            <a:ext cx="349164" cy="349164"/>
                          </a:xfrm>
                          <a:prstGeom prst="ellipse">
                            <a:avLst/>
                          </a:prstGeom>
                          <a:solidFill>
                            <a:srgbClr val="FFC926"/>
                          </a:solidFill>
                          <a:ln w="25400" cap="flat" cmpd="sng" algn="ctr">
                            <a:solidFill>
                              <a:schemeClr val="tx1"/>
                            </a:solidFill>
                            <a:prstDash val="sysDash"/>
                            <a:miter lim="800000"/>
                          </a:ln>
                        </p:spPr>
                        <p:style>
                          <a:lnRef idx="2">
                            <a:schemeClr val="accent1">
                              <a:shade val="50000"/>
                            </a:schemeClr>
                          </a:lnRef>
                          <a:fillRef idx="1">
                            <a:schemeClr val="accent1"/>
                          </a:fillRef>
                          <a:effectRef idx="0">
                            <a:schemeClr val="accent1"/>
                          </a:effectRef>
                          <a:fontRef idx="minor">
                            <a:schemeClr val="lt1"/>
                          </a:fontRef>
                        </p:style>
                      </p:sp>
                      <p:sp>
                        <p:nvSpPr>
                          <p:cNvPr id="2028341255" name=""/>
                          <p:cNvSpPr/>
                          <p:nvPr/>
                        </p:nvSpPr>
                        <p:spPr bwMode="auto">
                          <a:xfrm rot="0" flipH="0" flipV="0">
                            <a:off x="818929" y="1059777"/>
                            <a:ext cx="349164" cy="349164"/>
                          </a:xfrm>
                          <a:prstGeom prst="ellipse">
                            <a:avLst/>
                          </a:prstGeom>
                          <a:solidFill>
                            <a:srgbClr val="FFC926"/>
                          </a:solidFill>
                          <a:ln w="25400" cap="flat" cmpd="sng" algn="ctr">
                            <a:solidFill>
                              <a:schemeClr val="tx1"/>
                            </a:solidFill>
                            <a:prstDash val="sysDash"/>
                            <a:miter lim="800000"/>
                          </a:ln>
                        </p:spPr>
                        <p:style>
                          <a:lnRef idx="2">
                            <a:schemeClr val="accent1">
                              <a:shade val="50000"/>
                            </a:schemeClr>
                          </a:lnRef>
                          <a:fillRef idx="1">
                            <a:schemeClr val="accent1"/>
                          </a:fillRef>
                          <a:effectRef idx="0">
                            <a:schemeClr val="accent1"/>
                          </a:effectRef>
                          <a:fontRef idx="minor">
                            <a:schemeClr val="lt1"/>
                          </a:fontRef>
                        </p:style>
                      </p:sp>
                      <p:sp>
                        <p:nvSpPr>
                          <p:cNvPr id="673983116" name=""/>
                          <p:cNvSpPr/>
                          <p:nvPr/>
                        </p:nvSpPr>
                        <p:spPr bwMode="auto">
                          <a:xfrm rot="0" flipH="0" flipV="0">
                            <a:off x="818928" y="0"/>
                            <a:ext cx="349164" cy="349164"/>
                          </a:xfrm>
                          <a:prstGeom prst="ellipse">
                            <a:avLst/>
                          </a:prstGeom>
                          <a:solidFill>
                            <a:srgbClr val="FFC926"/>
                          </a:solidFill>
                          <a:ln w="25400" cap="flat" cmpd="sng" algn="ctr">
                            <a:solidFill>
                              <a:schemeClr val="tx1"/>
                            </a:solidFill>
                            <a:prstDash val="sysDash"/>
                            <a:miter lim="800000"/>
                          </a:ln>
                        </p:spPr>
                        <p:style>
                          <a:lnRef idx="2">
                            <a:schemeClr val="accent1">
                              <a:shade val="50000"/>
                            </a:schemeClr>
                          </a:lnRef>
                          <a:fillRef idx="1">
                            <a:schemeClr val="accent1"/>
                          </a:fillRef>
                          <a:effectRef idx="0">
                            <a:schemeClr val="accent1"/>
                          </a:effectRef>
                          <a:fontRef idx="minor">
                            <a:schemeClr val="lt1"/>
                          </a:fontRef>
                        </p:style>
                      </p:sp>
                      <p:sp>
                        <p:nvSpPr>
                          <p:cNvPr id="355806402" name=""/>
                          <p:cNvSpPr/>
                          <p:nvPr/>
                        </p:nvSpPr>
                        <p:spPr bwMode="auto">
                          <a:xfrm rot="0" flipH="0" flipV="0">
                            <a:off x="0" y="529885"/>
                            <a:ext cx="349164" cy="349164"/>
                          </a:xfrm>
                          <a:prstGeom prst="ellipse">
                            <a:avLst/>
                          </a:prstGeom>
                          <a:solidFill>
                            <a:srgbClr val="FF4C4C"/>
                          </a:solidFill>
                          <a:ln w="25400" cap="flat" cmpd="sng" algn="ctr">
                            <a:solidFill>
                              <a:srgbClr val="000000"/>
                            </a:solidFill>
                            <a:prstDash val="solid"/>
                            <a:miter lim="800000"/>
                          </a:ln>
                        </p:spPr>
                        <p:style>
                          <a:lnRef idx="2">
                            <a:schemeClr val="accent1">
                              <a:shade val="50000"/>
                            </a:schemeClr>
                          </a:lnRef>
                          <a:fillRef idx="1">
                            <a:schemeClr val="accent1"/>
                          </a:fillRef>
                          <a:effectRef idx="0">
                            <a:schemeClr val="accent1"/>
                          </a:effectRef>
                          <a:fontRef idx="minor">
                            <a:schemeClr val="lt1"/>
                          </a:fontRef>
                        </p:style>
                      </p:sp>
                      <p:sp>
                        <p:nvSpPr>
                          <p:cNvPr id="1675403974" name=""/>
                          <p:cNvSpPr/>
                          <p:nvPr/>
                        </p:nvSpPr>
                        <p:spPr bwMode="auto">
                          <a:xfrm rot="0" flipH="0" flipV="0">
                            <a:off x="0" y="1059777"/>
                            <a:ext cx="349164" cy="349164"/>
                          </a:xfrm>
                          <a:prstGeom prst="ellipse">
                            <a:avLst/>
                          </a:prstGeom>
                          <a:solidFill>
                            <a:srgbClr val="FF4C4C"/>
                          </a:solidFill>
                          <a:ln w="25400" cap="flat" cmpd="sng" algn="ctr">
                            <a:solidFill>
                              <a:srgbClr val="000000"/>
                            </a:solidFill>
                            <a:prstDash val="solid"/>
                            <a:miter lim="800000"/>
                          </a:ln>
                        </p:spPr>
                        <p:style>
                          <a:lnRef idx="2">
                            <a:schemeClr val="accent1">
                              <a:shade val="50000"/>
                            </a:schemeClr>
                          </a:lnRef>
                          <a:fillRef idx="1">
                            <a:schemeClr val="accent1"/>
                          </a:fillRef>
                          <a:effectRef idx="0">
                            <a:schemeClr val="accent1"/>
                          </a:effectRef>
                          <a:fontRef idx="minor">
                            <a:schemeClr val="lt1"/>
                          </a:fontRef>
                        </p:style>
                      </p:sp>
                      <p:cxnSp>
                        <p:nvCxnSpPr>
                          <p:cNvPr id="719806492" name=""/>
                          <p:cNvCxnSpPr/>
                          <p:nvPr/>
                        </p:nvCxnSpPr>
                        <p:spPr bwMode="auto">
                          <a:xfrm rot="0" flipH="0" flipV="0">
                            <a:off x="349164" y="704469"/>
                            <a:ext cx="185433" cy="0"/>
                          </a:xfrm>
                          <a:prstGeom prst="line">
                            <a:avLst/>
                          </a:prstGeom>
                          <a:ln w="28575" cap="flat" cmpd="sng" algn="ctr">
                            <a:solidFill>
                              <a:schemeClr val="bg2">
                                <a:lumMod val="74901"/>
                              </a:schemeClr>
                            </a:solidFill>
                            <a:prstDash val="solid"/>
                            <a:miter lim="800000"/>
                          </a:ln>
                        </p:spPr>
                        <p:style>
                          <a:lnRef idx="1">
                            <a:schemeClr val="accent1">
                              <a:shade val="50000"/>
                            </a:schemeClr>
                          </a:lnRef>
                          <a:fillRef idx="0">
                            <a:schemeClr val="accent1"/>
                          </a:fillRef>
                          <a:effectRef idx="0">
                            <a:schemeClr val="accent1"/>
                          </a:effectRef>
                          <a:fontRef idx="minor">
                            <a:schemeClr val="tx1"/>
                          </a:fontRef>
                        </p:style>
                      </p:cxnSp>
                      <p:cxnSp>
                        <p:nvCxnSpPr>
                          <p:cNvPr id="2033090335" name=""/>
                          <p:cNvCxnSpPr/>
                          <p:nvPr/>
                        </p:nvCxnSpPr>
                        <p:spPr bwMode="auto">
                          <a:xfrm rot="0" flipH="0" flipV="1">
                            <a:off x="349164" y="1234362"/>
                            <a:ext cx="469761" cy="0"/>
                          </a:xfrm>
                          <a:prstGeom prst="line">
                            <a:avLst/>
                          </a:prstGeom>
                          <a:ln w="28575" cap="flat" cmpd="sng" algn="ctr">
                            <a:solidFill>
                              <a:schemeClr val="bg2">
                                <a:lumMod val="74901"/>
                              </a:schemeClr>
                            </a:solidFill>
                            <a:prstDash val="solid"/>
                            <a:miter lim="800000"/>
                          </a:ln>
                        </p:spPr>
                        <p:style>
                          <a:lnRef idx="1">
                            <a:schemeClr val="accent1">
                              <a:shade val="50000"/>
                            </a:schemeClr>
                          </a:lnRef>
                          <a:fillRef idx="0">
                            <a:schemeClr val="accent1"/>
                          </a:fillRef>
                          <a:effectRef idx="0">
                            <a:schemeClr val="accent1"/>
                          </a:effectRef>
                          <a:fontRef idx="minor">
                            <a:schemeClr val="tx1"/>
                          </a:fontRef>
                        </p:style>
                      </p:cxnSp>
                      <p:sp>
                        <p:nvSpPr>
                          <p:cNvPr id="18109827" name=""/>
                          <p:cNvSpPr/>
                          <p:nvPr/>
                        </p:nvSpPr>
                        <p:spPr bwMode="auto">
                          <a:xfrm rot="10800000" flipH="0" flipV="0">
                            <a:off x="3112161" y="529886"/>
                            <a:ext cx="349164" cy="349164"/>
                          </a:xfrm>
                          <a:prstGeom prst="ellipse">
                            <a:avLst/>
                          </a:prstGeom>
                          <a:solidFill>
                            <a:srgbClr val="FF4C4C"/>
                          </a:solidFill>
                          <a:ln w="25400" cap="flat" cmpd="sng" algn="ctr">
                            <a:solidFill>
                              <a:srgbClr val="000000"/>
                            </a:solidFill>
                            <a:prstDash val="solid"/>
                            <a:miter lim="800000"/>
                          </a:ln>
                        </p:spPr>
                        <p:style>
                          <a:lnRef idx="2">
                            <a:schemeClr val="accent1">
                              <a:shade val="50000"/>
                            </a:schemeClr>
                          </a:lnRef>
                          <a:fillRef idx="1">
                            <a:schemeClr val="accent1"/>
                          </a:fillRef>
                          <a:effectRef idx="0">
                            <a:schemeClr val="accent1"/>
                          </a:effectRef>
                          <a:fontRef idx="minor">
                            <a:schemeClr val="lt1"/>
                          </a:fontRef>
                        </p:style>
                      </p:sp>
                      <p:sp>
                        <p:nvSpPr>
                          <p:cNvPr id="1189449183" name=""/>
                          <p:cNvSpPr/>
                          <p:nvPr/>
                        </p:nvSpPr>
                        <p:spPr bwMode="auto">
                          <a:xfrm rot="0" flipH="0" flipV="0">
                            <a:off x="0" y="0"/>
                            <a:ext cx="349164" cy="349164"/>
                          </a:xfrm>
                          <a:prstGeom prst="ellipse">
                            <a:avLst/>
                          </a:prstGeom>
                          <a:solidFill>
                            <a:srgbClr val="FF4C4C"/>
                          </a:solidFill>
                          <a:ln w="25400" cap="flat" cmpd="sng" algn="ctr">
                            <a:solidFill>
                              <a:srgbClr val="000000"/>
                            </a:solidFill>
                            <a:prstDash val="solid"/>
                            <a:miter lim="800000"/>
                          </a:ln>
                        </p:spPr>
                        <p:style>
                          <a:lnRef idx="2">
                            <a:schemeClr val="accent1">
                              <a:shade val="50000"/>
                            </a:schemeClr>
                          </a:lnRef>
                          <a:fillRef idx="1">
                            <a:schemeClr val="accent1"/>
                          </a:fillRef>
                          <a:effectRef idx="0">
                            <a:schemeClr val="accent1"/>
                          </a:effectRef>
                          <a:fontRef idx="minor">
                            <a:schemeClr val="lt1"/>
                          </a:fontRef>
                        </p:style>
                      </p:sp>
                      <p:sp>
                        <p:nvSpPr>
                          <p:cNvPr id="1938842822" name=""/>
                          <p:cNvSpPr/>
                          <p:nvPr/>
                        </p:nvSpPr>
                        <p:spPr bwMode="auto">
                          <a:xfrm rot="10800000" flipH="0" flipV="0">
                            <a:off x="3112161" y="0"/>
                            <a:ext cx="349164" cy="349164"/>
                          </a:xfrm>
                          <a:prstGeom prst="ellipse">
                            <a:avLst/>
                          </a:prstGeom>
                          <a:solidFill>
                            <a:srgbClr val="FF4C4C"/>
                          </a:solidFill>
                          <a:ln w="25400" cap="flat" cmpd="sng" algn="ctr">
                            <a:solidFill>
                              <a:srgbClr val="000000"/>
                            </a:solidFill>
                            <a:prstDash val="solid"/>
                            <a:miter lim="800000"/>
                          </a:ln>
                        </p:spPr>
                        <p:style>
                          <a:lnRef idx="2">
                            <a:schemeClr val="accent1">
                              <a:shade val="50000"/>
                            </a:schemeClr>
                          </a:lnRef>
                          <a:fillRef idx="1">
                            <a:schemeClr val="accent1"/>
                          </a:fillRef>
                          <a:effectRef idx="0">
                            <a:schemeClr val="accent1"/>
                          </a:effectRef>
                          <a:fontRef idx="minor">
                            <a:schemeClr val="lt1"/>
                          </a:fontRef>
                        </p:style>
                      </p:sp>
                      <p:sp>
                        <p:nvSpPr>
                          <p:cNvPr id="1183437487" name=""/>
                          <p:cNvSpPr/>
                          <p:nvPr/>
                        </p:nvSpPr>
                        <p:spPr bwMode="auto">
                          <a:xfrm rot="10800000" flipH="0" flipV="0">
                            <a:off x="3112161" y="1059777"/>
                            <a:ext cx="349164" cy="349164"/>
                          </a:xfrm>
                          <a:prstGeom prst="ellipse">
                            <a:avLst/>
                          </a:prstGeom>
                          <a:solidFill>
                            <a:srgbClr val="FF4C4C"/>
                          </a:solidFill>
                          <a:ln w="25400" cap="flat" cmpd="sng" algn="ctr">
                            <a:solidFill>
                              <a:srgbClr val="000000"/>
                            </a:solidFill>
                            <a:prstDash val="solid"/>
                            <a:miter lim="800000"/>
                          </a:ln>
                        </p:spPr>
                        <p:style>
                          <a:lnRef idx="2">
                            <a:schemeClr val="accent1">
                              <a:shade val="50000"/>
                            </a:schemeClr>
                          </a:lnRef>
                          <a:fillRef idx="1">
                            <a:schemeClr val="accent1"/>
                          </a:fillRef>
                          <a:effectRef idx="0">
                            <a:schemeClr val="accent1"/>
                          </a:effectRef>
                          <a:fontRef idx="minor">
                            <a:schemeClr val="lt1"/>
                          </a:fontRef>
                        </p:style>
                      </p:sp>
                      <p:cxnSp>
                        <p:nvCxnSpPr>
                          <p:cNvPr id="1962860324" name=""/>
                          <p:cNvCxnSpPr/>
                          <p:nvPr/>
                        </p:nvCxnSpPr>
                        <p:spPr bwMode="auto">
                          <a:xfrm rot="10800000" flipH="0" flipV="0">
                            <a:off x="2642400" y="1234361"/>
                            <a:ext cx="469761" cy="0"/>
                          </a:xfrm>
                          <a:prstGeom prst="line">
                            <a:avLst/>
                          </a:prstGeom>
                          <a:ln w="28575" cap="flat" cmpd="sng" algn="ctr">
                            <a:solidFill>
                              <a:schemeClr val="bg2">
                                <a:lumMod val="74901"/>
                              </a:schemeClr>
                            </a:solidFill>
                            <a:prstDash val="solid"/>
                            <a:miter lim="800000"/>
                          </a:ln>
                        </p:spPr>
                        <p:style>
                          <a:lnRef idx="1">
                            <a:schemeClr val="accent1">
                              <a:shade val="50000"/>
                            </a:schemeClr>
                          </a:lnRef>
                          <a:fillRef idx="0">
                            <a:schemeClr val="accent1"/>
                          </a:fillRef>
                          <a:effectRef idx="0">
                            <a:schemeClr val="accent1"/>
                          </a:effectRef>
                          <a:fontRef idx="minor">
                            <a:schemeClr val="tx1"/>
                          </a:fontRef>
                        </p:style>
                      </p:cxnSp>
                      <p:cxnSp>
                        <p:nvCxnSpPr>
                          <p:cNvPr id="1588430421" name=""/>
                          <p:cNvCxnSpPr/>
                          <p:nvPr/>
                        </p:nvCxnSpPr>
                        <p:spPr bwMode="auto">
                          <a:xfrm rot="10800000" flipH="0" flipV="0">
                            <a:off x="2926720" y="704475"/>
                            <a:ext cx="185433" cy="0"/>
                          </a:xfrm>
                          <a:prstGeom prst="line">
                            <a:avLst/>
                          </a:prstGeom>
                          <a:ln w="28575" cap="flat" cmpd="sng" algn="ctr">
                            <a:solidFill>
                              <a:schemeClr val="bg2">
                                <a:lumMod val="74901"/>
                              </a:schemeClr>
                            </a:solidFill>
                            <a:prstDash val="solid"/>
                            <a:miter lim="800000"/>
                          </a:ln>
                        </p:spPr>
                        <p:style>
                          <a:lnRef idx="1">
                            <a:schemeClr val="accent1">
                              <a:shade val="50000"/>
                            </a:schemeClr>
                          </a:lnRef>
                          <a:fillRef idx="0">
                            <a:schemeClr val="accent1"/>
                          </a:fillRef>
                          <a:effectRef idx="0">
                            <a:schemeClr val="accent1"/>
                          </a:effectRef>
                          <a:fontRef idx="minor">
                            <a:schemeClr val="tx1"/>
                          </a:fontRef>
                        </p:style>
                      </p:cxnSp>
                      <p:cxnSp>
                        <p:nvCxnSpPr>
                          <p:cNvPr id="1683264374" name=""/>
                          <p:cNvCxnSpPr/>
                          <p:nvPr/>
                        </p:nvCxnSpPr>
                        <p:spPr bwMode="auto">
                          <a:xfrm rot="10800000" flipH="0" flipV="1">
                            <a:off x="2642400" y="174582"/>
                            <a:ext cx="469761" cy="0"/>
                          </a:xfrm>
                          <a:prstGeom prst="line">
                            <a:avLst/>
                          </a:prstGeom>
                          <a:ln w="28575" cap="flat" cmpd="sng" algn="ctr">
                            <a:solidFill>
                              <a:schemeClr val="bg2">
                                <a:lumMod val="74901"/>
                              </a:schemeClr>
                            </a:solidFill>
                            <a:prstDash val="solid"/>
                            <a:miter lim="800000"/>
                          </a:ln>
                        </p:spPr>
                        <p:style>
                          <a:lnRef idx="1">
                            <a:schemeClr val="accent1">
                              <a:shade val="50000"/>
                            </a:schemeClr>
                          </a:lnRef>
                          <a:fillRef idx="0">
                            <a:schemeClr val="accent1"/>
                          </a:fillRef>
                          <a:effectRef idx="0">
                            <a:schemeClr val="accent1"/>
                          </a:effectRef>
                          <a:fontRef idx="minor">
                            <a:schemeClr val="tx1"/>
                          </a:fontRef>
                        </p:style>
                      </p:cxnSp>
                    </p:grpSp>
                    <p:grpSp>
                      <p:nvGrpSpPr>
                        <p:cNvPr id="2051841240" name=""/>
                        <p:cNvGrpSpPr/>
                        <p:nvPr/>
                      </p:nvGrpSpPr>
                      <p:grpSpPr bwMode="auto">
                        <a:xfrm>
                          <a:off x="0" y="0"/>
                          <a:ext cx="2053503" cy="1408941"/>
                          <a:chOff x="0" y="0"/>
                          <a:chExt cx="2053503" cy="1408941"/>
                        </a:xfrm>
                      </p:grpSpPr>
                      <p:cxnSp>
                        <p:nvCxnSpPr>
                          <p:cNvPr id="1609457848" name=""/>
                          <p:cNvCxnSpPr/>
                          <p:nvPr/>
                        </p:nvCxnSpPr>
                        <p:spPr bwMode="auto">
                          <a:xfrm rot="10800000" flipH="0" flipV="0">
                            <a:off x="1234575" y="1234362"/>
                            <a:ext cx="469761" cy="0"/>
                          </a:xfrm>
                          <a:prstGeom prst="line">
                            <a:avLst/>
                          </a:prstGeom>
                          <a:ln w="28575" cap="flat" cmpd="sng" algn="ctr">
                            <a:solidFill>
                              <a:schemeClr val="bg2">
                                <a:lumMod val="74901"/>
                              </a:schemeClr>
                            </a:solidFill>
                            <a:prstDash val="solid"/>
                            <a:miter lim="800000"/>
                          </a:ln>
                        </p:spPr>
                        <p:style>
                          <a:lnRef idx="1">
                            <a:schemeClr val="accent1">
                              <a:shade val="50000"/>
                            </a:schemeClr>
                          </a:lnRef>
                          <a:fillRef idx="0">
                            <a:schemeClr val="accent1"/>
                          </a:fillRef>
                          <a:effectRef idx="0">
                            <a:schemeClr val="accent1"/>
                          </a:effectRef>
                          <a:fontRef idx="minor">
                            <a:schemeClr val="tx1"/>
                          </a:fontRef>
                        </p:style>
                      </p:cxnSp>
                      <p:sp>
                        <p:nvSpPr>
                          <p:cNvPr id="195999246" name=""/>
                          <p:cNvSpPr/>
                          <p:nvPr/>
                        </p:nvSpPr>
                        <p:spPr bwMode="auto">
                          <a:xfrm rot="10800000" flipH="0" flipV="0">
                            <a:off x="885408" y="529885"/>
                            <a:ext cx="349164" cy="349164"/>
                          </a:xfrm>
                          <a:prstGeom prst="ellipse">
                            <a:avLst/>
                          </a:prstGeom>
                          <a:solidFill>
                            <a:srgbClr val="FFC926"/>
                          </a:solidFill>
                          <a:ln w="25400" cap="flat" cmpd="sng" algn="ctr">
                            <a:solidFill>
                              <a:schemeClr val="tx1"/>
                            </a:solidFill>
                            <a:prstDash val="sysDash"/>
                            <a:miter lim="800000"/>
                          </a:ln>
                        </p:spPr>
                        <p:style>
                          <a:lnRef idx="2">
                            <a:schemeClr val="accent1">
                              <a:shade val="50000"/>
                            </a:schemeClr>
                          </a:lnRef>
                          <a:fillRef idx="1">
                            <a:schemeClr val="accent1"/>
                          </a:fillRef>
                          <a:effectRef idx="0">
                            <a:schemeClr val="accent1"/>
                          </a:effectRef>
                          <a:fontRef idx="minor">
                            <a:schemeClr val="lt1"/>
                          </a:fontRef>
                        </p:style>
                      </p:sp>
                      <p:sp>
                        <p:nvSpPr>
                          <p:cNvPr id="774826752" name=""/>
                          <p:cNvSpPr/>
                          <p:nvPr/>
                        </p:nvSpPr>
                        <p:spPr bwMode="auto">
                          <a:xfrm rot="10800000" flipH="0" flipV="0">
                            <a:off x="885405" y="0"/>
                            <a:ext cx="349164" cy="349164"/>
                          </a:xfrm>
                          <a:prstGeom prst="ellipse">
                            <a:avLst/>
                          </a:prstGeom>
                          <a:solidFill>
                            <a:srgbClr val="FFC926"/>
                          </a:solidFill>
                          <a:ln w="25400" cap="flat" cmpd="sng" algn="ctr">
                            <a:solidFill>
                              <a:schemeClr val="tx1"/>
                            </a:solidFill>
                            <a:prstDash val="sysDash"/>
                            <a:miter lim="800000"/>
                          </a:ln>
                        </p:spPr>
                        <p:style>
                          <a:lnRef idx="2">
                            <a:schemeClr val="accent1">
                              <a:shade val="50000"/>
                            </a:schemeClr>
                          </a:lnRef>
                          <a:fillRef idx="1">
                            <a:schemeClr val="accent1"/>
                          </a:fillRef>
                          <a:effectRef idx="0">
                            <a:schemeClr val="accent1"/>
                          </a:effectRef>
                          <a:fontRef idx="minor">
                            <a:schemeClr val="lt1"/>
                          </a:fontRef>
                        </p:style>
                      </p:sp>
                      <p:sp>
                        <p:nvSpPr>
                          <p:cNvPr id="1653269844" name=""/>
                          <p:cNvSpPr/>
                          <p:nvPr/>
                        </p:nvSpPr>
                        <p:spPr bwMode="auto">
                          <a:xfrm rot="10800000" flipH="0" flipV="0">
                            <a:off x="885403" y="1059777"/>
                            <a:ext cx="349164" cy="349164"/>
                          </a:xfrm>
                          <a:prstGeom prst="ellipse">
                            <a:avLst/>
                          </a:prstGeom>
                          <a:solidFill>
                            <a:srgbClr val="FFC926"/>
                          </a:solidFill>
                          <a:ln w="25400" cap="flat" cmpd="sng" algn="ctr">
                            <a:solidFill>
                              <a:schemeClr val="tx1"/>
                            </a:solidFill>
                            <a:prstDash val="sysDash"/>
                            <a:miter lim="800000"/>
                          </a:ln>
                        </p:spPr>
                        <p:style>
                          <a:lnRef idx="2">
                            <a:schemeClr val="accent1">
                              <a:shade val="50000"/>
                            </a:schemeClr>
                          </a:lnRef>
                          <a:fillRef idx="1">
                            <a:schemeClr val="accent1"/>
                          </a:fillRef>
                          <a:effectRef idx="0">
                            <a:schemeClr val="accent1"/>
                          </a:effectRef>
                          <a:fontRef idx="minor">
                            <a:schemeClr val="lt1"/>
                          </a:fontRef>
                        </p:style>
                      </p:sp>
                      <p:sp>
                        <p:nvSpPr>
                          <p:cNvPr id="757185896" name=""/>
                          <p:cNvSpPr/>
                          <p:nvPr/>
                        </p:nvSpPr>
                        <p:spPr bwMode="auto">
                          <a:xfrm rot="10800000" flipH="0" flipV="0">
                            <a:off x="1704339" y="529887"/>
                            <a:ext cx="349164" cy="349164"/>
                          </a:xfrm>
                          <a:prstGeom prst="ellipse">
                            <a:avLst/>
                          </a:prstGeom>
                          <a:solidFill>
                            <a:srgbClr val="FF4C4C"/>
                          </a:solidFill>
                          <a:ln w="25400" cap="flat" cmpd="sng" algn="ctr">
                            <a:solidFill>
                              <a:srgbClr val="000000"/>
                            </a:solidFill>
                            <a:prstDash val="solid"/>
                            <a:miter lim="800000"/>
                          </a:ln>
                        </p:spPr>
                        <p:style>
                          <a:lnRef idx="2">
                            <a:schemeClr val="accent1">
                              <a:shade val="50000"/>
                            </a:schemeClr>
                          </a:lnRef>
                          <a:fillRef idx="1">
                            <a:schemeClr val="accent1"/>
                          </a:fillRef>
                          <a:effectRef idx="0">
                            <a:schemeClr val="accent1"/>
                          </a:effectRef>
                          <a:fontRef idx="minor">
                            <a:schemeClr val="lt1"/>
                          </a:fontRef>
                        </p:style>
                      </p:sp>
                      <p:sp>
                        <p:nvSpPr>
                          <p:cNvPr id="510697043" name=""/>
                          <p:cNvSpPr/>
                          <p:nvPr/>
                        </p:nvSpPr>
                        <p:spPr bwMode="auto">
                          <a:xfrm rot="10800000" flipH="0" flipV="0">
                            <a:off x="1704339" y="0"/>
                            <a:ext cx="349164" cy="349164"/>
                          </a:xfrm>
                          <a:prstGeom prst="ellipse">
                            <a:avLst/>
                          </a:prstGeom>
                          <a:solidFill>
                            <a:srgbClr val="FF4C4C"/>
                          </a:solidFill>
                          <a:ln w="25400" cap="flat" cmpd="sng" algn="ctr">
                            <a:solidFill>
                              <a:srgbClr val="000000"/>
                            </a:solidFill>
                            <a:prstDash val="solid"/>
                            <a:miter lim="800000"/>
                          </a:ln>
                        </p:spPr>
                        <p:style>
                          <a:lnRef idx="2">
                            <a:schemeClr val="accent1">
                              <a:shade val="50000"/>
                            </a:schemeClr>
                          </a:lnRef>
                          <a:fillRef idx="1">
                            <a:schemeClr val="accent1"/>
                          </a:fillRef>
                          <a:effectRef idx="0">
                            <a:schemeClr val="accent1"/>
                          </a:effectRef>
                          <a:fontRef idx="minor">
                            <a:schemeClr val="lt1"/>
                          </a:fontRef>
                        </p:style>
                      </p:sp>
                      <p:cxnSp>
                        <p:nvCxnSpPr>
                          <p:cNvPr id="1730612883" name=""/>
                          <p:cNvCxnSpPr/>
                          <p:nvPr/>
                        </p:nvCxnSpPr>
                        <p:spPr bwMode="auto">
                          <a:xfrm rot="10800000" flipH="0" flipV="0">
                            <a:off x="1234575" y="704475"/>
                            <a:ext cx="469761" cy="0"/>
                          </a:xfrm>
                          <a:prstGeom prst="line">
                            <a:avLst/>
                          </a:prstGeom>
                          <a:ln w="28575" cap="flat" cmpd="sng" algn="ctr">
                            <a:solidFill>
                              <a:schemeClr val="bg2">
                                <a:lumMod val="74901"/>
                              </a:schemeClr>
                            </a:solidFill>
                            <a:prstDash val="solid"/>
                            <a:miter lim="800000"/>
                          </a:ln>
                        </p:spPr>
                        <p:style>
                          <a:lnRef idx="1">
                            <a:schemeClr val="accent1">
                              <a:shade val="50000"/>
                            </a:schemeClr>
                          </a:lnRef>
                          <a:fillRef idx="0">
                            <a:schemeClr val="accent1"/>
                          </a:fillRef>
                          <a:effectRef idx="0">
                            <a:schemeClr val="accent1"/>
                          </a:effectRef>
                          <a:fontRef idx="minor">
                            <a:schemeClr val="tx1"/>
                          </a:fontRef>
                        </p:style>
                      </p:cxnSp>
                      <p:cxnSp>
                        <p:nvCxnSpPr>
                          <p:cNvPr id="2014992577" name=""/>
                          <p:cNvCxnSpPr/>
                          <p:nvPr/>
                        </p:nvCxnSpPr>
                        <p:spPr bwMode="auto">
                          <a:xfrm rot="10800000" flipH="0" flipV="1">
                            <a:off x="1234575" y="174582"/>
                            <a:ext cx="469761" cy="0"/>
                          </a:xfrm>
                          <a:prstGeom prst="line">
                            <a:avLst/>
                          </a:prstGeom>
                          <a:ln w="28575" cap="flat" cmpd="sng" algn="ctr">
                            <a:solidFill>
                              <a:schemeClr val="bg2">
                                <a:lumMod val="74901"/>
                              </a:schemeClr>
                            </a:solidFill>
                            <a:prstDash val="solid"/>
                            <a:miter lim="800000"/>
                          </a:ln>
                        </p:spPr>
                        <p:style>
                          <a:lnRef idx="1">
                            <a:schemeClr val="accent1">
                              <a:shade val="50000"/>
                            </a:schemeClr>
                          </a:lnRef>
                          <a:fillRef idx="0">
                            <a:schemeClr val="accent1"/>
                          </a:fillRef>
                          <a:effectRef idx="0">
                            <a:schemeClr val="accent1"/>
                          </a:effectRef>
                          <a:fontRef idx="minor">
                            <a:schemeClr val="tx1"/>
                          </a:fontRef>
                        </p:style>
                      </p:cxnSp>
                      <p:cxnSp>
                        <p:nvCxnSpPr>
                          <p:cNvPr id="1071438189" name=""/>
                          <p:cNvCxnSpPr/>
                          <p:nvPr/>
                        </p:nvCxnSpPr>
                        <p:spPr bwMode="auto">
                          <a:xfrm rot="10800000" flipH="0" flipV="0">
                            <a:off x="298028" y="827919"/>
                            <a:ext cx="587373" cy="406434"/>
                          </a:xfrm>
                          <a:prstGeom prst="line">
                            <a:avLst/>
                          </a:prstGeom>
                          <a:ln w="28575" cap="flat" cmpd="sng" algn="ctr">
                            <a:solidFill>
                              <a:schemeClr val="bg2">
                                <a:lumMod val="74901"/>
                              </a:schemeClr>
                            </a:solidFill>
                            <a:prstDash val="solid"/>
                            <a:miter lim="800000"/>
                          </a:ln>
                        </p:spPr>
                        <p:style>
                          <a:lnRef idx="1">
                            <a:schemeClr val="accent1">
                              <a:shade val="50000"/>
                            </a:schemeClr>
                          </a:lnRef>
                          <a:fillRef idx="0">
                            <a:schemeClr val="accent1"/>
                          </a:fillRef>
                          <a:effectRef idx="0">
                            <a:schemeClr val="accent1"/>
                          </a:effectRef>
                          <a:fontRef idx="minor">
                            <a:schemeClr val="tx1"/>
                          </a:fontRef>
                        </p:style>
                      </p:cxnSp>
                      <p:sp>
                        <p:nvSpPr>
                          <p:cNvPr id="131871060" name=""/>
                          <p:cNvSpPr/>
                          <p:nvPr/>
                        </p:nvSpPr>
                        <p:spPr bwMode="auto">
                          <a:xfrm rot="10800000" flipH="0" flipV="0">
                            <a:off x="1704339" y="1059777"/>
                            <a:ext cx="349164" cy="349164"/>
                          </a:xfrm>
                          <a:prstGeom prst="ellipse">
                            <a:avLst/>
                          </a:prstGeom>
                          <a:solidFill>
                            <a:srgbClr val="FF4C4C"/>
                          </a:solidFill>
                          <a:ln w="25400" cap="flat" cmpd="sng" algn="ctr">
                            <a:solidFill>
                              <a:srgbClr val="000000"/>
                            </a:solidFill>
                            <a:prstDash val="solid"/>
                            <a:miter lim="800000"/>
                          </a:ln>
                        </p:spPr>
                        <p:style>
                          <a:lnRef idx="2">
                            <a:schemeClr val="accent1">
                              <a:shade val="50000"/>
                            </a:schemeClr>
                          </a:lnRef>
                          <a:fillRef idx="1">
                            <a:schemeClr val="accent1"/>
                          </a:fillRef>
                          <a:effectRef idx="0">
                            <a:schemeClr val="accent1"/>
                          </a:effectRef>
                          <a:fontRef idx="minor">
                            <a:schemeClr val="lt1"/>
                          </a:fontRef>
                        </p:style>
                      </p:sp>
                      <p:cxnSp>
                        <p:nvCxnSpPr>
                          <p:cNvPr id="1947201762" name=""/>
                          <p:cNvCxnSpPr/>
                          <p:nvPr/>
                        </p:nvCxnSpPr>
                        <p:spPr bwMode="auto">
                          <a:xfrm rot="10800000" flipH="0" flipV="1">
                            <a:off x="349164" y="704475"/>
                            <a:ext cx="536238" cy="0"/>
                          </a:xfrm>
                          <a:prstGeom prst="line">
                            <a:avLst/>
                          </a:prstGeom>
                          <a:ln w="28575" cap="flat" cmpd="sng" algn="ctr">
                            <a:solidFill>
                              <a:schemeClr val="bg2">
                                <a:lumMod val="74901"/>
                              </a:schemeClr>
                            </a:solidFill>
                            <a:prstDash val="solid"/>
                            <a:miter lim="800000"/>
                          </a:ln>
                        </p:spPr>
                        <p:style>
                          <a:lnRef idx="1">
                            <a:schemeClr val="accent1">
                              <a:shade val="50000"/>
                            </a:schemeClr>
                          </a:lnRef>
                          <a:fillRef idx="0">
                            <a:schemeClr val="accent1"/>
                          </a:fillRef>
                          <a:effectRef idx="0">
                            <a:schemeClr val="accent1"/>
                          </a:effectRef>
                          <a:fontRef idx="minor">
                            <a:schemeClr val="tx1"/>
                          </a:fontRef>
                        </p:style>
                      </p:cxnSp>
                      <p:cxnSp>
                        <p:nvCxnSpPr>
                          <p:cNvPr id="1302865856" name=""/>
                          <p:cNvCxnSpPr/>
                          <p:nvPr/>
                        </p:nvCxnSpPr>
                        <p:spPr bwMode="auto">
                          <a:xfrm rot="10800000" flipH="0" flipV="1">
                            <a:off x="298028" y="174582"/>
                            <a:ext cx="587373" cy="406435"/>
                          </a:xfrm>
                          <a:prstGeom prst="line">
                            <a:avLst/>
                          </a:prstGeom>
                          <a:ln w="28575" cap="flat" cmpd="sng" algn="ctr">
                            <a:solidFill>
                              <a:schemeClr val="bg2">
                                <a:lumMod val="74901"/>
                              </a:schemeClr>
                            </a:solidFill>
                            <a:prstDash val="solid"/>
                            <a:miter lim="800000"/>
                          </a:ln>
                        </p:spPr>
                        <p:style>
                          <a:lnRef idx="1">
                            <a:schemeClr val="accent1">
                              <a:shade val="50000"/>
                            </a:schemeClr>
                          </a:lnRef>
                          <a:fillRef idx="0">
                            <a:schemeClr val="accent1"/>
                          </a:fillRef>
                          <a:effectRef idx="0">
                            <a:schemeClr val="accent1"/>
                          </a:effectRef>
                          <a:fontRef idx="minor">
                            <a:schemeClr val="tx1"/>
                          </a:fontRef>
                        </p:style>
                      </p:cxnSp>
                      <p:sp>
                        <p:nvSpPr>
                          <p:cNvPr id="1573785586" name=""/>
                          <p:cNvSpPr/>
                          <p:nvPr/>
                        </p:nvSpPr>
                        <p:spPr bwMode="auto">
                          <a:xfrm rot="10800000" flipH="0" flipV="0">
                            <a:off x="0" y="529887"/>
                            <a:ext cx="349164" cy="349164"/>
                          </a:xfrm>
                          <a:prstGeom prst="ellipse">
                            <a:avLst/>
                          </a:prstGeom>
                          <a:solidFill>
                            <a:srgbClr val="E173FF"/>
                          </a:solidFill>
                          <a:ln w="25400" cap="flat" cmpd="sng" algn="ctr">
                            <a:solidFill>
                              <a:srgbClr val="000000"/>
                            </a:solidFill>
                            <a:prstDash val="solid"/>
                            <a:miter lim="800000"/>
                          </a:ln>
                        </p:spPr>
                        <p:style>
                          <a:lnRef idx="2">
                            <a:schemeClr val="accent1">
                              <a:shade val="50000"/>
                            </a:schemeClr>
                          </a:lnRef>
                          <a:fillRef idx="1">
                            <a:schemeClr val="accent1"/>
                          </a:fillRef>
                          <a:effectRef idx="0">
                            <a:schemeClr val="accent1"/>
                          </a:effectRef>
                          <a:fontRef idx="minor">
                            <a:schemeClr val="lt1"/>
                          </a:fontRef>
                        </p:style>
                      </p:sp>
                    </p:grpSp>
                    <p:grpSp>
                      <p:nvGrpSpPr>
                        <p:cNvPr id="1036361822" name=""/>
                        <p:cNvGrpSpPr/>
                        <p:nvPr/>
                      </p:nvGrpSpPr>
                      <p:grpSpPr bwMode="auto">
                        <a:xfrm rot="10800000">
                          <a:off x="9562204" y="0"/>
                          <a:ext cx="2053503" cy="1408941"/>
                          <a:chOff x="0" y="0"/>
                          <a:chExt cx="2053503" cy="1408941"/>
                        </a:xfrm>
                      </p:grpSpPr>
                      <p:cxnSp>
                        <p:nvCxnSpPr>
                          <p:cNvPr id="2001988673" name=""/>
                          <p:cNvCxnSpPr/>
                          <p:nvPr/>
                        </p:nvCxnSpPr>
                        <p:spPr bwMode="auto">
                          <a:xfrm rot="10800000" flipH="0" flipV="0">
                            <a:off x="1234575" y="1234361"/>
                            <a:ext cx="469761" cy="0"/>
                          </a:xfrm>
                          <a:prstGeom prst="line">
                            <a:avLst/>
                          </a:prstGeom>
                          <a:ln w="28575" cap="flat" cmpd="sng" algn="ctr">
                            <a:solidFill>
                              <a:schemeClr val="bg2">
                                <a:lumMod val="74901"/>
                              </a:schemeClr>
                            </a:solidFill>
                            <a:prstDash val="solid"/>
                            <a:miter lim="800000"/>
                          </a:ln>
                        </p:spPr>
                        <p:style>
                          <a:lnRef idx="1">
                            <a:schemeClr val="accent1">
                              <a:shade val="50000"/>
                            </a:schemeClr>
                          </a:lnRef>
                          <a:fillRef idx="0">
                            <a:schemeClr val="accent1"/>
                          </a:fillRef>
                          <a:effectRef idx="0">
                            <a:schemeClr val="accent1"/>
                          </a:effectRef>
                          <a:fontRef idx="minor">
                            <a:schemeClr val="tx1"/>
                          </a:fontRef>
                        </p:style>
                      </p:cxnSp>
                      <p:sp>
                        <p:nvSpPr>
                          <p:cNvPr id="197176247" name=""/>
                          <p:cNvSpPr/>
                          <p:nvPr/>
                        </p:nvSpPr>
                        <p:spPr bwMode="auto">
                          <a:xfrm rot="10800000" flipH="0" flipV="0">
                            <a:off x="885408" y="529886"/>
                            <a:ext cx="349164" cy="349164"/>
                          </a:xfrm>
                          <a:prstGeom prst="ellipse">
                            <a:avLst/>
                          </a:prstGeom>
                          <a:solidFill>
                            <a:srgbClr val="FFC926"/>
                          </a:solidFill>
                          <a:ln w="25400" cap="flat" cmpd="sng" algn="ctr">
                            <a:solidFill>
                              <a:schemeClr val="tx1"/>
                            </a:solidFill>
                            <a:prstDash val="sysDash"/>
                            <a:miter lim="800000"/>
                          </a:ln>
                        </p:spPr>
                        <p:style>
                          <a:lnRef idx="2">
                            <a:schemeClr val="accent1">
                              <a:shade val="50000"/>
                            </a:schemeClr>
                          </a:lnRef>
                          <a:fillRef idx="1">
                            <a:schemeClr val="accent1"/>
                          </a:fillRef>
                          <a:effectRef idx="0">
                            <a:schemeClr val="accent1"/>
                          </a:effectRef>
                          <a:fontRef idx="minor">
                            <a:schemeClr val="lt1"/>
                          </a:fontRef>
                        </p:style>
                      </p:sp>
                      <p:sp>
                        <p:nvSpPr>
                          <p:cNvPr id="1056888887" name=""/>
                          <p:cNvSpPr/>
                          <p:nvPr/>
                        </p:nvSpPr>
                        <p:spPr bwMode="auto">
                          <a:xfrm rot="10800000" flipH="0" flipV="0">
                            <a:off x="885408" y="0"/>
                            <a:ext cx="349164" cy="349164"/>
                          </a:xfrm>
                          <a:prstGeom prst="ellipse">
                            <a:avLst/>
                          </a:prstGeom>
                          <a:solidFill>
                            <a:srgbClr val="FFC926"/>
                          </a:solidFill>
                          <a:ln w="25400" cap="flat" cmpd="sng" algn="ctr">
                            <a:solidFill>
                              <a:schemeClr val="tx1"/>
                            </a:solidFill>
                            <a:prstDash val="sysDash"/>
                            <a:miter lim="800000"/>
                          </a:ln>
                        </p:spPr>
                        <p:style>
                          <a:lnRef idx="2">
                            <a:schemeClr val="accent1">
                              <a:shade val="50000"/>
                            </a:schemeClr>
                          </a:lnRef>
                          <a:fillRef idx="1">
                            <a:schemeClr val="accent1"/>
                          </a:fillRef>
                          <a:effectRef idx="0">
                            <a:schemeClr val="accent1"/>
                          </a:effectRef>
                          <a:fontRef idx="minor">
                            <a:schemeClr val="lt1"/>
                          </a:fontRef>
                        </p:style>
                      </p:sp>
                      <p:sp>
                        <p:nvSpPr>
                          <p:cNvPr id="1454506821" name=""/>
                          <p:cNvSpPr/>
                          <p:nvPr/>
                        </p:nvSpPr>
                        <p:spPr bwMode="auto">
                          <a:xfrm rot="10800000" flipH="0" flipV="0">
                            <a:off x="885403" y="1059777"/>
                            <a:ext cx="349164" cy="349164"/>
                          </a:xfrm>
                          <a:prstGeom prst="ellipse">
                            <a:avLst/>
                          </a:prstGeom>
                          <a:solidFill>
                            <a:srgbClr val="FFC926"/>
                          </a:solidFill>
                          <a:ln w="25400" cap="flat" cmpd="sng" algn="ctr">
                            <a:solidFill>
                              <a:schemeClr val="tx1"/>
                            </a:solidFill>
                            <a:prstDash val="sysDash"/>
                            <a:miter lim="800000"/>
                          </a:ln>
                        </p:spPr>
                        <p:style>
                          <a:lnRef idx="2">
                            <a:schemeClr val="accent1">
                              <a:shade val="50000"/>
                            </a:schemeClr>
                          </a:lnRef>
                          <a:fillRef idx="1">
                            <a:schemeClr val="accent1"/>
                          </a:fillRef>
                          <a:effectRef idx="0">
                            <a:schemeClr val="accent1"/>
                          </a:effectRef>
                          <a:fontRef idx="minor">
                            <a:schemeClr val="lt1"/>
                          </a:fontRef>
                        </p:style>
                      </p:sp>
                      <p:sp>
                        <p:nvSpPr>
                          <p:cNvPr id="850478611" name=""/>
                          <p:cNvSpPr/>
                          <p:nvPr/>
                        </p:nvSpPr>
                        <p:spPr bwMode="auto">
                          <a:xfrm rot="10800000" flipH="0" flipV="0">
                            <a:off x="1704339" y="529887"/>
                            <a:ext cx="349164" cy="349164"/>
                          </a:xfrm>
                          <a:prstGeom prst="ellipse">
                            <a:avLst/>
                          </a:prstGeom>
                          <a:solidFill>
                            <a:srgbClr val="FF4C4C"/>
                          </a:solidFill>
                          <a:ln w="25400" cap="flat" cmpd="sng" algn="ctr">
                            <a:solidFill>
                              <a:srgbClr val="000000"/>
                            </a:solidFill>
                            <a:prstDash val="solid"/>
                            <a:miter lim="800000"/>
                          </a:ln>
                        </p:spPr>
                        <p:style>
                          <a:lnRef idx="2">
                            <a:schemeClr val="accent1">
                              <a:shade val="50000"/>
                            </a:schemeClr>
                          </a:lnRef>
                          <a:fillRef idx="1">
                            <a:schemeClr val="accent1"/>
                          </a:fillRef>
                          <a:effectRef idx="0">
                            <a:schemeClr val="accent1"/>
                          </a:effectRef>
                          <a:fontRef idx="minor">
                            <a:schemeClr val="lt1"/>
                          </a:fontRef>
                        </p:style>
                      </p:sp>
                      <p:sp>
                        <p:nvSpPr>
                          <p:cNvPr id="884597138" name=""/>
                          <p:cNvSpPr/>
                          <p:nvPr/>
                        </p:nvSpPr>
                        <p:spPr bwMode="auto">
                          <a:xfrm rot="10800000" flipH="0" flipV="0">
                            <a:off x="1704339" y="0"/>
                            <a:ext cx="349164" cy="349164"/>
                          </a:xfrm>
                          <a:prstGeom prst="ellipse">
                            <a:avLst/>
                          </a:prstGeom>
                          <a:solidFill>
                            <a:srgbClr val="FF4C4C"/>
                          </a:solidFill>
                          <a:ln w="25400" cap="flat" cmpd="sng" algn="ctr">
                            <a:solidFill>
                              <a:srgbClr val="000000"/>
                            </a:solidFill>
                            <a:prstDash val="solid"/>
                            <a:miter lim="800000"/>
                          </a:ln>
                        </p:spPr>
                        <p:style>
                          <a:lnRef idx="2">
                            <a:schemeClr val="accent1">
                              <a:shade val="50000"/>
                            </a:schemeClr>
                          </a:lnRef>
                          <a:fillRef idx="1">
                            <a:schemeClr val="accent1"/>
                          </a:fillRef>
                          <a:effectRef idx="0">
                            <a:schemeClr val="accent1"/>
                          </a:effectRef>
                          <a:fontRef idx="minor">
                            <a:schemeClr val="lt1"/>
                          </a:fontRef>
                        </p:style>
                      </p:sp>
                      <p:cxnSp>
                        <p:nvCxnSpPr>
                          <p:cNvPr id="423456455" name=""/>
                          <p:cNvCxnSpPr/>
                          <p:nvPr/>
                        </p:nvCxnSpPr>
                        <p:spPr bwMode="auto">
                          <a:xfrm rot="10800000" flipH="0" flipV="0">
                            <a:off x="1234575" y="704475"/>
                            <a:ext cx="469761" cy="0"/>
                          </a:xfrm>
                          <a:prstGeom prst="line">
                            <a:avLst/>
                          </a:prstGeom>
                          <a:ln w="28575" cap="flat" cmpd="sng" algn="ctr">
                            <a:solidFill>
                              <a:schemeClr val="bg2">
                                <a:lumMod val="74901"/>
                              </a:schemeClr>
                            </a:solidFill>
                            <a:prstDash val="solid"/>
                            <a:miter lim="800000"/>
                          </a:ln>
                        </p:spPr>
                        <p:style>
                          <a:lnRef idx="1">
                            <a:schemeClr val="accent1">
                              <a:shade val="50000"/>
                            </a:schemeClr>
                          </a:lnRef>
                          <a:fillRef idx="0">
                            <a:schemeClr val="accent1"/>
                          </a:fillRef>
                          <a:effectRef idx="0">
                            <a:schemeClr val="accent1"/>
                          </a:effectRef>
                          <a:fontRef idx="minor">
                            <a:schemeClr val="tx1"/>
                          </a:fontRef>
                        </p:style>
                      </p:cxnSp>
                      <p:cxnSp>
                        <p:nvCxnSpPr>
                          <p:cNvPr id="2045660167" name=""/>
                          <p:cNvCxnSpPr/>
                          <p:nvPr/>
                        </p:nvCxnSpPr>
                        <p:spPr bwMode="auto">
                          <a:xfrm rot="10800000" flipH="0" flipV="1">
                            <a:off x="1234575" y="174582"/>
                            <a:ext cx="469761" cy="0"/>
                          </a:xfrm>
                          <a:prstGeom prst="line">
                            <a:avLst/>
                          </a:prstGeom>
                          <a:ln w="28575" cap="flat" cmpd="sng" algn="ctr">
                            <a:solidFill>
                              <a:schemeClr val="bg2">
                                <a:lumMod val="74901"/>
                              </a:schemeClr>
                            </a:solidFill>
                            <a:prstDash val="solid"/>
                            <a:miter lim="800000"/>
                          </a:ln>
                        </p:spPr>
                        <p:style>
                          <a:lnRef idx="1">
                            <a:schemeClr val="accent1">
                              <a:shade val="50000"/>
                            </a:schemeClr>
                          </a:lnRef>
                          <a:fillRef idx="0">
                            <a:schemeClr val="accent1"/>
                          </a:fillRef>
                          <a:effectRef idx="0">
                            <a:schemeClr val="accent1"/>
                          </a:effectRef>
                          <a:fontRef idx="minor">
                            <a:schemeClr val="tx1"/>
                          </a:fontRef>
                        </p:style>
                      </p:cxnSp>
                      <p:cxnSp>
                        <p:nvCxnSpPr>
                          <p:cNvPr id="369310846" name=""/>
                          <p:cNvCxnSpPr/>
                          <p:nvPr/>
                        </p:nvCxnSpPr>
                        <p:spPr bwMode="auto">
                          <a:xfrm rot="10800000" flipH="0" flipV="0">
                            <a:off x="298028" y="827919"/>
                            <a:ext cx="587373" cy="406434"/>
                          </a:xfrm>
                          <a:prstGeom prst="line">
                            <a:avLst/>
                          </a:prstGeom>
                          <a:ln w="28575" cap="flat" cmpd="sng" algn="ctr">
                            <a:solidFill>
                              <a:schemeClr val="bg2">
                                <a:lumMod val="74901"/>
                              </a:schemeClr>
                            </a:solidFill>
                            <a:prstDash val="solid"/>
                            <a:miter lim="800000"/>
                          </a:ln>
                        </p:spPr>
                        <p:style>
                          <a:lnRef idx="1">
                            <a:schemeClr val="accent1">
                              <a:shade val="50000"/>
                            </a:schemeClr>
                          </a:lnRef>
                          <a:fillRef idx="0">
                            <a:schemeClr val="accent1"/>
                          </a:fillRef>
                          <a:effectRef idx="0">
                            <a:schemeClr val="accent1"/>
                          </a:effectRef>
                          <a:fontRef idx="minor">
                            <a:schemeClr val="tx1"/>
                          </a:fontRef>
                        </p:style>
                      </p:cxnSp>
                      <p:sp>
                        <p:nvSpPr>
                          <p:cNvPr id="2118971281" name=""/>
                          <p:cNvSpPr/>
                          <p:nvPr/>
                        </p:nvSpPr>
                        <p:spPr bwMode="auto">
                          <a:xfrm rot="10800000" flipH="0" flipV="0">
                            <a:off x="1704339" y="1059777"/>
                            <a:ext cx="349164" cy="349164"/>
                          </a:xfrm>
                          <a:prstGeom prst="ellipse">
                            <a:avLst/>
                          </a:prstGeom>
                          <a:solidFill>
                            <a:srgbClr val="FF4C4C"/>
                          </a:solidFill>
                          <a:ln w="25400" cap="flat" cmpd="sng" algn="ctr">
                            <a:solidFill>
                              <a:srgbClr val="000000"/>
                            </a:solidFill>
                            <a:prstDash val="solid"/>
                            <a:miter lim="800000"/>
                          </a:ln>
                        </p:spPr>
                        <p:style>
                          <a:lnRef idx="2">
                            <a:schemeClr val="accent1">
                              <a:shade val="50000"/>
                            </a:schemeClr>
                          </a:lnRef>
                          <a:fillRef idx="1">
                            <a:schemeClr val="accent1"/>
                          </a:fillRef>
                          <a:effectRef idx="0">
                            <a:schemeClr val="accent1"/>
                          </a:effectRef>
                          <a:fontRef idx="minor">
                            <a:schemeClr val="lt1"/>
                          </a:fontRef>
                        </p:style>
                      </p:sp>
                      <p:cxnSp>
                        <p:nvCxnSpPr>
                          <p:cNvPr id="1817963257" name=""/>
                          <p:cNvCxnSpPr/>
                          <p:nvPr/>
                        </p:nvCxnSpPr>
                        <p:spPr bwMode="auto">
                          <a:xfrm rot="10800000" flipH="0" flipV="1">
                            <a:off x="349164" y="704475"/>
                            <a:ext cx="536238" cy="0"/>
                          </a:xfrm>
                          <a:prstGeom prst="line">
                            <a:avLst/>
                          </a:prstGeom>
                          <a:ln w="28575" cap="flat" cmpd="sng" algn="ctr">
                            <a:solidFill>
                              <a:schemeClr val="bg2">
                                <a:lumMod val="74901"/>
                              </a:schemeClr>
                            </a:solidFill>
                            <a:prstDash val="solid"/>
                            <a:miter lim="800000"/>
                          </a:ln>
                        </p:spPr>
                        <p:style>
                          <a:lnRef idx="1">
                            <a:schemeClr val="accent1">
                              <a:shade val="50000"/>
                            </a:schemeClr>
                          </a:lnRef>
                          <a:fillRef idx="0">
                            <a:schemeClr val="accent1"/>
                          </a:fillRef>
                          <a:effectRef idx="0">
                            <a:schemeClr val="accent1"/>
                          </a:effectRef>
                          <a:fontRef idx="minor">
                            <a:schemeClr val="tx1"/>
                          </a:fontRef>
                        </p:style>
                      </p:cxnSp>
                      <p:cxnSp>
                        <p:nvCxnSpPr>
                          <p:cNvPr id="2002449708" name=""/>
                          <p:cNvCxnSpPr/>
                          <p:nvPr/>
                        </p:nvCxnSpPr>
                        <p:spPr bwMode="auto">
                          <a:xfrm rot="10800000" flipH="0" flipV="1">
                            <a:off x="298028" y="174582"/>
                            <a:ext cx="587373" cy="406435"/>
                          </a:xfrm>
                          <a:prstGeom prst="line">
                            <a:avLst/>
                          </a:prstGeom>
                          <a:ln w="28575" cap="flat" cmpd="sng" algn="ctr">
                            <a:solidFill>
                              <a:schemeClr val="bg2">
                                <a:lumMod val="74901"/>
                              </a:schemeClr>
                            </a:solidFill>
                            <a:prstDash val="solid"/>
                            <a:miter lim="800000"/>
                          </a:ln>
                        </p:spPr>
                        <p:style>
                          <a:lnRef idx="1">
                            <a:schemeClr val="accent1">
                              <a:shade val="50000"/>
                            </a:schemeClr>
                          </a:lnRef>
                          <a:fillRef idx="0">
                            <a:schemeClr val="accent1"/>
                          </a:fillRef>
                          <a:effectRef idx="0">
                            <a:schemeClr val="accent1"/>
                          </a:effectRef>
                          <a:fontRef idx="minor">
                            <a:schemeClr val="tx1"/>
                          </a:fontRef>
                        </p:style>
                      </p:cxnSp>
                      <p:sp>
                        <p:nvSpPr>
                          <p:cNvPr id="1746843058" name=""/>
                          <p:cNvSpPr/>
                          <p:nvPr/>
                        </p:nvSpPr>
                        <p:spPr bwMode="auto">
                          <a:xfrm rot="10800000" flipH="0" flipV="0">
                            <a:off x="0" y="529887"/>
                            <a:ext cx="349164" cy="349164"/>
                          </a:xfrm>
                          <a:prstGeom prst="ellipse">
                            <a:avLst/>
                          </a:prstGeom>
                          <a:solidFill>
                            <a:srgbClr val="E173FF"/>
                          </a:solidFill>
                          <a:ln w="25400" cap="flat" cmpd="sng" algn="ctr">
                            <a:solidFill>
                              <a:srgbClr val="000000"/>
                            </a:solidFill>
                            <a:prstDash val="solid"/>
                            <a:miter lim="800000"/>
                          </a:ln>
                        </p:spPr>
                        <p:style>
                          <a:lnRef idx="2">
                            <a:schemeClr val="accent1">
                              <a:shade val="50000"/>
                            </a:schemeClr>
                          </a:lnRef>
                          <a:fillRef idx="1">
                            <a:schemeClr val="accent1"/>
                          </a:fillRef>
                          <a:effectRef idx="0">
                            <a:schemeClr val="accent1"/>
                          </a:effectRef>
                          <a:fontRef idx="minor">
                            <a:schemeClr val="lt1"/>
                          </a:fontRef>
                        </p:style>
                      </p:sp>
                    </p:grpSp>
                    <p:grpSp>
                      <p:nvGrpSpPr>
                        <p:cNvPr id="2005106317" name=""/>
                        <p:cNvGrpSpPr/>
                        <p:nvPr/>
                      </p:nvGrpSpPr>
                      <p:grpSpPr bwMode="auto">
                        <a:xfrm rot="10800000">
                          <a:off x="5905530" y="0"/>
                          <a:ext cx="3461324" cy="1408941"/>
                          <a:chOff x="0" y="0"/>
                          <a:chExt cx="3461324" cy="1408941"/>
                        </a:xfrm>
                      </p:grpSpPr>
                      <p:grpSp>
                        <p:nvGrpSpPr>
                          <p:cNvPr id="1513419054" name=""/>
                          <p:cNvGrpSpPr/>
                          <p:nvPr/>
                        </p:nvGrpSpPr>
                        <p:grpSpPr bwMode="auto">
                          <a:xfrm rot="10800000" flipH="0" flipV="0">
                            <a:off x="883773" y="167076"/>
                            <a:ext cx="1693773" cy="1067275"/>
                            <a:chOff x="0" y="0"/>
                            <a:chExt cx="1693773" cy="1067275"/>
                          </a:xfrm>
                        </p:grpSpPr>
                        <p:cxnSp>
                          <p:nvCxnSpPr>
                            <p:cNvPr id="815547634" name=""/>
                            <p:cNvCxnSpPr/>
                            <p:nvPr/>
                          </p:nvCxnSpPr>
                          <p:spPr bwMode="auto">
                            <a:xfrm rot="0" flipH="0" flipV="0">
                              <a:off x="0" y="533637"/>
                              <a:ext cx="1693773" cy="0"/>
                            </a:xfrm>
                            <a:prstGeom prst="line">
                              <a:avLst/>
                            </a:prstGeom>
                            <a:ln w="28575" cap="flat" cmpd="sng" algn="ctr">
                              <a:solidFill>
                                <a:schemeClr val="bg2">
                                  <a:lumMod val="74901"/>
                                </a:schemeClr>
                              </a:solidFill>
                              <a:prstDash val="solid"/>
                              <a:miter lim="800000"/>
                            </a:ln>
                          </p:spPr>
                          <p:style>
                            <a:lnRef idx="1">
                              <a:schemeClr val="accent1">
                                <a:shade val="50000"/>
                              </a:schemeClr>
                            </a:lnRef>
                            <a:fillRef idx="0">
                              <a:schemeClr val="accent1"/>
                            </a:fillRef>
                            <a:effectRef idx="0">
                              <a:schemeClr val="accent1"/>
                            </a:effectRef>
                            <a:fontRef idx="minor">
                              <a:schemeClr val="tx1"/>
                            </a:fontRef>
                          </p:style>
                        </p:cxnSp>
                        <p:cxnSp>
                          <p:nvCxnSpPr>
                            <p:cNvPr id="1495818926" name=""/>
                            <p:cNvCxnSpPr/>
                            <p:nvPr/>
                          </p:nvCxnSpPr>
                          <p:spPr bwMode="auto">
                            <a:xfrm rot="0" flipH="0" flipV="0">
                              <a:off x="284319" y="0"/>
                              <a:ext cx="1409445" cy="537390"/>
                            </a:xfrm>
                            <a:prstGeom prst="line">
                              <a:avLst/>
                            </a:prstGeom>
                            <a:ln w="28575" cap="flat" cmpd="sng" algn="ctr">
                              <a:solidFill>
                                <a:schemeClr val="bg2">
                                  <a:lumMod val="74901"/>
                                </a:schemeClr>
                              </a:solidFill>
                              <a:prstDash val="solid"/>
                              <a:miter lim="800000"/>
                            </a:ln>
                          </p:spPr>
                          <p:style>
                            <a:lnRef idx="1">
                              <a:schemeClr val="accent1">
                                <a:shade val="50000"/>
                              </a:schemeClr>
                            </a:lnRef>
                            <a:fillRef idx="0">
                              <a:schemeClr val="accent1"/>
                            </a:fillRef>
                            <a:effectRef idx="0">
                              <a:schemeClr val="accent1"/>
                            </a:effectRef>
                            <a:fontRef idx="minor">
                              <a:schemeClr val="tx1"/>
                            </a:fontRef>
                          </p:style>
                        </p:cxnSp>
                        <p:cxnSp>
                          <p:nvCxnSpPr>
                            <p:cNvPr id="1734122287" name=""/>
                            <p:cNvCxnSpPr/>
                            <p:nvPr/>
                          </p:nvCxnSpPr>
                          <p:spPr bwMode="auto">
                            <a:xfrm rot="0" flipH="0" flipV="0">
                              <a:off x="0" y="529884"/>
                              <a:ext cx="1409445" cy="537390"/>
                            </a:xfrm>
                            <a:prstGeom prst="line">
                              <a:avLst/>
                            </a:prstGeom>
                            <a:ln w="28575" cap="flat" cmpd="sng" algn="ctr">
                              <a:solidFill>
                                <a:schemeClr val="bg2">
                                  <a:lumMod val="74901"/>
                                </a:schemeClr>
                              </a:solidFill>
                              <a:prstDash val="solid"/>
                              <a:miter lim="800000"/>
                            </a:ln>
                          </p:spPr>
                          <p:style>
                            <a:lnRef idx="1">
                              <a:schemeClr val="accent1">
                                <a:shade val="50000"/>
                              </a:schemeClr>
                            </a:lnRef>
                            <a:fillRef idx="0">
                              <a:schemeClr val="accent1"/>
                            </a:fillRef>
                            <a:effectRef idx="0">
                              <a:schemeClr val="accent1"/>
                            </a:effectRef>
                            <a:fontRef idx="minor">
                              <a:schemeClr val="tx1"/>
                            </a:fontRef>
                          </p:style>
                        </p:cxnSp>
                        <p:cxnSp>
                          <p:nvCxnSpPr>
                            <p:cNvPr id="2082493071" name=""/>
                            <p:cNvCxnSpPr/>
                            <p:nvPr/>
                          </p:nvCxnSpPr>
                          <p:spPr bwMode="auto">
                            <a:xfrm rot="0" flipH="0" flipV="0">
                              <a:off x="284319" y="1063530"/>
                              <a:ext cx="1125126" cy="0"/>
                            </a:xfrm>
                            <a:prstGeom prst="line">
                              <a:avLst/>
                            </a:prstGeom>
                            <a:ln w="28575" cap="flat" cmpd="sng" algn="ctr">
                              <a:solidFill>
                                <a:schemeClr val="bg2">
                                  <a:lumMod val="74901"/>
                                </a:schemeClr>
                              </a:solidFill>
                              <a:prstDash val="solid"/>
                              <a:miter lim="800000"/>
                            </a:ln>
                          </p:spPr>
                          <p:style>
                            <a:lnRef idx="1">
                              <a:schemeClr val="accent1">
                                <a:shade val="50000"/>
                              </a:schemeClr>
                            </a:lnRef>
                            <a:fillRef idx="0">
                              <a:schemeClr val="accent1"/>
                            </a:fillRef>
                            <a:effectRef idx="0">
                              <a:schemeClr val="accent1"/>
                            </a:effectRef>
                            <a:fontRef idx="minor">
                              <a:schemeClr val="tx1"/>
                            </a:fontRef>
                          </p:style>
                        </p:cxnSp>
                        <p:cxnSp>
                          <p:nvCxnSpPr>
                            <p:cNvPr id="202769419" name=""/>
                            <p:cNvCxnSpPr/>
                            <p:nvPr/>
                          </p:nvCxnSpPr>
                          <p:spPr bwMode="auto">
                            <a:xfrm rot="0" flipH="0" flipV="0">
                              <a:off x="284319" y="3744"/>
                              <a:ext cx="1125126" cy="0"/>
                            </a:xfrm>
                            <a:prstGeom prst="line">
                              <a:avLst/>
                            </a:prstGeom>
                            <a:ln w="28575" cap="flat" cmpd="sng" algn="ctr">
                              <a:solidFill>
                                <a:schemeClr val="bg2">
                                  <a:lumMod val="74901"/>
                                </a:schemeClr>
                              </a:solidFill>
                              <a:prstDash val="solid"/>
                              <a:miter lim="800000"/>
                            </a:ln>
                          </p:spPr>
                          <p:style>
                            <a:lnRef idx="1">
                              <a:schemeClr val="accent1">
                                <a:shade val="50000"/>
                              </a:schemeClr>
                            </a:lnRef>
                            <a:fillRef idx="0">
                              <a:schemeClr val="accent1"/>
                            </a:fillRef>
                            <a:effectRef idx="0">
                              <a:schemeClr val="accent1"/>
                            </a:effectRef>
                            <a:fontRef idx="minor">
                              <a:schemeClr val="tx1"/>
                            </a:fontRef>
                          </p:style>
                        </p:cxnSp>
                        <p:cxnSp>
                          <p:nvCxnSpPr>
                            <p:cNvPr id="436616612" name=""/>
                            <p:cNvCxnSpPr/>
                            <p:nvPr/>
                          </p:nvCxnSpPr>
                          <p:spPr bwMode="auto">
                            <a:xfrm rot="0" flipH="0" flipV="1">
                              <a:off x="0" y="7497"/>
                              <a:ext cx="1409445" cy="522387"/>
                            </a:xfrm>
                            <a:prstGeom prst="line">
                              <a:avLst/>
                            </a:prstGeom>
                            <a:ln w="28575" cap="flat" cmpd="sng" algn="ctr">
                              <a:solidFill>
                                <a:schemeClr val="bg2">
                                  <a:lumMod val="74901"/>
                                </a:schemeClr>
                              </a:solidFill>
                              <a:prstDash val="solid"/>
                              <a:miter lim="800000"/>
                            </a:ln>
                          </p:spPr>
                          <p:style>
                            <a:lnRef idx="1">
                              <a:schemeClr val="accent1">
                                <a:shade val="50000"/>
                              </a:schemeClr>
                            </a:lnRef>
                            <a:fillRef idx="0">
                              <a:schemeClr val="accent1"/>
                            </a:fillRef>
                            <a:effectRef idx="0">
                              <a:schemeClr val="accent1"/>
                            </a:effectRef>
                            <a:fontRef idx="minor">
                              <a:schemeClr val="tx1"/>
                            </a:fontRef>
                          </p:style>
                        </p:cxnSp>
                        <p:cxnSp>
                          <p:nvCxnSpPr>
                            <p:cNvPr id="574597843" name=""/>
                            <p:cNvCxnSpPr/>
                            <p:nvPr/>
                          </p:nvCxnSpPr>
                          <p:spPr bwMode="auto">
                            <a:xfrm rot="0" flipH="0" flipV="1">
                              <a:off x="284319" y="537390"/>
                              <a:ext cx="1409445" cy="522387"/>
                            </a:xfrm>
                            <a:prstGeom prst="line">
                              <a:avLst/>
                            </a:prstGeom>
                            <a:ln w="28575" cap="flat" cmpd="sng" algn="ctr">
                              <a:solidFill>
                                <a:schemeClr val="bg2">
                                  <a:lumMod val="74901"/>
                                </a:schemeClr>
                              </a:solidFill>
                              <a:prstDash val="solid"/>
                              <a:miter lim="800000"/>
                            </a:ln>
                          </p:spPr>
                          <p:style>
                            <a:lnRef idx="1">
                              <a:schemeClr val="accent1">
                                <a:shade val="50000"/>
                              </a:schemeClr>
                            </a:lnRef>
                            <a:fillRef idx="0">
                              <a:schemeClr val="accent1"/>
                            </a:fillRef>
                            <a:effectRef idx="0">
                              <a:schemeClr val="accent1"/>
                            </a:effectRef>
                            <a:fontRef idx="minor">
                              <a:schemeClr val="tx1"/>
                            </a:fontRef>
                          </p:style>
                        </p:cxnSp>
                        <p:cxnSp>
                          <p:nvCxnSpPr>
                            <p:cNvPr id="1106616250" name=""/>
                            <p:cNvCxnSpPr/>
                            <p:nvPr/>
                          </p:nvCxnSpPr>
                          <p:spPr bwMode="auto">
                            <a:xfrm rot="0" flipH="0" flipV="1">
                              <a:off x="284319" y="7497"/>
                              <a:ext cx="1125126" cy="1052280"/>
                            </a:xfrm>
                            <a:prstGeom prst="line">
                              <a:avLst/>
                            </a:prstGeom>
                            <a:ln w="28575" cap="flat" cmpd="sng" algn="ctr">
                              <a:solidFill>
                                <a:schemeClr val="bg2">
                                  <a:lumMod val="74901"/>
                                </a:schemeClr>
                              </a:solidFill>
                              <a:prstDash val="solid"/>
                              <a:miter lim="800000"/>
                            </a:ln>
                          </p:spPr>
                          <p:style>
                            <a:lnRef idx="1">
                              <a:schemeClr val="accent1">
                                <a:shade val="50000"/>
                              </a:schemeClr>
                            </a:lnRef>
                            <a:fillRef idx="0">
                              <a:schemeClr val="accent1"/>
                            </a:fillRef>
                            <a:effectRef idx="0">
                              <a:schemeClr val="accent1"/>
                            </a:effectRef>
                            <a:fontRef idx="minor">
                              <a:schemeClr val="tx1"/>
                            </a:fontRef>
                          </p:style>
                        </p:cxnSp>
                        <p:cxnSp>
                          <p:nvCxnSpPr>
                            <p:cNvPr id="351651872" name=""/>
                            <p:cNvCxnSpPr/>
                            <p:nvPr/>
                          </p:nvCxnSpPr>
                          <p:spPr bwMode="auto">
                            <a:xfrm rot="10800000" flipH="0" flipV="0">
                              <a:off x="284319" y="0"/>
                              <a:ext cx="1125126" cy="1067275"/>
                            </a:xfrm>
                            <a:prstGeom prst="line">
                              <a:avLst/>
                            </a:prstGeom>
                            <a:ln w="28575" cap="flat" cmpd="sng" algn="ctr">
                              <a:solidFill>
                                <a:schemeClr val="bg2">
                                  <a:lumMod val="74901"/>
                                </a:schemeClr>
                              </a:solidFill>
                              <a:prstDash val="solid"/>
                              <a:miter lim="800000"/>
                            </a:ln>
                          </p:spPr>
                          <p:style>
                            <a:lnRef idx="1">
                              <a:schemeClr val="accent1">
                                <a:shade val="50000"/>
                              </a:schemeClr>
                            </a:lnRef>
                            <a:fillRef idx="0">
                              <a:schemeClr val="accent1"/>
                            </a:fillRef>
                            <a:effectRef idx="0">
                              <a:schemeClr val="accent1"/>
                            </a:effectRef>
                            <a:fontRef idx="minor">
                              <a:schemeClr val="tx1"/>
                            </a:fontRef>
                          </p:style>
                        </p:cxnSp>
                      </p:grpSp>
                      <p:sp>
                        <p:nvSpPr>
                          <p:cNvPr id="196280686" name=""/>
                          <p:cNvSpPr/>
                          <p:nvPr/>
                        </p:nvSpPr>
                        <p:spPr bwMode="auto">
                          <a:xfrm rot="10800000" flipH="0" flipV="0">
                            <a:off x="2577552" y="529885"/>
                            <a:ext cx="349164" cy="349164"/>
                          </a:xfrm>
                          <a:prstGeom prst="ellipse">
                            <a:avLst/>
                          </a:prstGeom>
                          <a:solidFill>
                            <a:srgbClr val="FFC926"/>
                          </a:solidFill>
                          <a:ln w="25400" cap="flat" cmpd="sng" algn="ctr">
                            <a:solidFill>
                              <a:schemeClr val="tx1"/>
                            </a:solidFill>
                            <a:prstDash val="sysDash"/>
                            <a:miter lim="800000"/>
                          </a:ln>
                        </p:spPr>
                        <p:style>
                          <a:lnRef idx="2">
                            <a:schemeClr val="accent1">
                              <a:shade val="50000"/>
                            </a:schemeClr>
                          </a:lnRef>
                          <a:fillRef idx="1">
                            <a:schemeClr val="accent1"/>
                          </a:fillRef>
                          <a:effectRef idx="0">
                            <a:schemeClr val="accent1"/>
                          </a:effectRef>
                          <a:fontRef idx="minor">
                            <a:schemeClr val="lt1"/>
                          </a:fontRef>
                        </p:style>
                      </p:sp>
                      <p:sp>
                        <p:nvSpPr>
                          <p:cNvPr id="1640184256" name=""/>
                          <p:cNvSpPr/>
                          <p:nvPr/>
                        </p:nvSpPr>
                        <p:spPr bwMode="auto">
                          <a:xfrm rot="10800000" flipH="0" flipV="0">
                            <a:off x="2293227" y="0"/>
                            <a:ext cx="349164" cy="349164"/>
                          </a:xfrm>
                          <a:prstGeom prst="ellipse">
                            <a:avLst/>
                          </a:prstGeom>
                          <a:solidFill>
                            <a:srgbClr val="FFC926"/>
                          </a:solidFill>
                          <a:ln w="25400" cap="flat" cmpd="sng" algn="ctr">
                            <a:solidFill>
                              <a:schemeClr val="tx1"/>
                            </a:solidFill>
                            <a:prstDash val="sysDash"/>
                            <a:miter lim="800000"/>
                          </a:ln>
                        </p:spPr>
                        <p:style>
                          <a:lnRef idx="2">
                            <a:schemeClr val="accent1">
                              <a:shade val="50000"/>
                            </a:schemeClr>
                          </a:lnRef>
                          <a:fillRef idx="1">
                            <a:schemeClr val="accent1"/>
                          </a:fillRef>
                          <a:effectRef idx="0">
                            <a:schemeClr val="accent1"/>
                          </a:effectRef>
                          <a:fontRef idx="minor">
                            <a:schemeClr val="lt1"/>
                          </a:fontRef>
                        </p:style>
                      </p:sp>
                      <p:sp>
                        <p:nvSpPr>
                          <p:cNvPr id="502239547" name=""/>
                          <p:cNvSpPr/>
                          <p:nvPr/>
                        </p:nvSpPr>
                        <p:spPr bwMode="auto">
                          <a:xfrm rot="10800000" flipH="0" flipV="0">
                            <a:off x="2293224" y="1059777"/>
                            <a:ext cx="349164" cy="349164"/>
                          </a:xfrm>
                          <a:prstGeom prst="ellipse">
                            <a:avLst/>
                          </a:prstGeom>
                          <a:solidFill>
                            <a:srgbClr val="FFC926"/>
                          </a:solidFill>
                          <a:ln w="25400" cap="flat" cmpd="sng" algn="ctr">
                            <a:solidFill>
                              <a:schemeClr val="tx1"/>
                            </a:solidFill>
                            <a:prstDash val="sysDash"/>
                            <a:miter lim="800000"/>
                          </a:ln>
                        </p:spPr>
                        <p:style>
                          <a:lnRef idx="2">
                            <a:schemeClr val="accent1">
                              <a:shade val="50000"/>
                            </a:schemeClr>
                          </a:lnRef>
                          <a:fillRef idx="1">
                            <a:schemeClr val="accent1"/>
                          </a:fillRef>
                          <a:effectRef idx="0">
                            <a:schemeClr val="accent1"/>
                          </a:effectRef>
                          <a:fontRef idx="minor">
                            <a:schemeClr val="lt1"/>
                          </a:fontRef>
                        </p:style>
                      </p:sp>
                      <p:cxnSp>
                        <p:nvCxnSpPr>
                          <p:cNvPr id="470900465" name=""/>
                          <p:cNvCxnSpPr/>
                          <p:nvPr/>
                        </p:nvCxnSpPr>
                        <p:spPr bwMode="auto">
                          <a:xfrm rot="0" flipH="0" flipV="0">
                            <a:off x="349164" y="174582"/>
                            <a:ext cx="469761" cy="0"/>
                          </a:xfrm>
                          <a:prstGeom prst="line">
                            <a:avLst/>
                          </a:prstGeom>
                          <a:ln w="28575" cap="flat" cmpd="sng" algn="ctr">
                            <a:solidFill>
                              <a:schemeClr val="bg2">
                                <a:lumMod val="74901"/>
                              </a:schemeClr>
                            </a:solidFill>
                            <a:prstDash val="solid"/>
                            <a:miter lim="800000"/>
                          </a:ln>
                        </p:spPr>
                        <p:style>
                          <a:lnRef idx="1">
                            <a:schemeClr val="accent1">
                              <a:shade val="50000"/>
                            </a:schemeClr>
                          </a:lnRef>
                          <a:fillRef idx="0">
                            <a:schemeClr val="accent1"/>
                          </a:fillRef>
                          <a:effectRef idx="0">
                            <a:schemeClr val="accent1"/>
                          </a:effectRef>
                          <a:fontRef idx="minor">
                            <a:schemeClr val="tx1"/>
                          </a:fontRef>
                        </p:style>
                      </p:cxnSp>
                      <p:sp>
                        <p:nvSpPr>
                          <p:cNvPr id="1501738963" name=""/>
                          <p:cNvSpPr/>
                          <p:nvPr/>
                        </p:nvSpPr>
                        <p:spPr bwMode="auto">
                          <a:xfrm rot="0" flipH="0" flipV="0">
                            <a:off x="534609" y="529885"/>
                            <a:ext cx="349164" cy="349164"/>
                          </a:xfrm>
                          <a:prstGeom prst="ellipse">
                            <a:avLst/>
                          </a:prstGeom>
                          <a:solidFill>
                            <a:srgbClr val="FFC926"/>
                          </a:solidFill>
                          <a:ln w="25400" cap="flat" cmpd="sng" algn="ctr">
                            <a:solidFill>
                              <a:schemeClr val="tx1"/>
                            </a:solidFill>
                            <a:prstDash val="sysDash"/>
                            <a:miter lim="800000"/>
                          </a:ln>
                        </p:spPr>
                        <p:style>
                          <a:lnRef idx="2">
                            <a:schemeClr val="accent1">
                              <a:shade val="50000"/>
                            </a:schemeClr>
                          </a:lnRef>
                          <a:fillRef idx="1">
                            <a:schemeClr val="accent1"/>
                          </a:fillRef>
                          <a:effectRef idx="0">
                            <a:schemeClr val="accent1"/>
                          </a:effectRef>
                          <a:fontRef idx="minor">
                            <a:schemeClr val="lt1"/>
                          </a:fontRef>
                        </p:style>
                      </p:sp>
                      <p:sp>
                        <p:nvSpPr>
                          <p:cNvPr id="1538114368" name=""/>
                          <p:cNvSpPr/>
                          <p:nvPr/>
                        </p:nvSpPr>
                        <p:spPr bwMode="auto">
                          <a:xfrm rot="0" flipH="0" flipV="0">
                            <a:off x="818929" y="1059777"/>
                            <a:ext cx="349164" cy="349164"/>
                          </a:xfrm>
                          <a:prstGeom prst="ellipse">
                            <a:avLst/>
                          </a:prstGeom>
                          <a:solidFill>
                            <a:srgbClr val="FFC926"/>
                          </a:solidFill>
                          <a:ln w="25400" cap="flat" cmpd="sng" algn="ctr">
                            <a:solidFill>
                              <a:schemeClr val="tx1"/>
                            </a:solidFill>
                            <a:prstDash val="sysDash"/>
                            <a:miter lim="800000"/>
                          </a:ln>
                        </p:spPr>
                        <p:style>
                          <a:lnRef idx="2">
                            <a:schemeClr val="accent1">
                              <a:shade val="50000"/>
                            </a:schemeClr>
                          </a:lnRef>
                          <a:fillRef idx="1">
                            <a:schemeClr val="accent1"/>
                          </a:fillRef>
                          <a:effectRef idx="0">
                            <a:schemeClr val="accent1"/>
                          </a:effectRef>
                          <a:fontRef idx="minor">
                            <a:schemeClr val="lt1"/>
                          </a:fontRef>
                        </p:style>
                      </p:sp>
                      <p:sp>
                        <p:nvSpPr>
                          <p:cNvPr id="104078498" name=""/>
                          <p:cNvSpPr/>
                          <p:nvPr/>
                        </p:nvSpPr>
                        <p:spPr bwMode="auto">
                          <a:xfrm rot="0" flipH="0" flipV="0">
                            <a:off x="818928" y="0"/>
                            <a:ext cx="349164" cy="349164"/>
                          </a:xfrm>
                          <a:prstGeom prst="ellipse">
                            <a:avLst/>
                          </a:prstGeom>
                          <a:solidFill>
                            <a:srgbClr val="FFC926"/>
                          </a:solidFill>
                          <a:ln w="25400" cap="flat" cmpd="sng" algn="ctr">
                            <a:solidFill>
                              <a:schemeClr val="tx1"/>
                            </a:solidFill>
                            <a:prstDash val="sysDash"/>
                            <a:miter lim="800000"/>
                          </a:ln>
                        </p:spPr>
                        <p:style>
                          <a:lnRef idx="2">
                            <a:schemeClr val="accent1">
                              <a:shade val="50000"/>
                            </a:schemeClr>
                          </a:lnRef>
                          <a:fillRef idx="1">
                            <a:schemeClr val="accent1"/>
                          </a:fillRef>
                          <a:effectRef idx="0">
                            <a:schemeClr val="accent1"/>
                          </a:effectRef>
                          <a:fontRef idx="minor">
                            <a:schemeClr val="lt1"/>
                          </a:fontRef>
                        </p:style>
                      </p:sp>
                      <p:sp>
                        <p:nvSpPr>
                          <p:cNvPr id="1502549443" name=""/>
                          <p:cNvSpPr/>
                          <p:nvPr/>
                        </p:nvSpPr>
                        <p:spPr bwMode="auto">
                          <a:xfrm rot="0" flipH="0" flipV="0">
                            <a:off x="0" y="529885"/>
                            <a:ext cx="349164" cy="349164"/>
                          </a:xfrm>
                          <a:prstGeom prst="ellipse">
                            <a:avLst/>
                          </a:prstGeom>
                          <a:solidFill>
                            <a:srgbClr val="FF4C4C"/>
                          </a:solidFill>
                          <a:ln w="25400" cap="flat" cmpd="sng" algn="ctr">
                            <a:solidFill>
                              <a:srgbClr val="000000"/>
                            </a:solidFill>
                            <a:prstDash val="solid"/>
                            <a:miter lim="800000"/>
                          </a:ln>
                        </p:spPr>
                        <p:style>
                          <a:lnRef idx="2">
                            <a:schemeClr val="accent1">
                              <a:shade val="50000"/>
                            </a:schemeClr>
                          </a:lnRef>
                          <a:fillRef idx="1">
                            <a:schemeClr val="accent1"/>
                          </a:fillRef>
                          <a:effectRef idx="0">
                            <a:schemeClr val="accent1"/>
                          </a:effectRef>
                          <a:fontRef idx="minor">
                            <a:schemeClr val="lt1"/>
                          </a:fontRef>
                        </p:style>
                      </p:sp>
                      <p:sp>
                        <p:nvSpPr>
                          <p:cNvPr id="1187026882" name=""/>
                          <p:cNvSpPr/>
                          <p:nvPr/>
                        </p:nvSpPr>
                        <p:spPr bwMode="auto">
                          <a:xfrm rot="0" flipH="0" flipV="0">
                            <a:off x="0" y="1059777"/>
                            <a:ext cx="349164" cy="349164"/>
                          </a:xfrm>
                          <a:prstGeom prst="ellipse">
                            <a:avLst/>
                          </a:prstGeom>
                          <a:solidFill>
                            <a:srgbClr val="FF4C4C"/>
                          </a:solidFill>
                          <a:ln w="25400" cap="flat" cmpd="sng" algn="ctr">
                            <a:solidFill>
                              <a:srgbClr val="000000"/>
                            </a:solidFill>
                            <a:prstDash val="solid"/>
                            <a:miter lim="800000"/>
                          </a:ln>
                        </p:spPr>
                        <p:style>
                          <a:lnRef idx="2">
                            <a:schemeClr val="accent1">
                              <a:shade val="50000"/>
                            </a:schemeClr>
                          </a:lnRef>
                          <a:fillRef idx="1">
                            <a:schemeClr val="accent1"/>
                          </a:fillRef>
                          <a:effectRef idx="0">
                            <a:schemeClr val="accent1"/>
                          </a:effectRef>
                          <a:fontRef idx="minor">
                            <a:schemeClr val="lt1"/>
                          </a:fontRef>
                        </p:style>
                      </p:sp>
                      <p:cxnSp>
                        <p:nvCxnSpPr>
                          <p:cNvPr id="1250167716" name=""/>
                          <p:cNvCxnSpPr/>
                          <p:nvPr/>
                        </p:nvCxnSpPr>
                        <p:spPr bwMode="auto">
                          <a:xfrm rot="0" flipH="0" flipV="0">
                            <a:off x="349164" y="704469"/>
                            <a:ext cx="185433" cy="0"/>
                          </a:xfrm>
                          <a:prstGeom prst="line">
                            <a:avLst/>
                          </a:prstGeom>
                          <a:ln w="28575" cap="flat" cmpd="sng" algn="ctr">
                            <a:solidFill>
                              <a:schemeClr val="bg2">
                                <a:lumMod val="74901"/>
                              </a:schemeClr>
                            </a:solidFill>
                            <a:prstDash val="solid"/>
                            <a:miter lim="800000"/>
                          </a:ln>
                        </p:spPr>
                        <p:style>
                          <a:lnRef idx="1">
                            <a:schemeClr val="accent1">
                              <a:shade val="50000"/>
                            </a:schemeClr>
                          </a:lnRef>
                          <a:fillRef idx="0">
                            <a:schemeClr val="accent1"/>
                          </a:fillRef>
                          <a:effectRef idx="0">
                            <a:schemeClr val="accent1"/>
                          </a:effectRef>
                          <a:fontRef idx="minor">
                            <a:schemeClr val="tx1"/>
                          </a:fontRef>
                        </p:style>
                      </p:cxnSp>
                      <p:cxnSp>
                        <p:nvCxnSpPr>
                          <p:cNvPr id="1315081193" name=""/>
                          <p:cNvCxnSpPr/>
                          <p:nvPr/>
                        </p:nvCxnSpPr>
                        <p:spPr bwMode="auto">
                          <a:xfrm rot="0" flipH="0" flipV="1">
                            <a:off x="349164" y="1234362"/>
                            <a:ext cx="469761" cy="0"/>
                          </a:xfrm>
                          <a:prstGeom prst="line">
                            <a:avLst/>
                          </a:prstGeom>
                          <a:ln w="28575" cap="flat" cmpd="sng" algn="ctr">
                            <a:solidFill>
                              <a:schemeClr val="bg2">
                                <a:lumMod val="74901"/>
                              </a:schemeClr>
                            </a:solidFill>
                            <a:prstDash val="solid"/>
                            <a:miter lim="800000"/>
                          </a:ln>
                        </p:spPr>
                        <p:style>
                          <a:lnRef idx="1">
                            <a:schemeClr val="accent1">
                              <a:shade val="50000"/>
                            </a:schemeClr>
                          </a:lnRef>
                          <a:fillRef idx="0">
                            <a:schemeClr val="accent1"/>
                          </a:fillRef>
                          <a:effectRef idx="0">
                            <a:schemeClr val="accent1"/>
                          </a:effectRef>
                          <a:fontRef idx="minor">
                            <a:schemeClr val="tx1"/>
                          </a:fontRef>
                        </p:style>
                      </p:cxnSp>
                      <p:sp>
                        <p:nvSpPr>
                          <p:cNvPr id="532497001" name=""/>
                          <p:cNvSpPr/>
                          <p:nvPr/>
                        </p:nvSpPr>
                        <p:spPr bwMode="auto">
                          <a:xfrm rot="10800000" flipH="0" flipV="0">
                            <a:off x="3112161" y="529886"/>
                            <a:ext cx="349164" cy="349164"/>
                          </a:xfrm>
                          <a:prstGeom prst="ellipse">
                            <a:avLst/>
                          </a:prstGeom>
                          <a:solidFill>
                            <a:srgbClr val="FF4C4C"/>
                          </a:solidFill>
                          <a:ln w="25400" cap="flat" cmpd="sng" algn="ctr">
                            <a:solidFill>
                              <a:srgbClr val="000000"/>
                            </a:solidFill>
                            <a:prstDash val="solid"/>
                            <a:miter lim="800000"/>
                          </a:ln>
                        </p:spPr>
                        <p:style>
                          <a:lnRef idx="2">
                            <a:schemeClr val="accent1">
                              <a:shade val="50000"/>
                            </a:schemeClr>
                          </a:lnRef>
                          <a:fillRef idx="1">
                            <a:schemeClr val="accent1"/>
                          </a:fillRef>
                          <a:effectRef idx="0">
                            <a:schemeClr val="accent1"/>
                          </a:effectRef>
                          <a:fontRef idx="minor">
                            <a:schemeClr val="lt1"/>
                          </a:fontRef>
                        </p:style>
                      </p:sp>
                      <p:sp>
                        <p:nvSpPr>
                          <p:cNvPr id="671901267" name=""/>
                          <p:cNvSpPr/>
                          <p:nvPr/>
                        </p:nvSpPr>
                        <p:spPr bwMode="auto">
                          <a:xfrm rot="0" flipH="0" flipV="0">
                            <a:off x="0" y="0"/>
                            <a:ext cx="349164" cy="349164"/>
                          </a:xfrm>
                          <a:prstGeom prst="ellipse">
                            <a:avLst/>
                          </a:prstGeom>
                          <a:solidFill>
                            <a:srgbClr val="FF4C4C"/>
                          </a:solidFill>
                          <a:ln w="25400" cap="flat" cmpd="sng" algn="ctr">
                            <a:solidFill>
                              <a:srgbClr val="000000"/>
                            </a:solidFill>
                            <a:prstDash val="solid"/>
                            <a:miter lim="800000"/>
                          </a:ln>
                        </p:spPr>
                        <p:style>
                          <a:lnRef idx="2">
                            <a:schemeClr val="accent1">
                              <a:shade val="50000"/>
                            </a:schemeClr>
                          </a:lnRef>
                          <a:fillRef idx="1">
                            <a:schemeClr val="accent1"/>
                          </a:fillRef>
                          <a:effectRef idx="0">
                            <a:schemeClr val="accent1"/>
                          </a:effectRef>
                          <a:fontRef idx="minor">
                            <a:schemeClr val="lt1"/>
                          </a:fontRef>
                        </p:style>
                      </p:sp>
                      <p:sp>
                        <p:nvSpPr>
                          <p:cNvPr id="303528058" name=""/>
                          <p:cNvSpPr/>
                          <p:nvPr/>
                        </p:nvSpPr>
                        <p:spPr bwMode="auto">
                          <a:xfrm rot="10800000" flipH="0" flipV="0">
                            <a:off x="3112161" y="0"/>
                            <a:ext cx="349164" cy="349164"/>
                          </a:xfrm>
                          <a:prstGeom prst="ellipse">
                            <a:avLst/>
                          </a:prstGeom>
                          <a:solidFill>
                            <a:srgbClr val="FF4C4C"/>
                          </a:solidFill>
                          <a:ln w="25400" cap="flat" cmpd="sng" algn="ctr">
                            <a:solidFill>
                              <a:srgbClr val="000000"/>
                            </a:solidFill>
                            <a:prstDash val="solid"/>
                            <a:miter lim="800000"/>
                          </a:ln>
                        </p:spPr>
                        <p:style>
                          <a:lnRef idx="2">
                            <a:schemeClr val="accent1">
                              <a:shade val="50000"/>
                            </a:schemeClr>
                          </a:lnRef>
                          <a:fillRef idx="1">
                            <a:schemeClr val="accent1"/>
                          </a:fillRef>
                          <a:effectRef idx="0">
                            <a:schemeClr val="accent1"/>
                          </a:effectRef>
                          <a:fontRef idx="minor">
                            <a:schemeClr val="lt1"/>
                          </a:fontRef>
                        </p:style>
                      </p:sp>
                      <p:sp>
                        <p:nvSpPr>
                          <p:cNvPr id="1399995196" name=""/>
                          <p:cNvSpPr/>
                          <p:nvPr/>
                        </p:nvSpPr>
                        <p:spPr bwMode="auto">
                          <a:xfrm rot="10800000" flipH="0" flipV="0">
                            <a:off x="3112161" y="1059777"/>
                            <a:ext cx="349164" cy="349164"/>
                          </a:xfrm>
                          <a:prstGeom prst="ellipse">
                            <a:avLst/>
                          </a:prstGeom>
                          <a:solidFill>
                            <a:srgbClr val="FF4C4C"/>
                          </a:solidFill>
                          <a:ln w="25400" cap="flat" cmpd="sng" algn="ctr">
                            <a:solidFill>
                              <a:srgbClr val="000000"/>
                            </a:solidFill>
                            <a:prstDash val="solid"/>
                            <a:miter lim="800000"/>
                          </a:ln>
                        </p:spPr>
                        <p:style>
                          <a:lnRef idx="2">
                            <a:schemeClr val="accent1">
                              <a:shade val="50000"/>
                            </a:schemeClr>
                          </a:lnRef>
                          <a:fillRef idx="1">
                            <a:schemeClr val="accent1"/>
                          </a:fillRef>
                          <a:effectRef idx="0">
                            <a:schemeClr val="accent1"/>
                          </a:effectRef>
                          <a:fontRef idx="minor">
                            <a:schemeClr val="lt1"/>
                          </a:fontRef>
                        </p:style>
                      </p:sp>
                      <p:cxnSp>
                        <p:nvCxnSpPr>
                          <p:cNvPr id="1414617042" name=""/>
                          <p:cNvCxnSpPr/>
                          <p:nvPr/>
                        </p:nvCxnSpPr>
                        <p:spPr bwMode="auto">
                          <a:xfrm rot="10800000" flipH="0" flipV="0">
                            <a:off x="2642400" y="1234361"/>
                            <a:ext cx="469761" cy="0"/>
                          </a:xfrm>
                          <a:prstGeom prst="line">
                            <a:avLst/>
                          </a:prstGeom>
                          <a:ln w="28575" cap="flat" cmpd="sng" algn="ctr">
                            <a:solidFill>
                              <a:schemeClr val="bg2">
                                <a:lumMod val="74901"/>
                              </a:schemeClr>
                            </a:solidFill>
                            <a:prstDash val="solid"/>
                            <a:miter lim="800000"/>
                          </a:ln>
                        </p:spPr>
                        <p:style>
                          <a:lnRef idx="1">
                            <a:schemeClr val="accent1">
                              <a:shade val="50000"/>
                            </a:schemeClr>
                          </a:lnRef>
                          <a:fillRef idx="0">
                            <a:schemeClr val="accent1"/>
                          </a:fillRef>
                          <a:effectRef idx="0">
                            <a:schemeClr val="accent1"/>
                          </a:effectRef>
                          <a:fontRef idx="minor">
                            <a:schemeClr val="tx1"/>
                          </a:fontRef>
                        </p:style>
                      </p:cxnSp>
                      <p:cxnSp>
                        <p:nvCxnSpPr>
                          <p:cNvPr id="1378415479" name=""/>
                          <p:cNvCxnSpPr/>
                          <p:nvPr/>
                        </p:nvCxnSpPr>
                        <p:spPr bwMode="auto">
                          <a:xfrm rot="10800000" flipH="0" flipV="0">
                            <a:off x="2926720" y="704475"/>
                            <a:ext cx="185433" cy="0"/>
                          </a:xfrm>
                          <a:prstGeom prst="line">
                            <a:avLst/>
                          </a:prstGeom>
                          <a:ln w="28575" cap="flat" cmpd="sng" algn="ctr">
                            <a:solidFill>
                              <a:schemeClr val="bg2">
                                <a:lumMod val="74901"/>
                              </a:schemeClr>
                            </a:solidFill>
                            <a:prstDash val="solid"/>
                            <a:miter lim="800000"/>
                          </a:ln>
                        </p:spPr>
                        <p:style>
                          <a:lnRef idx="1">
                            <a:schemeClr val="accent1">
                              <a:shade val="50000"/>
                            </a:schemeClr>
                          </a:lnRef>
                          <a:fillRef idx="0">
                            <a:schemeClr val="accent1"/>
                          </a:fillRef>
                          <a:effectRef idx="0">
                            <a:schemeClr val="accent1"/>
                          </a:effectRef>
                          <a:fontRef idx="minor">
                            <a:schemeClr val="tx1"/>
                          </a:fontRef>
                        </p:style>
                      </p:cxnSp>
                      <p:cxnSp>
                        <p:nvCxnSpPr>
                          <p:cNvPr id="727618928" name=""/>
                          <p:cNvCxnSpPr/>
                          <p:nvPr/>
                        </p:nvCxnSpPr>
                        <p:spPr bwMode="auto">
                          <a:xfrm rot="10800000" flipH="0" flipV="1">
                            <a:off x="2642400" y="174582"/>
                            <a:ext cx="469761" cy="0"/>
                          </a:xfrm>
                          <a:prstGeom prst="line">
                            <a:avLst/>
                          </a:prstGeom>
                          <a:ln w="28575" cap="flat" cmpd="sng" algn="ctr">
                            <a:solidFill>
                              <a:schemeClr val="bg2">
                                <a:lumMod val="74901"/>
                              </a:schemeClr>
                            </a:solidFill>
                            <a:prstDash val="solid"/>
                            <a:miter lim="800000"/>
                          </a:ln>
                        </p:spPr>
                        <p:style>
                          <a:lnRef idx="1">
                            <a:schemeClr val="accent1">
                              <a:shade val="50000"/>
                            </a:schemeClr>
                          </a:lnRef>
                          <a:fillRef idx="0">
                            <a:schemeClr val="accent1"/>
                          </a:fillRef>
                          <a:effectRef idx="0">
                            <a:schemeClr val="accent1"/>
                          </a:effectRef>
                          <a:fontRef idx="minor">
                            <a:schemeClr val="tx1"/>
                          </a:fontRef>
                        </p:style>
                      </p:cxnSp>
                    </p:grpSp>
                  </p:grpSp>
                  <p:sp>
                    <p:nvSpPr>
                      <p:cNvPr id="420571416" name=""/>
                      <p:cNvSpPr/>
                      <p:nvPr/>
                    </p:nvSpPr>
                    <p:spPr bwMode="auto">
                      <a:xfrm rot="0" flipH="0" flipV="0">
                        <a:off x="5414163" y="68026"/>
                        <a:ext cx="1037484" cy="472023"/>
                      </a:xfrm>
                      <a:prstGeom prst="flowChartAlternateProcess">
                        <a:avLst/>
                      </a:prstGeom>
                      <a:noFill/>
                      <a:ln w="38100" cap="flat" cmpd="sng" algn="ctr">
                        <a:solidFill>
                          <a:srgbClr val="00FF73"/>
                        </a:solidFill>
                        <a:prstDash val="dash"/>
                        <a:miter lim="800000"/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</p:sp>
                  <p:sp>
                    <p:nvSpPr>
                      <p:cNvPr id="659517954" name=""/>
                      <p:cNvSpPr/>
                      <p:nvPr/>
                    </p:nvSpPr>
                    <p:spPr bwMode="auto">
                      <a:xfrm rot="0" flipH="0" flipV="0">
                        <a:off x="1775305" y="1133388"/>
                        <a:ext cx="1037484" cy="472023"/>
                      </a:xfrm>
                      <a:prstGeom prst="flowChartAlternateProcess">
                        <a:avLst/>
                      </a:prstGeom>
                      <a:noFill/>
                      <a:ln w="38100" cap="flat" cmpd="sng" algn="ctr">
                        <a:solidFill>
                          <a:srgbClr val="00FF73"/>
                        </a:solidFill>
                        <a:prstDash val="dash"/>
                        <a:miter lim="800000"/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</p:sp>
                  <p:sp>
                    <p:nvSpPr>
                      <p:cNvPr id="678004733" name=""/>
                      <p:cNvSpPr/>
                      <p:nvPr/>
                    </p:nvSpPr>
                    <p:spPr bwMode="auto">
                      <a:xfrm rot="0" flipH="0" flipV="0">
                        <a:off x="9090576" y="603748"/>
                        <a:ext cx="1037484" cy="472023"/>
                      </a:xfrm>
                      <a:prstGeom prst="flowChartAlternateProcess">
                        <a:avLst/>
                      </a:prstGeom>
                      <a:noFill/>
                      <a:ln w="38100" cap="flat" cmpd="sng" algn="ctr">
                        <a:solidFill>
                          <a:srgbClr val="00FF73"/>
                        </a:solidFill>
                        <a:prstDash val="dash"/>
                        <a:miter lim="800000"/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</p:sp>
                </p:grpSp>
                <p:sp>
                  <p:nvSpPr>
                    <p:cNvPr id="874918563" name=""/>
                    <p:cNvSpPr/>
                    <p:nvPr/>
                  </p:nvSpPr>
                  <p:spPr bwMode="auto">
                    <a:xfrm rot="0" flipH="0" flipV="0">
                      <a:off x="5419917" y="601851"/>
                      <a:ext cx="1037484" cy="472023"/>
                    </a:xfrm>
                    <a:prstGeom prst="flowChartAlternateProcess">
                      <a:avLst/>
                    </a:prstGeom>
                    <a:noFill/>
                    <a:ln w="38100" cap="flat" cmpd="sng" algn="ctr">
                      <a:solidFill>
                        <a:srgbClr val="FF0000"/>
                      </a:solidFill>
                      <a:prstDash val="dash"/>
                      <a:miter lim="800000"/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</p:sp>
                <p:sp>
                  <p:nvSpPr>
                    <p:cNvPr id="1199341843" name=""/>
                    <p:cNvSpPr/>
                    <p:nvPr/>
                  </p:nvSpPr>
                  <p:spPr bwMode="auto">
                    <a:xfrm rot="0" flipH="0" flipV="0">
                      <a:off x="5429439" y="1136952"/>
                      <a:ext cx="1037484" cy="472023"/>
                    </a:xfrm>
                    <a:prstGeom prst="flowChartAlternateProcess">
                      <a:avLst/>
                    </a:prstGeom>
                    <a:noFill/>
                    <a:ln w="38100" cap="flat" cmpd="sng" algn="ctr">
                      <a:solidFill>
                        <a:srgbClr val="FF0000"/>
                      </a:solidFill>
                      <a:prstDash val="dash"/>
                      <a:miter lim="800000"/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</p:sp>
                <p:sp>
                  <p:nvSpPr>
                    <p:cNvPr id="238169092" name=""/>
                    <p:cNvSpPr/>
                    <p:nvPr/>
                  </p:nvSpPr>
                  <p:spPr bwMode="auto">
                    <a:xfrm rot="0" flipH="0" flipV="0">
                      <a:off x="9082746" y="67530"/>
                      <a:ext cx="1037484" cy="472023"/>
                    </a:xfrm>
                    <a:prstGeom prst="flowChartAlternateProcess">
                      <a:avLst/>
                    </a:prstGeom>
                    <a:noFill/>
                    <a:ln w="38100" cap="flat" cmpd="sng" algn="ctr">
                      <a:solidFill>
                        <a:srgbClr val="FF0000"/>
                      </a:solidFill>
                      <a:prstDash val="dash"/>
                      <a:miter lim="800000"/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</p:sp>
                <p:sp>
                  <p:nvSpPr>
                    <p:cNvPr id="1244195735" name=""/>
                    <p:cNvSpPr/>
                    <p:nvPr/>
                  </p:nvSpPr>
                  <p:spPr bwMode="auto">
                    <a:xfrm rot="0" flipH="0" flipV="0">
                      <a:off x="9080367" y="1136710"/>
                      <a:ext cx="1037484" cy="472023"/>
                    </a:xfrm>
                    <a:prstGeom prst="flowChartAlternateProcess">
                      <a:avLst/>
                    </a:prstGeom>
                    <a:noFill/>
                    <a:ln w="38100" cap="flat" cmpd="sng" algn="ctr">
                      <a:solidFill>
                        <a:srgbClr val="FF0000"/>
                      </a:solidFill>
                      <a:prstDash val="dash"/>
                      <a:miter lim="800000"/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</p:sp>
                <p:sp>
                  <p:nvSpPr>
                    <p:cNvPr id="2122729175" name=""/>
                    <p:cNvSpPr/>
                    <p:nvPr/>
                  </p:nvSpPr>
                  <p:spPr bwMode="auto">
                    <a:xfrm rot="0" flipH="0" flipV="0">
                      <a:off x="1768664" y="608673"/>
                      <a:ext cx="1037484" cy="472023"/>
                    </a:xfrm>
                    <a:prstGeom prst="flowChartAlternateProcess">
                      <a:avLst/>
                    </a:prstGeom>
                    <a:noFill/>
                    <a:ln w="38100" cap="flat" cmpd="sng" algn="ctr">
                      <a:solidFill>
                        <a:srgbClr val="FF0000"/>
                      </a:solidFill>
                      <a:prstDash val="dash"/>
                      <a:miter lim="800000"/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</p:sp>
                <p:sp>
                  <p:nvSpPr>
                    <p:cNvPr id="286301809" name=""/>
                    <p:cNvSpPr/>
                    <p:nvPr/>
                  </p:nvSpPr>
                  <p:spPr bwMode="auto">
                    <a:xfrm rot="0" flipH="0" flipV="0">
                      <a:off x="1778190" y="70510"/>
                      <a:ext cx="1037484" cy="472023"/>
                    </a:xfrm>
                    <a:prstGeom prst="flowChartAlternateProcess">
                      <a:avLst/>
                    </a:prstGeom>
                    <a:noFill/>
                    <a:ln w="38100" cap="flat" cmpd="sng" algn="ctr">
                      <a:solidFill>
                        <a:srgbClr val="FF0000"/>
                      </a:solidFill>
                      <a:prstDash val="dash"/>
                      <a:miter lim="800000"/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anchor="ctr"/>
                    <a:p>
                      <a:pPr algn="ctr">
                        <a:defRPr/>
                      </a:pPr>
                      <a:endParaRPr/>
                    </a:p>
                  </p:txBody>
                </p:sp>
              </p:grpSp>
              <p:grpSp>
                <p:nvGrpSpPr>
                  <p:cNvPr id="9091695" name=""/>
                  <p:cNvGrpSpPr/>
                  <p:nvPr/>
                </p:nvGrpSpPr>
                <p:grpSpPr bwMode="auto">
                  <a:xfrm>
                    <a:off x="1528992" y="945795"/>
                    <a:ext cx="8911453" cy="460933"/>
                    <a:chOff x="0" y="0"/>
                    <a:chExt cx="8911453" cy="460933"/>
                  </a:xfrm>
                </p:grpSpPr>
                <p:sp>
                  <p:nvSpPr>
                    <p:cNvPr id="694105162" name=""/>
                    <p:cNvSpPr txBox="1"/>
                    <p:nvPr/>
                  </p:nvSpPr>
                  <p:spPr bwMode="auto">
                    <a:xfrm rot="5400000" flipH="0" flipV="0">
                      <a:off x="-27997" y="28356"/>
                      <a:ext cx="422115" cy="366119"/>
                    </a:xfrm>
                    <a:prstGeom prst="rect">
                      <a:avLst/>
                    </a:prstGeom>
                    <a:noFill/>
                  </p:spPr>
                  <p:txBody>
                    <a:bodyPr vertOverflow="overflow" horzOverflow="overflow" vert="horz" wrap="square" lIns="91440" tIns="45720" rIns="91440" bIns="45720" numCol="1" spcCol="0" rtlCol="0" fromWordArt="0" anchor="t" anchorCtr="0" forceAA="0" upright="0" compatLnSpc="0">
                      <a:spAutoFit/>
                    </a:bodyPr>
                    <a:p>
                      <a:pPr>
                        <a:defRPr/>
                      </a:pPr>
                      <a:r>
                        <a:rPr lang="fr-FR" sz="1800" b="1">
                          <a:latin typeface="Arial"/>
                          <a:ea typeface="Arial"/>
                          <a:cs typeface="Arial"/>
                        </a:rPr>
                        <a:t>…</a:t>
                      </a:r>
                      <a:endParaRPr sz="1800" b="1"/>
                    </a:p>
                  </p:txBody>
                </p:sp>
                <p:sp>
                  <p:nvSpPr>
                    <p:cNvPr id="1419170719" name=""/>
                    <p:cNvSpPr txBox="1"/>
                    <p:nvPr/>
                  </p:nvSpPr>
                  <p:spPr bwMode="auto">
                    <a:xfrm rot="5400000" flipH="0" flipV="0">
                      <a:off x="1229292" y="28356"/>
                      <a:ext cx="422474" cy="366119"/>
                    </a:xfrm>
                    <a:prstGeom prst="rect">
                      <a:avLst/>
                    </a:prstGeom>
                    <a:noFill/>
                  </p:spPr>
                  <p:txBody>
                    <a:bodyPr vertOverflow="overflow" horzOverflow="overflow" vert="horz" wrap="square" lIns="91440" tIns="45720" rIns="91440" bIns="45720" numCol="1" spcCol="0" rtlCol="0" fromWordArt="0" anchor="t" anchorCtr="0" forceAA="0" upright="0" compatLnSpc="0">
                      <a:spAutoFit/>
                    </a:bodyPr>
                    <a:p>
                      <a:pPr>
                        <a:defRPr/>
                      </a:pPr>
                      <a:r>
                        <a:rPr lang="fr-FR" sz="1800" b="1">
                          <a:latin typeface="Arial"/>
                          <a:ea typeface="Arial"/>
                          <a:cs typeface="Arial"/>
                        </a:rPr>
                        <a:t>…</a:t>
                      </a:r>
                      <a:endParaRPr sz="1800" b="1"/>
                    </a:p>
                  </p:txBody>
                </p:sp>
                <p:sp>
                  <p:nvSpPr>
                    <p:cNvPr id="422593419" name=""/>
                    <p:cNvSpPr txBox="1"/>
                    <p:nvPr/>
                  </p:nvSpPr>
                  <p:spPr bwMode="auto">
                    <a:xfrm rot="16199998" flipH="0" flipV="0">
                      <a:off x="7126323" y="47406"/>
                      <a:ext cx="422474" cy="366119"/>
                    </a:xfrm>
                    <a:prstGeom prst="rect">
                      <a:avLst/>
                    </a:prstGeom>
                    <a:noFill/>
                  </p:spPr>
                  <p:txBody>
                    <a:bodyPr vertOverflow="overflow" horzOverflow="overflow" vert="horz" wrap="square" lIns="91440" tIns="45720" rIns="91440" bIns="45720" numCol="1" spcCol="0" rtlCol="0" fromWordArt="0" anchor="t" anchorCtr="0" forceAA="0" upright="0" compatLnSpc="0">
                      <a:spAutoFit/>
                    </a:bodyPr>
                    <a:p>
                      <a:pPr>
                        <a:defRPr/>
                      </a:pPr>
                      <a:r>
                        <a:rPr lang="fr-FR" sz="1800" b="1">
                          <a:latin typeface="Arial"/>
                          <a:ea typeface="Arial"/>
                          <a:cs typeface="Arial"/>
                        </a:rPr>
                        <a:t>…</a:t>
                      </a:r>
                      <a:endParaRPr sz="1800" b="1"/>
                    </a:p>
                  </p:txBody>
                </p:sp>
                <p:sp>
                  <p:nvSpPr>
                    <p:cNvPr id="1192274899" name=""/>
                    <p:cNvSpPr txBox="1"/>
                    <p:nvPr/>
                  </p:nvSpPr>
                  <p:spPr bwMode="auto">
                    <a:xfrm rot="16199998" flipH="0" flipV="0">
                      <a:off x="8516976" y="28356"/>
                      <a:ext cx="422833" cy="366119"/>
                    </a:xfrm>
                    <a:prstGeom prst="rect">
                      <a:avLst/>
                    </a:prstGeom>
                    <a:noFill/>
                  </p:spPr>
                  <p:txBody>
                    <a:bodyPr vertOverflow="overflow" horzOverflow="overflow" vert="horz" wrap="square" lIns="91440" tIns="45720" rIns="91440" bIns="45720" numCol="1" spcCol="0" rtlCol="0" fromWordArt="0" anchor="t" anchorCtr="0" forceAA="0" upright="0" compatLnSpc="0">
                      <a:spAutoFit/>
                    </a:bodyPr>
                    <a:p>
                      <a:pPr>
                        <a:defRPr/>
                      </a:pPr>
                      <a:r>
                        <a:rPr lang="fr-FR" sz="1800" b="1">
                          <a:latin typeface="Arial"/>
                          <a:ea typeface="Arial"/>
                          <a:cs typeface="Arial"/>
                        </a:rPr>
                        <a:t>…</a:t>
                      </a:r>
                      <a:endParaRPr sz="1800" b="1"/>
                    </a:p>
                  </p:txBody>
                </p:sp>
                <p:sp>
                  <p:nvSpPr>
                    <p:cNvPr id="461790976" name=""/>
                    <p:cNvSpPr txBox="1"/>
                    <p:nvPr/>
                  </p:nvSpPr>
                  <p:spPr bwMode="auto">
                    <a:xfrm rot="16199998" flipH="0" flipV="0">
                      <a:off x="3458139" y="66456"/>
                      <a:ext cx="422474" cy="366119"/>
                    </a:xfrm>
                    <a:prstGeom prst="rect">
                      <a:avLst/>
                    </a:prstGeom>
                    <a:noFill/>
                  </p:spPr>
                  <p:txBody>
                    <a:bodyPr vertOverflow="overflow" horzOverflow="overflow" vert="horz" wrap="square" lIns="91440" tIns="45720" rIns="91440" bIns="45720" numCol="1" spcCol="0" rtlCol="0" fromWordArt="0" anchor="t" anchorCtr="0" forceAA="0" upright="0" compatLnSpc="0">
                      <a:spAutoFit/>
                    </a:bodyPr>
                    <a:p>
                      <a:pPr>
                        <a:defRPr/>
                      </a:pPr>
                      <a:r>
                        <a:rPr lang="fr-FR" sz="1800" b="1">
                          <a:latin typeface="Arial"/>
                          <a:ea typeface="Arial"/>
                          <a:cs typeface="Arial"/>
                        </a:rPr>
                        <a:t>…</a:t>
                      </a:r>
                      <a:endParaRPr sz="1800" b="1"/>
                    </a:p>
                  </p:txBody>
                </p:sp>
                <p:sp>
                  <p:nvSpPr>
                    <p:cNvPr id="194147890" name=""/>
                    <p:cNvSpPr txBox="1"/>
                    <p:nvPr/>
                  </p:nvSpPr>
                  <p:spPr bwMode="auto">
                    <a:xfrm rot="5400000" flipH="0" flipV="0">
                      <a:off x="4982135" y="66456"/>
                      <a:ext cx="422833" cy="366119"/>
                    </a:xfrm>
                    <a:prstGeom prst="rect">
                      <a:avLst/>
                    </a:prstGeom>
                    <a:noFill/>
                  </p:spPr>
                  <p:txBody>
                    <a:bodyPr vertOverflow="overflow" horzOverflow="overflow" vert="horz" wrap="square" lIns="91440" tIns="45720" rIns="91440" bIns="45720" numCol="1" spcCol="0" rtlCol="0" fromWordArt="0" anchor="t" anchorCtr="0" forceAA="0" upright="0" compatLnSpc="0">
                      <a:spAutoFit/>
                    </a:bodyPr>
                    <a:p>
                      <a:pPr>
                        <a:defRPr/>
                      </a:pPr>
                      <a:r>
                        <a:rPr lang="fr-FR" sz="1800" b="1">
                          <a:latin typeface="Arial"/>
                          <a:ea typeface="Arial"/>
                          <a:cs typeface="Arial"/>
                        </a:rPr>
                        <a:t>…</a:t>
                      </a:r>
                      <a:endParaRPr sz="1800" b="1"/>
                    </a:p>
                  </p:txBody>
                </p:sp>
              </p:grpSp>
            </p:grpSp>
          </p:grpSp>
          <p:sp>
            <p:nvSpPr>
              <p:cNvPr id="150791885" name=""/>
              <p:cNvSpPr txBox="1"/>
              <p:nvPr/>
            </p:nvSpPr>
            <p:spPr bwMode="auto">
              <a:xfrm rot="0" flipH="0" flipV="0">
                <a:off x="1079" y="1037142"/>
                <a:ext cx="733966" cy="457560"/>
              </a:xfrm>
              <a:prstGeom prst="rect">
                <a:avLst/>
              </a:prstGeom>
              <a:noFill/>
            </p:spPr>
            <p:txBody>
              <a:bodyPr vertOverflow="overflow" horzOverflow="overflow" vert="horz" wrap="square" lIns="91440" tIns="45720" rIns="91440" bIns="45720" numCol="1" spcCol="0" rtlCol="0" fromWordArt="0" anchor="t" anchorCtr="0" forceAA="0" upright="0" compatLnSpc="0">
                <a:spAutoFit/>
              </a:bodyPr>
              <a:p>
                <a:pPr algn="ctr">
                  <a:defRPr/>
                </a:pPr>
                <a:r>
                  <a:rPr lang="fr-FR" sz="2400" b="1">
                    <a:latin typeface="CMU Serif"/>
                    <a:ea typeface="CMU Serif"/>
                    <a:cs typeface="CMU Serif"/>
                  </a:rPr>
                  <a:t>(a)</a:t>
                </a:r>
                <a:endParaRPr sz="2400" b="1" i="0">
                  <a:latin typeface="CMU Serif"/>
                  <a:cs typeface="CMU Serif"/>
                </a:endParaRPr>
              </a:p>
            </p:txBody>
          </p:sp>
          <p:sp>
            <p:nvSpPr>
              <p:cNvPr id="736085962" name=""/>
              <p:cNvSpPr txBox="1"/>
              <p:nvPr/>
            </p:nvSpPr>
            <p:spPr bwMode="auto">
              <a:xfrm rot="0" flipH="0" flipV="0">
                <a:off x="540" y="2883267"/>
                <a:ext cx="735046" cy="457560"/>
              </a:xfrm>
              <a:prstGeom prst="rect">
                <a:avLst/>
              </a:prstGeom>
              <a:noFill/>
            </p:spPr>
            <p:txBody>
              <a:bodyPr vertOverflow="overflow" horzOverflow="overflow" vert="horz" wrap="square" lIns="91440" tIns="45720" rIns="91440" bIns="45720" numCol="1" spcCol="0" rtlCol="0" fromWordArt="0" anchor="t" anchorCtr="0" forceAA="0" upright="0" compatLnSpc="0">
                <a:spAutoFit/>
              </a:bodyPr>
              <a:p>
                <a:pPr algn="ctr">
                  <a:defRPr/>
                </a:pPr>
                <a:r>
                  <a:rPr lang="fr-FR" sz="2400" b="1">
                    <a:latin typeface="CMU Serif"/>
                    <a:ea typeface="CMU Serif"/>
                    <a:cs typeface="CMU Serif"/>
                  </a:rPr>
                  <a:t>(b)</a:t>
                </a:r>
                <a:endParaRPr sz="2400" b="1" i="0">
                  <a:latin typeface="CMU Serif"/>
                  <a:cs typeface="CMU Serif"/>
                </a:endParaRPr>
              </a:p>
            </p:txBody>
          </p:sp>
          <p:sp>
            <p:nvSpPr>
              <p:cNvPr id="1415704787" name=""/>
              <p:cNvSpPr txBox="1"/>
              <p:nvPr/>
            </p:nvSpPr>
            <p:spPr bwMode="auto">
              <a:xfrm rot="0" flipH="0" flipV="0">
                <a:off x="0" y="4691291"/>
                <a:ext cx="736126" cy="457560"/>
              </a:xfrm>
              <a:prstGeom prst="rect">
                <a:avLst/>
              </a:prstGeom>
              <a:noFill/>
            </p:spPr>
            <p:txBody>
              <a:bodyPr vertOverflow="overflow" horzOverflow="overflow" vert="horz" wrap="square" lIns="91440" tIns="45720" rIns="91440" bIns="45720" numCol="1" spcCol="0" rtlCol="0" fromWordArt="0" anchor="t" anchorCtr="0" forceAA="0" upright="0" compatLnSpc="0">
                <a:spAutoFit/>
              </a:bodyPr>
              <a:p>
                <a:pPr algn="ctr">
                  <a:defRPr/>
                </a:pPr>
                <a:r>
                  <a:rPr lang="fr-FR" sz="2400" b="1">
                    <a:latin typeface="CMU Serif"/>
                    <a:ea typeface="CMU Serif"/>
                    <a:cs typeface="CMU Serif"/>
                  </a:rPr>
                  <a:t>(c)</a:t>
                </a:r>
                <a:endParaRPr sz="2400" b="1" i="0">
                  <a:latin typeface="CMU Serif"/>
                  <a:cs typeface="CMU Serif"/>
                </a:endParaRPr>
              </a:p>
            </p:txBody>
          </p:sp>
        </p:grpSp>
        <p:sp>
          <p:nvSpPr>
            <p:cNvPr id="115559889" name=""/>
            <p:cNvSpPr txBox="1"/>
            <p:nvPr/>
          </p:nvSpPr>
          <p:spPr bwMode="auto">
            <a:xfrm rot="0" flipH="0" flipV="0">
              <a:off x="8361669" y="6342654"/>
              <a:ext cx="400049" cy="366119"/>
            </a:xfrm>
            <a:prstGeom prst="rect">
              <a:avLst/>
            </a:prstGeom>
            <a:noFill/>
          </p:spPr>
          <p:txBody>
            <a:bodyPr vertOverflow="overflow" horzOverflow="overflow" vert="horz" wrap="square" lIns="91440" tIns="45720" rIns="91440" bIns="45720" numCol="1" spcCol="0" rtlCol="0" fromWordArt="0" anchor="t" anchorCtr="0" forceAA="0" upright="0" compatLnSpc="0">
              <a:spAutoFit/>
            </a:bodyPr>
            <a:p>
              <a:pPr>
                <a:defRPr/>
              </a:pPr>
              <a:endParaRPr/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85438926" name=""/>
          <p:cNvSpPr txBox="1"/>
          <p:nvPr/>
        </p:nvSpPr>
        <p:spPr bwMode="auto">
          <a:xfrm rot="0" flipH="0" flipV="0">
            <a:off x="4230775" y="9051606"/>
            <a:ext cx="6509172" cy="45755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marL="327936" indent="-327936" algn="ctr">
              <a:buAutoNum type="alphaLcParenBoth"/>
              <a:defRPr/>
            </a:pPr>
            <a:r>
              <a:rPr lang="fr-FR" sz="2400" b="0">
                <a:latin typeface="CMU Serif"/>
                <a:ea typeface="CMU Serif"/>
                <a:cs typeface="CMU Serif"/>
              </a:rPr>
              <a:t> XXXXXXXXXXXXX</a:t>
            </a:r>
            <a:endParaRPr sz="2400" b="0" i="0">
              <a:latin typeface="CMU Serif"/>
              <a:cs typeface="CMU Serif"/>
            </a:endParaRPr>
          </a:p>
        </p:txBody>
      </p:sp>
      <p:grpSp>
        <p:nvGrpSpPr>
          <p:cNvPr id="504918458" name=""/>
          <p:cNvGrpSpPr/>
          <p:nvPr/>
        </p:nvGrpSpPr>
        <p:grpSpPr bwMode="auto">
          <a:xfrm>
            <a:off x="4743903" y="4128788"/>
            <a:ext cx="16214655" cy="5380377"/>
            <a:chOff x="0" y="0"/>
            <a:chExt cx="16214655" cy="5380377"/>
          </a:xfrm>
        </p:grpSpPr>
        <p:grpSp>
          <p:nvGrpSpPr>
            <p:cNvPr id="189187148" name=""/>
            <p:cNvGrpSpPr/>
            <p:nvPr/>
          </p:nvGrpSpPr>
          <p:grpSpPr bwMode="auto">
            <a:xfrm>
              <a:off x="0" y="0"/>
              <a:ext cx="4867976" cy="4578462"/>
              <a:chOff x="0" y="0"/>
              <a:chExt cx="4867976" cy="4578462"/>
            </a:xfrm>
          </p:grpSpPr>
          <p:grpSp>
            <p:nvGrpSpPr>
              <p:cNvPr id="1297355063" name=""/>
              <p:cNvGrpSpPr/>
              <p:nvPr/>
            </p:nvGrpSpPr>
            <p:grpSpPr bwMode="auto">
              <a:xfrm rot="10800000">
                <a:off x="748468" y="1240947"/>
                <a:ext cx="3974220" cy="3337515"/>
                <a:chOff x="0" y="0"/>
                <a:chExt cx="3974220" cy="3337515"/>
              </a:xfrm>
            </p:grpSpPr>
            <p:cxnSp>
              <p:nvCxnSpPr>
                <p:cNvPr id="27721872" name=""/>
                <p:cNvCxnSpPr/>
                <p:nvPr/>
              </p:nvCxnSpPr>
              <p:spPr bwMode="auto">
                <a:xfrm rot="10800000" flipH="0" flipV="0">
                  <a:off x="2436300" y="1668753"/>
                  <a:ext cx="805230" cy="0"/>
                </a:xfrm>
                <a:prstGeom prst="line">
                  <a:avLst/>
                </a:prstGeom>
                <a:ln w="38100" cap="flat" cmpd="sng" algn="ctr">
                  <a:solidFill>
                    <a:srgbClr val="000000"/>
                  </a:solidFill>
                  <a:prstDash val="solid"/>
                  <a:miter lim="800000"/>
                </a:ln>
              </p:spPr>
              <p:style>
                <a:lnRef idx="1">
                  <a:schemeClr val="accent1">
                    <a:shade val="50000"/>
                  </a:schemeClr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762823772" name=""/>
                <p:cNvCxnSpPr/>
                <p:nvPr/>
              </p:nvCxnSpPr>
              <p:spPr bwMode="auto">
                <a:xfrm rot="16199998" flipH="0" flipV="1">
                  <a:off x="2370880" y="431759"/>
                  <a:ext cx="1043366" cy="912529"/>
                </a:xfrm>
                <a:prstGeom prst="line">
                  <a:avLst/>
                </a:prstGeom>
                <a:ln w="38100" cap="flat" cmpd="sng" algn="ctr">
                  <a:solidFill>
                    <a:srgbClr val="000000"/>
                  </a:solidFill>
                  <a:prstDash val="solid"/>
                  <a:miter lim="800000"/>
                </a:ln>
              </p:spPr>
              <p:style>
                <a:lnRef idx="1">
                  <a:schemeClr val="accent1">
                    <a:shade val="50000"/>
                  </a:schemeClr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985512982" name=""/>
                <p:cNvCxnSpPr/>
                <p:nvPr/>
              </p:nvCxnSpPr>
              <p:spPr bwMode="auto">
                <a:xfrm rot="5399997" flipH="0" flipV="0">
                  <a:off x="2370882" y="1993221"/>
                  <a:ext cx="1043364" cy="912529"/>
                </a:xfrm>
                <a:prstGeom prst="line">
                  <a:avLst/>
                </a:prstGeom>
                <a:ln w="38100" cap="flat" cmpd="sng" algn="ctr">
                  <a:solidFill>
                    <a:srgbClr val="000000"/>
                  </a:solidFill>
                  <a:prstDash val="solid"/>
                  <a:miter lim="800000"/>
                </a:ln>
              </p:spPr>
              <p:style>
                <a:lnRef idx="1">
                  <a:schemeClr val="accent1">
                    <a:shade val="50000"/>
                  </a:schemeClr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sp>
              <p:nvSpPr>
                <p:cNvPr id="1170894466" name=""/>
                <p:cNvSpPr/>
                <p:nvPr/>
              </p:nvSpPr>
              <p:spPr bwMode="auto">
                <a:xfrm rot="0" flipH="0" flipV="0">
                  <a:off x="3241530" y="1302407"/>
                  <a:ext cx="732690" cy="732690"/>
                </a:xfrm>
                <a:prstGeom prst="ellipse">
                  <a:avLst/>
                </a:prstGeom>
                <a:solidFill>
                  <a:srgbClr val="E173FF"/>
                </a:solidFill>
                <a:ln w="38100" cap="flat" cmpd="sng" algn="ctr">
                  <a:solidFill>
                    <a:srgbClr val="000000"/>
                  </a:solidFill>
                  <a:prstDash val="solid"/>
                  <a:miter lim="800000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</p:sp>
            <p:cxnSp>
              <p:nvCxnSpPr>
                <p:cNvPr id="63398486" name=""/>
                <p:cNvCxnSpPr/>
                <p:nvPr/>
              </p:nvCxnSpPr>
              <p:spPr bwMode="auto">
                <a:xfrm rot="10800000" flipH="0" flipV="0">
                  <a:off x="732690" y="2971170"/>
                  <a:ext cx="970920" cy="0"/>
                </a:xfrm>
                <a:prstGeom prst="line">
                  <a:avLst/>
                </a:prstGeom>
                <a:ln w="38100" cap="flat" cmpd="sng" algn="ctr">
                  <a:solidFill>
                    <a:schemeClr val="tx1"/>
                  </a:solidFill>
                  <a:prstDash val="solid"/>
                  <a:miter lim="800000"/>
                </a:ln>
              </p:spPr>
              <p:style>
                <a:lnRef idx="1">
                  <a:schemeClr val="accent1">
                    <a:shade val="50000"/>
                  </a:schemeClr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325927461" name=""/>
                <p:cNvCxnSpPr/>
                <p:nvPr/>
              </p:nvCxnSpPr>
              <p:spPr bwMode="auto">
                <a:xfrm rot="10800000" flipH="0" flipV="1">
                  <a:off x="732690" y="1668753"/>
                  <a:ext cx="970920" cy="0"/>
                </a:xfrm>
                <a:prstGeom prst="line">
                  <a:avLst/>
                </a:prstGeom>
                <a:ln w="38100" cap="flat" cmpd="sng" algn="ctr">
                  <a:solidFill>
                    <a:schemeClr val="tx1"/>
                  </a:solidFill>
                  <a:prstDash val="solid"/>
                  <a:miter lim="800000"/>
                </a:ln>
              </p:spPr>
              <p:style>
                <a:lnRef idx="1">
                  <a:schemeClr val="accent1">
                    <a:shade val="50000"/>
                  </a:schemeClr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79640331" name=""/>
                <p:cNvCxnSpPr/>
                <p:nvPr/>
              </p:nvCxnSpPr>
              <p:spPr bwMode="auto">
                <a:xfrm rot="10800000" flipH="0" flipV="0">
                  <a:off x="732690" y="366345"/>
                  <a:ext cx="970920" cy="0"/>
                </a:xfrm>
                <a:prstGeom prst="line">
                  <a:avLst/>
                </a:prstGeom>
                <a:ln w="38100" cap="flat" cmpd="sng" algn="ctr">
                  <a:solidFill>
                    <a:schemeClr val="tx1"/>
                  </a:solidFill>
                  <a:prstDash val="solid"/>
                  <a:miter lim="800000"/>
                </a:ln>
              </p:spPr>
              <p:style>
                <a:lnRef idx="1">
                  <a:schemeClr val="accent1">
                    <a:shade val="50000"/>
                  </a:schemeClr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grpSp>
              <p:nvGrpSpPr>
                <p:cNvPr id="1569503898" name=""/>
                <p:cNvGrpSpPr/>
                <p:nvPr/>
              </p:nvGrpSpPr>
              <p:grpSpPr bwMode="auto">
                <a:xfrm>
                  <a:off x="0" y="0"/>
                  <a:ext cx="732690" cy="3337515"/>
                  <a:chOff x="0" y="0"/>
                  <a:chExt cx="732690" cy="3337515"/>
                </a:xfrm>
              </p:grpSpPr>
              <p:sp>
                <p:nvSpPr>
                  <p:cNvPr id="1619956404" name=""/>
                  <p:cNvSpPr/>
                  <p:nvPr/>
                </p:nvSpPr>
                <p:spPr bwMode="auto">
                  <a:xfrm rot="0" flipH="0" flipV="0">
                    <a:off x="0" y="2604825"/>
                    <a:ext cx="732690" cy="732690"/>
                  </a:xfrm>
                  <a:prstGeom prst="ellipse">
                    <a:avLst/>
                  </a:prstGeom>
                  <a:solidFill>
                    <a:srgbClr val="FF4C4C"/>
                  </a:solidFill>
                  <a:ln w="38100" cap="flat" cmpd="sng" algn="ctr">
                    <a:solidFill>
                      <a:srgbClr val="000000"/>
                    </a:solidFill>
                    <a:prstDash val="solid"/>
                    <a:miter lim="800000"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</p:sp>
              <p:sp>
                <p:nvSpPr>
                  <p:cNvPr id="1991558119" name=""/>
                  <p:cNvSpPr/>
                  <p:nvPr/>
                </p:nvSpPr>
                <p:spPr bwMode="auto">
                  <a:xfrm rot="0" flipH="0" flipV="0">
                    <a:off x="0" y="1302407"/>
                    <a:ext cx="732690" cy="732690"/>
                  </a:xfrm>
                  <a:prstGeom prst="ellipse">
                    <a:avLst/>
                  </a:prstGeom>
                  <a:solidFill>
                    <a:srgbClr val="FF4C4C"/>
                  </a:solidFill>
                  <a:ln w="38100" cap="flat" cmpd="sng" algn="ctr">
                    <a:solidFill>
                      <a:srgbClr val="000000"/>
                    </a:solidFill>
                    <a:prstDash val="solid"/>
                    <a:miter lim="800000"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</p:sp>
              <p:sp>
                <p:nvSpPr>
                  <p:cNvPr id="1375510989" name=""/>
                  <p:cNvSpPr/>
                  <p:nvPr/>
                </p:nvSpPr>
                <p:spPr bwMode="auto">
                  <a:xfrm rot="0" flipH="0" flipV="0">
                    <a:off x="0" y="0"/>
                    <a:ext cx="732690" cy="732690"/>
                  </a:xfrm>
                  <a:prstGeom prst="ellipse">
                    <a:avLst/>
                  </a:prstGeom>
                  <a:solidFill>
                    <a:srgbClr val="FF4C4C"/>
                  </a:solidFill>
                  <a:ln w="38100" cap="flat" cmpd="sng" algn="ctr">
                    <a:solidFill>
                      <a:srgbClr val="000000"/>
                    </a:solidFill>
                    <a:prstDash val="solid"/>
                    <a:miter lim="800000"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</p:sp>
            </p:grpSp>
            <p:grpSp>
              <p:nvGrpSpPr>
                <p:cNvPr id="514559234" name=""/>
                <p:cNvGrpSpPr/>
                <p:nvPr/>
              </p:nvGrpSpPr>
              <p:grpSpPr bwMode="auto">
                <a:xfrm>
                  <a:off x="1703610" y="0"/>
                  <a:ext cx="732690" cy="3337515"/>
                  <a:chOff x="0" y="0"/>
                  <a:chExt cx="732690" cy="3337515"/>
                </a:xfrm>
              </p:grpSpPr>
              <p:sp>
                <p:nvSpPr>
                  <p:cNvPr id="89055235" name=""/>
                  <p:cNvSpPr/>
                  <p:nvPr/>
                </p:nvSpPr>
                <p:spPr bwMode="auto">
                  <a:xfrm rot="0" flipH="0" flipV="0">
                    <a:off x="0" y="2604825"/>
                    <a:ext cx="732690" cy="732690"/>
                  </a:xfrm>
                  <a:prstGeom prst="ellipse">
                    <a:avLst/>
                  </a:prstGeom>
                  <a:solidFill>
                    <a:srgbClr val="FFC926"/>
                  </a:solidFill>
                  <a:ln w="38100" cap="flat" cmpd="sng" algn="ctr">
                    <a:solidFill>
                      <a:schemeClr val="tx1"/>
                    </a:solidFill>
                    <a:prstDash val="sysDash"/>
                    <a:miter lim="800000"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</p:sp>
              <p:sp>
                <p:nvSpPr>
                  <p:cNvPr id="1500687095" name=""/>
                  <p:cNvSpPr/>
                  <p:nvPr/>
                </p:nvSpPr>
                <p:spPr bwMode="auto">
                  <a:xfrm rot="0" flipH="0" flipV="0">
                    <a:off x="0" y="1302407"/>
                    <a:ext cx="732690" cy="732690"/>
                  </a:xfrm>
                  <a:prstGeom prst="ellipse">
                    <a:avLst/>
                  </a:prstGeom>
                  <a:solidFill>
                    <a:srgbClr val="FFC926"/>
                  </a:solidFill>
                  <a:ln w="38100" cap="flat" cmpd="sng" algn="ctr">
                    <a:solidFill>
                      <a:schemeClr val="tx1"/>
                    </a:solidFill>
                    <a:prstDash val="sysDash"/>
                    <a:miter lim="800000"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</p:sp>
              <p:sp>
                <p:nvSpPr>
                  <p:cNvPr id="525209292" name=""/>
                  <p:cNvSpPr/>
                  <p:nvPr/>
                </p:nvSpPr>
                <p:spPr bwMode="auto">
                  <a:xfrm rot="0" flipH="0" flipV="0">
                    <a:off x="0" y="0"/>
                    <a:ext cx="732690" cy="732690"/>
                  </a:xfrm>
                  <a:prstGeom prst="ellipse">
                    <a:avLst/>
                  </a:prstGeom>
                  <a:solidFill>
                    <a:srgbClr val="FFC926"/>
                  </a:solidFill>
                  <a:ln w="38100" cap="flat" cmpd="sng" algn="ctr">
                    <a:solidFill>
                      <a:schemeClr val="tx1"/>
                    </a:solidFill>
                    <a:prstDash val="sysDash"/>
                    <a:miter lim="800000"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</p:sp>
            </p:grpSp>
          </p:grpSp>
          <p:grpSp>
            <p:nvGrpSpPr>
              <p:cNvPr id="581103059" name=""/>
              <p:cNvGrpSpPr/>
              <p:nvPr/>
            </p:nvGrpSpPr>
            <p:grpSpPr bwMode="auto">
              <a:xfrm>
                <a:off x="943677" y="0"/>
                <a:ext cx="3924297" cy="1066377"/>
                <a:chOff x="0" y="0"/>
                <a:chExt cx="3924297" cy="1066377"/>
              </a:xfrm>
            </p:grpSpPr>
            <p:sp>
              <p:nvSpPr>
                <p:cNvPr id="306871424" name=""/>
                <p:cNvSpPr/>
                <p:nvPr/>
              </p:nvSpPr>
              <p:spPr bwMode="auto">
                <a:xfrm rot="5400000" flipH="0" flipV="0">
                  <a:off x="1851862" y="-1006056"/>
                  <a:ext cx="220572" cy="3924297"/>
                </a:xfrm>
                <a:prstGeom prst="leftBrace">
                  <a:avLst>
                    <a:gd name="adj1" fmla="val 101801"/>
                    <a:gd name="adj2" fmla="val 50000"/>
                  </a:avLst>
                </a:prstGeom>
                <a:ln w="38100" cap="flat" cmpd="sng" algn="ctr">
                  <a:solidFill>
                    <a:schemeClr val="tx1"/>
                  </a:solidFill>
                  <a:prstDash val="solid"/>
                  <a:miter lim="800000"/>
                </a:ln>
              </p:spPr>
              <p:style>
                <a:lnRef idx="1">
                  <a:schemeClr val="accent1">
                    <a:shade val="50000"/>
                  </a:schemeClr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sp>
            <p:sp>
              <p:nvSpPr>
                <p:cNvPr id="874700912" name=""/>
                <p:cNvSpPr txBox="1"/>
                <p:nvPr/>
              </p:nvSpPr>
              <p:spPr bwMode="auto">
                <a:xfrm rot="0" flipH="0" flipV="0">
                  <a:off x="1268190" y="0"/>
                  <a:ext cx="1401235" cy="762897"/>
                </a:xfrm>
                <a:prstGeom prst="rect">
                  <a:avLst/>
                </a:prstGeom>
                <a:noFill/>
              </p:spPr>
              <p:txBody>
                <a:bodyPr vertOverflow="overflow" horzOverflow="overflow" vert="horz" wrap="square" lIns="91440" tIns="45720" rIns="91440" bIns="45720" numCol="1" spcCol="0" rtlCol="0" fromWordArt="0" anchor="t" anchorCtr="0" forceAA="0" upright="0" compatLnSpc="0">
                  <a:spAutoFit/>
                </a:bodyPr>
                <a:p>
                  <a:pPr algn="ctr">
                    <a:defRPr/>
                  </a:pPr>
                  <a:r>
                    <a:rPr lang="fr-FR" sz="2200" b="0">
                      <a:latin typeface="CMU Serif"/>
                      <a:ea typeface="CMU Serif"/>
                      <a:cs typeface="CMU Serif"/>
                    </a:rPr>
                    <a:t>Half-RGS</a:t>
                  </a:r>
                  <a:br>
                    <a:rPr sz="2200" b="0">
                      <a:latin typeface="CMU Serif"/>
                      <a:cs typeface="CMU Serif"/>
                    </a:rPr>
                  </a:br>
                  <a:r>
                    <a:rPr lang="fr-FR" sz="2200" b="0">
                      <a:latin typeface="CMU Serif"/>
                      <a:cs typeface="CMU Serif"/>
                    </a:rPr>
                    <a:t>(</a:t>
                  </a:r>
                  <a:r>
                    <a:rPr lang="fr-FR" sz="2200" b="0" i="1" u="none" strike="noStrike" cap="none" spc="0">
                      <a:solidFill>
                        <a:schemeClr val="tx1"/>
                      </a:solidFill>
                      <a:latin typeface="CMU Serif"/>
                      <a:ea typeface="CMU Serif"/>
                      <a:cs typeface="CMU Serif"/>
                    </a:rPr>
                    <a:t>m </a:t>
                  </a:r>
                  <a:r>
                    <a:rPr lang="fr-FR" sz="2200" b="0" i="0" u="none" strike="noStrike" cap="none" spc="0">
                      <a:solidFill>
                        <a:schemeClr val="tx1"/>
                      </a:solidFill>
                      <a:latin typeface="CMU Serif"/>
                      <a:ea typeface="CMU Serif"/>
                      <a:cs typeface="CMU Serif"/>
                    </a:rPr>
                    <a:t>arms)</a:t>
                  </a:r>
                  <a:endParaRPr sz="2200" b="0">
                    <a:latin typeface="CMU Serif"/>
                    <a:cs typeface="CMU Serif"/>
                  </a:endParaRPr>
                </a:p>
              </p:txBody>
            </p:sp>
          </p:grpSp>
          <p:sp>
            <p:nvSpPr>
              <p:cNvPr id="531573254" name=""/>
              <p:cNvSpPr txBox="1"/>
              <p:nvPr/>
            </p:nvSpPr>
            <p:spPr bwMode="auto">
              <a:xfrm rot="5400000" flipH="0" flipV="0">
                <a:off x="3327049" y="3254049"/>
                <a:ext cx="667964" cy="640440"/>
              </a:xfrm>
              <a:prstGeom prst="rect">
                <a:avLst/>
              </a:prstGeom>
              <a:noFill/>
            </p:spPr>
            <p:txBody>
              <a:bodyPr vertOverflow="overflow" horzOverflow="overflow" vert="horz" wrap="square" lIns="91440" tIns="45720" rIns="91440" bIns="45720" numCol="1" spcCol="0" rtlCol="0" fromWordArt="0" anchor="t" anchorCtr="0" forceAA="0" upright="0" compatLnSpc="0">
                <a:spAutoFit/>
              </a:bodyPr>
              <a:p>
                <a:pPr>
                  <a:defRPr/>
                </a:pPr>
                <a:r>
                  <a:rPr lang="fr-FR" sz="3600" b="1" i="0" u="none" strike="noStrike" cap="none" spc="0">
                    <a:solidFill>
                      <a:schemeClr val="tx1"/>
                    </a:solidFill>
                    <a:latin typeface="Arial"/>
                    <a:ea typeface="Arial"/>
                    <a:cs typeface="Arial"/>
                  </a:rPr>
                  <a:t>…</a:t>
                </a:r>
                <a:endParaRPr sz="3600" b="1"/>
              </a:p>
            </p:txBody>
          </p:sp>
          <p:sp>
            <p:nvSpPr>
              <p:cNvPr id="768024702" name=""/>
              <p:cNvSpPr txBox="1"/>
              <p:nvPr/>
            </p:nvSpPr>
            <p:spPr bwMode="auto">
              <a:xfrm rot="0" flipH="0" flipV="0">
                <a:off x="0" y="3499239"/>
                <a:ext cx="1734603" cy="762359"/>
              </a:xfrm>
              <a:prstGeom prst="rect">
                <a:avLst/>
              </a:prstGeom>
              <a:noFill/>
            </p:spPr>
            <p:txBody>
              <a:bodyPr vertOverflow="overflow" horzOverflow="overflow" vert="horz" wrap="square" lIns="91440" tIns="45720" rIns="91440" bIns="45720" numCol="1" spcCol="0" rtlCol="0" fromWordArt="0" anchor="t" anchorCtr="0" forceAA="0" upright="0" compatLnSpc="0">
                <a:spAutoFit/>
              </a:bodyPr>
              <a:p>
                <a:pPr algn="ctr">
                  <a:defRPr/>
                </a:pPr>
                <a:r>
                  <a:rPr lang="fr-FR" sz="2200" b="1" i="0">
                    <a:solidFill>
                      <a:srgbClr val="DB4CFF"/>
                    </a:solidFill>
                    <a:latin typeface="CMU Serif"/>
                    <a:ea typeface="CMU Serif"/>
                    <a:cs typeface="CMU Serif"/>
                  </a:rPr>
                  <a:t>Anchor qubit</a:t>
                </a:r>
                <a:endParaRPr sz="2200" b="1" i="0">
                  <a:solidFill>
                    <a:srgbClr val="DB4CFF"/>
                  </a:solidFill>
                  <a:latin typeface="CMU Serif"/>
                  <a:cs typeface="CMU Serif"/>
                </a:endParaRPr>
              </a:p>
            </p:txBody>
          </p:sp>
        </p:grpSp>
        <p:grpSp>
          <p:nvGrpSpPr>
            <p:cNvPr id="759331062" name=""/>
            <p:cNvGrpSpPr/>
            <p:nvPr/>
          </p:nvGrpSpPr>
          <p:grpSpPr bwMode="auto">
            <a:xfrm rot="0" flipH="0" flipV="0">
              <a:off x="6975763" y="1237591"/>
              <a:ext cx="9238891" cy="3337515"/>
              <a:chOff x="0" y="0"/>
              <a:chExt cx="9238891" cy="3337515"/>
            </a:xfrm>
          </p:grpSpPr>
          <p:grpSp>
            <p:nvGrpSpPr>
              <p:cNvPr id="152478172" name=""/>
              <p:cNvGrpSpPr/>
              <p:nvPr/>
            </p:nvGrpSpPr>
            <p:grpSpPr bwMode="auto">
              <a:xfrm>
                <a:off x="0" y="0"/>
                <a:ext cx="9238891" cy="3337515"/>
                <a:chOff x="0" y="0"/>
                <a:chExt cx="9238891" cy="3337515"/>
              </a:xfrm>
            </p:grpSpPr>
            <p:cxnSp>
              <p:nvCxnSpPr>
                <p:cNvPr id="1848138063" name=""/>
                <p:cNvCxnSpPr/>
                <p:nvPr/>
              </p:nvCxnSpPr>
              <p:spPr bwMode="auto">
                <a:xfrm rot="0" flipH="0" flipV="1">
                  <a:off x="3974226" y="1668758"/>
                  <a:ext cx="1290442" cy="0"/>
                </a:xfrm>
                <a:prstGeom prst="line">
                  <a:avLst/>
                </a:prstGeom>
                <a:ln w="50800" cap="flat" cmpd="sng" algn="ctr">
                  <a:solidFill>
                    <a:srgbClr val="FF9900"/>
                  </a:solidFill>
                  <a:prstDash val="solid"/>
                  <a:miter lim="800000"/>
                </a:ln>
              </p:spPr>
              <p:style>
                <a:lnRef idx="1">
                  <a:schemeClr val="accent1">
                    <a:shade val="50000"/>
                  </a:schemeClr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grpSp>
              <p:nvGrpSpPr>
                <p:cNvPr id="1379705265" name=""/>
                <p:cNvGrpSpPr/>
                <p:nvPr/>
              </p:nvGrpSpPr>
              <p:grpSpPr bwMode="auto">
                <a:xfrm>
                  <a:off x="0" y="0"/>
                  <a:ext cx="3974221" cy="3337515"/>
                  <a:chOff x="0" y="0"/>
                  <a:chExt cx="3974221" cy="3337515"/>
                </a:xfrm>
              </p:grpSpPr>
              <p:cxnSp>
                <p:nvCxnSpPr>
                  <p:cNvPr id="204173450" name=""/>
                  <p:cNvCxnSpPr/>
                  <p:nvPr/>
                </p:nvCxnSpPr>
                <p:spPr bwMode="auto">
                  <a:xfrm rot="10800000" flipH="0" flipV="0">
                    <a:off x="2436300" y="1668755"/>
                    <a:ext cx="805230" cy="0"/>
                  </a:xfrm>
                  <a:prstGeom prst="line">
                    <a:avLst/>
                  </a:prstGeom>
                  <a:ln w="38100" cap="flat" cmpd="sng" algn="ctr">
                    <a:solidFill>
                      <a:srgbClr val="000000"/>
                    </a:solidFill>
                    <a:prstDash val="solid"/>
                    <a:miter lim="800000"/>
                  </a:ln>
                </p:spPr>
                <p:style>
                  <a:lnRef idx="1">
                    <a:schemeClr val="accent1">
                      <a:shade val="50000"/>
                    </a:schemeClr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47166102" name=""/>
                  <p:cNvCxnSpPr/>
                  <p:nvPr/>
                </p:nvCxnSpPr>
                <p:spPr bwMode="auto">
                  <a:xfrm rot="16199998" flipH="0" flipV="1">
                    <a:off x="2370882" y="431761"/>
                    <a:ext cx="1043366" cy="912529"/>
                  </a:xfrm>
                  <a:prstGeom prst="line">
                    <a:avLst/>
                  </a:prstGeom>
                  <a:ln w="38100" cap="flat" cmpd="sng" algn="ctr">
                    <a:solidFill>
                      <a:srgbClr val="000000"/>
                    </a:solidFill>
                    <a:prstDash val="solid"/>
                    <a:miter lim="800000"/>
                  </a:ln>
                </p:spPr>
                <p:style>
                  <a:lnRef idx="1">
                    <a:schemeClr val="accent1">
                      <a:shade val="50000"/>
                    </a:schemeClr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722257787" name=""/>
                  <p:cNvCxnSpPr/>
                  <p:nvPr/>
                </p:nvCxnSpPr>
                <p:spPr bwMode="auto">
                  <a:xfrm rot="5399997" flipH="0" flipV="0">
                    <a:off x="2370883" y="1993221"/>
                    <a:ext cx="1043364" cy="912529"/>
                  </a:xfrm>
                  <a:prstGeom prst="line">
                    <a:avLst/>
                  </a:prstGeom>
                  <a:ln w="38100" cap="flat" cmpd="sng" algn="ctr">
                    <a:solidFill>
                      <a:srgbClr val="000000"/>
                    </a:solidFill>
                    <a:prstDash val="solid"/>
                    <a:miter lim="800000"/>
                  </a:ln>
                </p:spPr>
                <p:style>
                  <a:lnRef idx="1">
                    <a:schemeClr val="accent1">
                      <a:shade val="50000"/>
                    </a:schemeClr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sp>
                <p:nvSpPr>
                  <p:cNvPr id="997440613" name=""/>
                  <p:cNvSpPr/>
                  <p:nvPr/>
                </p:nvSpPr>
                <p:spPr bwMode="auto">
                  <a:xfrm rot="0" flipH="0" flipV="0">
                    <a:off x="3241531" y="1302409"/>
                    <a:ext cx="732690" cy="732690"/>
                  </a:xfrm>
                  <a:prstGeom prst="ellipse">
                    <a:avLst/>
                  </a:prstGeom>
                  <a:solidFill>
                    <a:srgbClr val="E173FF"/>
                  </a:solidFill>
                  <a:ln w="38100" cap="flat" cmpd="sng" algn="ctr">
                    <a:solidFill>
                      <a:srgbClr val="000000"/>
                    </a:solidFill>
                    <a:prstDash val="solid"/>
                    <a:miter lim="800000"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</p:sp>
              <p:cxnSp>
                <p:nvCxnSpPr>
                  <p:cNvPr id="1411573639" name=""/>
                  <p:cNvCxnSpPr/>
                  <p:nvPr/>
                </p:nvCxnSpPr>
                <p:spPr bwMode="auto">
                  <a:xfrm rot="10800000" flipH="0" flipV="0">
                    <a:off x="732690" y="2971170"/>
                    <a:ext cx="970920" cy="0"/>
                  </a:xfrm>
                  <a:prstGeom prst="line">
                    <a:avLst/>
                  </a:prstGeom>
                  <a:ln w="38100" cap="flat" cmpd="sng" algn="ctr">
                    <a:solidFill>
                      <a:schemeClr val="tx1"/>
                    </a:solidFill>
                    <a:prstDash val="solid"/>
                    <a:miter lim="800000"/>
                  </a:ln>
                </p:spPr>
                <p:style>
                  <a:lnRef idx="1">
                    <a:schemeClr val="accent1">
                      <a:shade val="50000"/>
                    </a:schemeClr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421743238" name=""/>
                  <p:cNvCxnSpPr/>
                  <p:nvPr/>
                </p:nvCxnSpPr>
                <p:spPr bwMode="auto">
                  <a:xfrm rot="10800000" flipH="0" flipV="1">
                    <a:off x="732690" y="1668755"/>
                    <a:ext cx="970920" cy="0"/>
                  </a:xfrm>
                  <a:prstGeom prst="line">
                    <a:avLst/>
                  </a:prstGeom>
                  <a:ln w="38100" cap="flat" cmpd="sng" algn="ctr">
                    <a:solidFill>
                      <a:schemeClr val="tx1"/>
                    </a:solidFill>
                    <a:prstDash val="solid"/>
                    <a:miter lim="800000"/>
                  </a:ln>
                </p:spPr>
                <p:style>
                  <a:lnRef idx="1">
                    <a:schemeClr val="accent1">
                      <a:shade val="50000"/>
                    </a:schemeClr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1509915272" name=""/>
                  <p:cNvCxnSpPr/>
                  <p:nvPr/>
                </p:nvCxnSpPr>
                <p:spPr bwMode="auto">
                  <a:xfrm rot="10800000" flipH="0" flipV="0">
                    <a:off x="732690" y="366345"/>
                    <a:ext cx="970920" cy="0"/>
                  </a:xfrm>
                  <a:prstGeom prst="line">
                    <a:avLst/>
                  </a:prstGeom>
                  <a:ln w="38100" cap="flat" cmpd="sng" algn="ctr">
                    <a:solidFill>
                      <a:schemeClr val="tx1"/>
                    </a:solidFill>
                    <a:prstDash val="solid"/>
                    <a:miter lim="800000"/>
                  </a:ln>
                </p:spPr>
                <p:style>
                  <a:lnRef idx="1">
                    <a:schemeClr val="accent1">
                      <a:shade val="50000"/>
                    </a:schemeClr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grpSp>
                <p:nvGrpSpPr>
                  <p:cNvPr id="2017931881" name=""/>
                  <p:cNvGrpSpPr/>
                  <p:nvPr/>
                </p:nvGrpSpPr>
                <p:grpSpPr bwMode="auto">
                  <a:xfrm>
                    <a:off x="0" y="0"/>
                    <a:ext cx="732690" cy="3337515"/>
                    <a:chOff x="0" y="0"/>
                    <a:chExt cx="732690" cy="3337515"/>
                  </a:xfrm>
                </p:grpSpPr>
                <p:sp>
                  <p:nvSpPr>
                    <p:cNvPr id="957885463" name=""/>
                    <p:cNvSpPr/>
                    <p:nvPr/>
                  </p:nvSpPr>
                  <p:spPr bwMode="auto">
                    <a:xfrm rot="0" flipH="0" flipV="0">
                      <a:off x="0" y="2604825"/>
                      <a:ext cx="732690" cy="732690"/>
                    </a:xfrm>
                    <a:prstGeom prst="ellipse">
                      <a:avLst/>
                    </a:prstGeom>
                    <a:solidFill>
                      <a:srgbClr val="FF4C4C"/>
                    </a:solidFill>
                    <a:ln w="38100" cap="flat" cmpd="sng" algn="ctr">
                      <a:solidFill>
                        <a:srgbClr val="000000"/>
                      </a:solidFill>
                      <a:prstDash val="solid"/>
                      <a:miter lim="800000"/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</p:sp>
                <p:sp>
                  <p:nvSpPr>
                    <p:cNvPr id="956303961" name=""/>
                    <p:cNvSpPr/>
                    <p:nvPr/>
                  </p:nvSpPr>
                  <p:spPr bwMode="auto">
                    <a:xfrm rot="0" flipH="0" flipV="0">
                      <a:off x="0" y="1302408"/>
                      <a:ext cx="732690" cy="732690"/>
                    </a:xfrm>
                    <a:prstGeom prst="ellipse">
                      <a:avLst/>
                    </a:prstGeom>
                    <a:solidFill>
                      <a:srgbClr val="FF4C4C"/>
                    </a:solidFill>
                    <a:ln w="38100" cap="flat" cmpd="sng" algn="ctr">
                      <a:solidFill>
                        <a:srgbClr val="000000"/>
                      </a:solidFill>
                      <a:prstDash val="solid"/>
                      <a:miter lim="800000"/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</p:sp>
                <p:sp>
                  <p:nvSpPr>
                    <p:cNvPr id="1225368579" name=""/>
                    <p:cNvSpPr/>
                    <p:nvPr/>
                  </p:nvSpPr>
                  <p:spPr bwMode="auto">
                    <a:xfrm rot="0" flipH="0" flipV="0">
                      <a:off x="0" y="0"/>
                      <a:ext cx="732690" cy="732690"/>
                    </a:xfrm>
                    <a:prstGeom prst="ellipse">
                      <a:avLst/>
                    </a:prstGeom>
                    <a:solidFill>
                      <a:srgbClr val="FF4C4C"/>
                    </a:solidFill>
                    <a:ln w="38100" cap="flat" cmpd="sng" algn="ctr">
                      <a:solidFill>
                        <a:srgbClr val="000000"/>
                      </a:solidFill>
                      <a:prstDash val="solid"/>
                      <a:miter lim="800000"/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</p:sp>
              </p:grpSp>
              <p:grpSp>
                <p:nvGrpSpPr>
                  <p:cNvPr id="158135796" name=""/>
                  <p:cNvGrpSpPr/>
                  <p:nvPr/>
                </p:nvGrpSpPr>
                <p:grpSpPr bwMode="auto">
                  <a:xfrm>
                    <a:off x="1703610" y="0"/>
                    <a:ext cx="732690" cy="3337515"/>
                    <a:chOff x="0" y="0"/>
                    <a:chExt cx="732690" cy="3337515"/>
                  </a:xfrm>
                </p:grpSpPr>
                <p:sp>
                  <p:nvSpPr>
                    <p:cNvPr id="195465236" name=""/>
                    <p:cNvSpPr/>
                    <p:nvPr/>
                  </p:nvSpPr>
                  <p:spPr bwMode="auto">
                    <a:xfrm rot="0" flipH="0" flipV="0">
                      <a:off x="0" y="2604825"/>
                      <a:ext cx="732690" cy="732690"/>
                    </a:xfrm>
                    <a:prstGeom prst="ellipse">
                      <a:avLst/>
                    </a:prstGeom>
                    <a:solidFill>
                      <a:srgbClr val="FFC926"/>
                    </a:solidFill>
                    <a:ln w="38100" cap="flat" cmpd="sng" algn="ctr">
                      <a:solidFill>
                        <a:schemeClr val="tx1"/>
                      </a:solidFill>
                      <a:prstDash val="sysDash"/>
                      <a:miter lim="800000"/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</p:sp>
                <p:sp>
                  <p:nvSpPr>
                    <p:cNvPr id="758964212" name=""/>
                    <p:cNvSpPr/>
                    <p:nvPr/>
                  </p:nvSpPr>
                  <p:spPr bwMode="auto">
                    <a:xfrm rot="0" flipH="0" flipV="0">
                      <a:off x="0" y="1302408"/>
                      <a:ext cx="732690" cy="732690"/>
                    </a:xfrm>
                    <a:prstGeom prst="ellipse">
                      <a:avLst/>
                    </a:prstGeom>
                    <a:solidFill>
                      <a:srgbClr val="FFC926"/>
                    </a:solidFill>
                    <a:ln w="38100" cap="flat" cmpd="sng" algn="ctr">
                      <a:solidFill>
                        <a:schemeClr val="tx1"/>
                      </a:solidFill>
                      <a:prstDash val="sysDash"/>
                      <a:miter lim="800000"/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</p:sp>
                <p:sp>
                  <p:nvSpPr>
                    <p:cNvPr id="591471022" name=""/>
                    <p:cNvSpPr/>
                    <p:nvPr/>
                  </p:nvSpPr>
                  <p:spPr bwMode="auto">
                    <a:xfrm rot="0" flipH="0" flipV="0">
                      <a:off x="0" y="0"/>
                      <a:ext cx="732690" cy="732690"/>
                    </a:xfrm>
                    <a:prstGeom prst="ellipse">
                      <a:avLst/>
                    </a:prstGeom>
                    <a:solidFill>
                      <a:srgbClr val="FFC926"/>
                    </a:solidFill>
                    <a:ln w="38100" cap="flat" cmpd="sng" algn="ctr">
                      <a:solidFill>
                        <a:schemeClr val="tx1"/>
                      </a:solidFill>
                      <a:prstDash val="sysDash"/>
                      <a:miter lim="800000"/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</p:sp>
              </p:grpSp>
            </p:grpSp>
            <p:grpSp>
              <p:nvGrpSpPr>
                <p:cNvPr id="1068183383" name=""/>
                <p:cNvGrpSpPr/>
                <p:nvPr/>
              </p:nvGrpSpPr>
              <p:grpSpPr bwMode="auto">
                <a:xfrm rot="10800000">
                  <a:off x="5264670" y="0"/>
                  <a:ext cx="3974220" cy="3337515"/>
                  <a:chOff x="0" y="0"/>
                  <a:chExt cx="3974220" cy="3337515"/>
                </a:xfrm>
              </p:grpSpPr>
              <p:cxnSp>
                <p:nvCxnSpPr>
                  <p:cNvPr id="821004646" name=""/>
                  <p:cNvCxnSpPr/>
                  <p:nvPr/>
                </p:nvCxnSpPr>
                <p:spPr bwMode="auto">
                  <a:xfrm rot="10800000" flipH="0" flipV="0">
                    <a:off x="2436300" y="1668755"/>
                    <a:ext cx="805230" cy="0"/>
                  </a:xfrm>
                  <a:prstGeom prst="line">
                    <a:avLst/>
                  </a:prstGeom>
                  <a:ln w="38100" cap="flat" cmpd="sng" algn="ctr">
                    <a:solidFill>
                      <a:srgbClr val="000000"/>
                    </a:solidFill>
                    <a:prstDash val="solid"/>
                    <a:miter lim="800000"/>
                  </a:ln>
                </p:spPr>
                <p:style>
                  <a:lnRef idx="1">
                    <a:schemeClr val="accent1">
                      <a:shade val="50000"/>
                    </a:schemeClr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71180552" name=""/>
                  <p:cNvCxnSpPr/>
                  <p:nvPr/>
                </p:nvCxnSpPr>
                <p:spPr bwMode="auto">
                  <a:xfrm rot="16199998" flipH="0" flipV="1">
                    <a:off x="2370881" y="431760"/>
                    <a:ext cx="1043366" cy="912529"/>
                  </a:xfrm>
                  <a:prstGeom prst="line">
                    <a:avLst/>
                  </a:prstGeom>
                  <a:ln w="38100" cap="flat" cmpd="sng" algn="ctr">
                    <a:solidFill>
                      <a:srgbClr val="000000"/>
                    </a:solidFill>
                    <a:prstDash val="solid"/>
                    <a:miter lim="800000"/>
                  </a:ln>
                </p:spPr>
                <p:style>
                  <a:lnRef idx="1">
                    <a:schemeClr val="accent1">
                      <a:shade val="50000"/>
                    </a:schemeClr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152552110" name=""/>
                  <p:cNvCxnSpPr/>
                  <p:nvPr/>
                </p:nvCxnSpPr>
                <p:spPr bwMode="auto">
                  <a:xfrm rot="5399997" flipH="0" flipV="0">
                    <a:off x="2370883" y="1993221"/>
                    <a:ext cx="1043364" cy="912529"/>
                  </a:xfrm>
                  <a:prstGeom prst="line">
                    <a:avLst/>
                  </a:prstGeom>
                  <a:ln w="38100" cap="flat" cmpd="sng" algn="ctr">
                    <a:solidFill>
                      <a:srgbClr val="000000"/>
                    </a:solidFill>
                    <a:prstDash val="solid"/>
                    <a:miter lim="800000"/>
                  </a:ln>
                </p:spPr>
                <p:style>
                  <a:lnRef idx="1">
                    <a:schemeClr val="accent1">
                      <a:shade val="50000"/>
                    </a:schemeClr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sp>
                <p:nvSpPr>
                  <p:cNvPr id="466641196" name=""/>
                  <p:cNvSpPr/>
                  <p:nvPr/>
                </p:nvSpPr>
                <p:spPr bwMode="auto">
                  <a:xfrm rot="0" flipH="0" flipV="0">
                    <a:off x="3241530" y="1302408"/>
                    <a:ext cx="732690" cy="732690"/>
                  </a:xfrm>
                  <a:prstGeom prst="ellipse">
                    <a:avLst/>
                  </a:prstGeom>
                  <a:solidFill>
                    <a:srgbClr val="E173FF"/>
                  </a:solidFill>
                  <a:ln w="38100" cap="flat" cmpd="sng" algn="ctr">
                    <a:solidFill>
                      <a:srgbClr val="000000"/>
                    </a:solidFill>
                    <a:prstDash val="solid"/>
                    <a:miter lim="800000"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</p:sp>
              <p:cxnSp>
                <p:nvCxnSpPr>
                  <p:cNvPr id="1880166039" name=""/>
                  <p:cNvCxnSpPr/>
                  <p:nvPr/>
                </p:nvCxnSpPr>
                <p:spPr bwMode="auto">
                  <a:xfrm rot="10800000" flipH="0" flipV="0">
                    <a:off x="732690" y="2971170"/>
                    <a:ext cx="970920" cy="0"/>
                  </a:xfrm>
                  <a:prstGeom prst="line">
                    <a:avLst/>
                  </a:prstGeom>
                  <a:ln w="38100" cap="flat" cmpd="sng" algn="ctr">
                    <a:solidFill>
                      <a:schemeClr val="tx1"/>
                    </a:solidFill>
                    <a:prstDash val="solid"/>
                    <a:miter lim="800000"/>
                  </a:ln>
                </p:spPr>
                <p:style>
                  <a:lnRef idx="1">
                    <a:schemeClr val="accent1">
                      <a:shade val="50000"/>
                    </a:schemeClr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2095890906" name=""/>
                  <p:cNvCxnSpPr/>
                  <p:nvPr/>
                </p:nvCxnSpPr>
                <p:spPr bwMode="auto">
                  <a:xfrm rot="10800000" flipH="0" flipV="1">
                    <a:off x="732690" y="1668753"/>
                    <a:ext cx="970920" cy="0"/>
                  </a:xfrm>
                  <a:prstGeom prst="line">
                    <a:avLst/>
                  </a:prstGeom>
                  <a:ln w="38100" cap="flat" cmpd="sng" algn="ctr">
                    <a:solidFill>
                      <a:schemeClr val="tx1"/>
                    </a:solidFill>
                    <a:prstDash val="solid"/>
                    <a:miter lim="800000"/>
                  </a:ln>
                </p:spPr>
                <p:style>
                  <a:lnRef idx="1">
                    <a:schemeClr val="accent1">
                      <a:shade val="50000"/>
                    </a:schemeClr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600890513" name=""/>
                  <p:cNvCxnSpPr/>
                  <p:nvPr/>
                </p:nvCxnSpPr>
                <p:spPr bwMode="auto">
                  <a:xfrm rot="10800000" flipH="0" flipV="0">
                    <a:off x="732690" y="366345"/>
                    <a:ext cx="970920" cy="0"/>
                  </a:xfrm>
                  <a:prstGeom prst="line">
                    <a:avLst/>
                  </a:prstGeom>
                  <a:ln w="38100" cap="flat" cmpd="sng" algn="ctr">
                    <a:solidFill>
                      <a:schemeClr val="tx1"/>
                    </a:solidFill>
                    <a:prstDash val="solid"/>
                    <a:miter lim="800000"/>
                  </a:ln>
                </p:spPr>
                <p:style>
                  <a:lnRef idx="1">
                    <a:schemeClr val="accent1">
                      <a:shade val="50000"/>
                    </a:schemeClr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grpSp>
                <p:nvGrpSpPr>
                  <p:cNvPr id="603737093" name=""/>
                  <p:cNvGrpSpPr/>
                  <p:nvPr/>
                </p:nvGrpSpPr>
                <p:grpSpPr bwMode="auto">
                  <a:xfrm>
                    <a:off x="0" y="0"/>
                    <a:ext cx="732690" cy="3337515"/>
                    <a:chOff x="0" y="0"/>
                    <a:chExt cx="732690" cy="3337515"/>
                  </a:xfrm>
                </p:grpSpPr>
                <p:sp>
                  <p:nvSpPr>
                    <p:cNvPr id="1474582365" name=""/>
                    <p:cNvSpPr/>
                    <p:nvPr/>
                  </p:nvSpPr>
                  <p:spPr bwMode="auto">
                    <a:xfrm rot="0" flipH="0" flipV="0">
                      <a:off x="0" y="2604825"/>
                      <a:ext cx="732690" cy="732690"/>
                    </a:xfrm>
                    <a:prstGeom prst="ellipse">
                      <a:avLst/>
                    </a:prstGeom>
                    <a:solidFill>
                      <a:srgbClr val="FF4C4C"/>
                    </a:solidFill>
                    <a:ln w="38100" cap="flat" cmpd="sng" algn="ctr">
                      <a:solidFill>
                        <a:srgbClr val="000000"/>
                      </a:solidFill>
                      <a:prstDash val="solid"/>
                      <a:miter lim="800000"/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</p:sp>
                <p:sp>
                  <p:nvSpPr>
                    <p:cNvPr id="493405184" name=""/>
                    <p:cNvSpPr/>
                    <p:nvPr/>
                  </p:nvSpPr>
                  <p:spPr bwMode="auto">
                    <a:xfrm rot="0" flipH="0" flipV="0">
                      <a:off x="0" y="1302408"/>
                      <a:ext cx="732690" cy="732690"/>
                    </a:xfrm>
                    <a:prstGeom prst="ellipse">
                      <a:avLst/>
                    </a:prstGeom>
                    <a:solidFill>
                      <a:srgbClr val="FF4C4C"/>
                    </a:solidFill>
                    <a:ln w="38100" cap="flat" cmpd="sng" algn="ctr">
                      <a:solidFill>
                        <a:srgbClr val="000000"/>
                      </a:solidFill>
                      <a:prstDash val="solid"/>
                      <a:miter lim="800000"/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</p:sp>
                <p:sp>
                  <p:nvSpPr>
                    <p:cNvPr id="546013776" name=""/>
                    <p:cNvSpPr/>
                    <p:nvPr/>
                  </p:nvSpPr>
                  <p:spPr bwMode="auto">
                    <a:xfrm rot="0" flipH="0" flipV="0">
                      <a:off x="0" y="0"/>
                      <a:ext cx="732690" cy="732690"/>
                    </a:xfrm>
                    <a:prstGeom prst="ellipse">
                      <a:avLst/>
                    </a:prstGeom>
                    <a:solidFill>
                      <a:srgbClr val="FF4C4C"/>
                    </a:solidFill>
                    <a:ln w="38100" cap="flat" cmpd="sng" algn="ctr">
                      <a:solidFill>
                        <a:srgbClr val="000000"/>
                      </a:solidFill>
                      <a:prstDash val="solid"/>
                      <a:miter lim="800000"/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</p:sp>
              </p:grpSp>
              <p:grpSp>
                <p:nvGrpSpPr>
                  <p:cNvPr id="1467173247" name=""/>
                  <p:cNvGrpSpPr/>
                  <p:nvPr/>
                </p:nvGrpSpPr>
                <p:grpSpPr bwMode="auto">
                  <a:xfrm>
                    <a:off x="1703610" y="0"/>
                    <a:ext cx="732690" cy="3337515"/>
                    <a:chOff x="0" y="0"/>
                    <a:chExt cx="732690" cy="3337515"/>
                  </a:xfrm>
                </p:grpSpPr>
                <p:sp>
                  <p:nvSpPr>
                    <p:cNvPr id="1795807280" name=""/>
                    <p:cNvSpPr/>
                    <p:nvPr/>
                  </p:nvSpPr>
                  <p:spPr bwMode="auto">
                    <a:xfrm rot="0" flipH="0" flipV="0">
                      <a:off x="0" y="2604825"/>
                      <a:ext cx="732690" cy="732690"/>
                    </a:xfrm>
                    <a:prstGeom prst="ellipse">
                      <a:avLst/>
                    </a:prstGeom>
                    <a:solidFill>
                      <a:srgbClr val="FFC926"/>
                    </a:solidFill>
                    <a:ln w="38100" cap="flat" cmpd="sng" algn="ctr">
                      <a:solidFill>
                        <a:schemeClr val="tx1"/>
                      </a:solidFill>
                      <a:prstDash val="sysDash"/>
                      <a:miter lim="800000"/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</p:sp>
                <p:sp>
                  <p:nvSpPr>
                    <p:cNvPr id="1363775069" name=""/>
                    <p:cNvSpPr/>
                    <p:nvPr/>
                  </p:nvSpPr>
                  <p:spPr bwMode="auto">
                    <a:xfrm rot="0" flipH="0" flipV="0">
                      <a:off x="0" y="1302408"/>
                      <a:ext cx="732690" cy="732690"/>
                    </a:xfrm>
                    <a:prstGeom prst="ellipse">
                      <a:avLst/>
                    </a:prstGeom>
                    <a:solidFill>
                      <a:srgbClr val="FFC926"/>
                    </a:solidFill>
                    <a:ln w="38100" cap="flat" cmpd="sng" algn="ctr">
                      <a:solidFill>
                        <a:schemeClr val="tx1"/>
                      </a:solidFill>
                      <a:prstDash val="sysDash"/>
                      <a:miter lim="800000"/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</p:sp>
                <p:sp>
                  <p:nvSpPr>
                    <p:cNvPr id="63503343" name=""/>
                    <p:cNvSpPr/>
                    <p:nvPr/>
                  </p:nvSpPr>
                  <p:spPr bwMode="auto">
                    <a:xfrm rot="0" flipH="0" flipV="0">
                      <a:off x="0" y="0"/>
                      <a:ext cx="732690" cy="732690"/>
                    </a:xfrm>
                    <a:prstGeom prst="ellipse">
                      <a:avLst/>
                    </a:prstGeom>
                    <a:solidFill>
                      <a:srgbClr val="FFC926"/>
                    </a:solidFill>
                    <a:ln w="38100" cap="flat" cmpd="sng" algn="ctr">
                      <a:solidFill>
                        <a:schemeClr val="tx1"/>
                      </a:solidFill>
                      <a:prstDash val="sysDash"/>
                      <a:miter lim="800000"/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</p:sp>
              </p:grpSp>
            </p:grpSp>
            <p:sp>
              <p:nvSpPr>
                <p:cNvPr id="901776762" name=""/>
                <p:cNvSpPr txBox="1"/>
                <p:nvPr/>
              </p:nvSpPr>
              <p:spPr bwMode="auto">
                <a:xfrm rot="0" flipH="0" flipV="0">
                  <a:off x="4234262" y="1037943"/>
                  <a:ext cx="790743" cy="518519"/>
                </a:xfrm>
                <a:prstGeom prst="rect">
                  <a:avLst/>
                </a:prstGeom>
                <a:noFill/>
              </p:spPr>
              <p:txBody>
                <a:bodyPr vertOverflow="overflow" horzOverflow="overflow" vert="horz" wrap="square" lIns="91440" tIns="45720" rIns="91440" bIns="45720" numCol="1" spcCol="0" rtlCol="0" fromWordArt="0" anchor="t" anchorCtr="0" forceAA="0" upright="0" compatLnSpc="0">
                  <a:spAutoFit/>
                </a:bodyPr>
                <a:p>
                  <a:pPr>
                    <a:defRPr/>
                  </a:pPr>
                  <a:r>
                    <a:rPr lang="fr-FR" sz="2800" b="1" i="1">
                      <a:solidFill>
                        <a:srgbClr val="FF9900"/>
                      </a:solidFill>
                      <a:latin typeface="CMU Serif"/>
                      <a:ea typeface="CMU Serif"/>
                      <a:cs typeface="CMU Serif"/>
                    </a:rPr>
                    <a:t>CZ</a:t>
                  </a:r>
                  <a:endParaRPr sz="2800" b="1" i="1">
                    <a:solidFill>
                      <a:srgbClr val="FF9900"/>
                    </a:solidFill>
                    <a:latin typeface="CMU Serif"/>
                    <a:cs typeface="CMU Serif"/>
                  </a:endParaRPr>
                </a:p>
              </p:txBody>
            </p:sp>
            <p:sp>
              <p:nvSpPr>
                <p:cNvPr id="843370235" name=""/>
                <p:cNvSpPr txBox="1"/>
                <p:nvPr/>
              </p:nvSpPr>
              <p:spPr bwMode="auto">
                <a:xfrm rot="0" flipH="0" flipV="0">
                  <a:off x="3863370" y="1941093"/>
                  <a:ext cx="1512872" cy="762359"/>
                </a:xfrm>
                <a:prstGeom prst="rect">
                  <a:avLst/>
                </a:prstGeom>
                <a:noFill/>
              </p:spPr>
              <p:txBody>
                <a:bodyPr vertOverflow="overflow" horzOverflow="overflow" vert="horz" wrap="square" lIns="91440" tIns="45720" rIns="91440" bIns="45720" numCol="1" spcCol="0" rtlCol="0" fromWordArt="0" anchor="t" anchorCtr="0" forceAA="0" upright="0" compatLnSpc="0">
                  <a:spAutoFit/>
                </a:bodyPr>
                <a:p>
                  <a:pPr algn="ctr">
                    <a:defRPr/>
                  </a:pPr>
                  <a:r>
                    <a:rPr lang="fr-FR" sz="2200" b="1" i="0">
                      <a:solidFill>
                        <a:srgbClr val="DB4CFF"/>
                      </a:solidFill>
                      <a:latin typeface="CMU Serif"/>
                      <a:ea typeface="CMU Serif"/>
                      <a:cs typeface="CMU Serif"/>
                    </a:rPr>
                    <a:t>Anchor qubit</a:t>
                  </a:r>
                  <a:r>
                    <a:rPr lang="fr-FR" sz="2200" b="1" i="0">
                      <a:solidFill>
                        <a:srgbClr val="DB4CFF"/>
                      </a:solidFill>
                      <a:latin typeface="CMU Serif"/>
                      <a:cs typeface="CMU Serif"/>
                    </a:rPr>
                    <a:t>s</a:t>
                  </a:r>
                  <a:endParaRPr sz="2200" b="1" i="0">
                    <a:solidFill>
                      <a:srgbClr val="DB4CFF"/>
                    </a:solidFill>
                    <a:latin typeface="CMU Serif"/>
                    <a:cs typeface="CMU Serif"/>
                  </a:endParaRPr>
                </a:p>
              </p:txBody>
            </p:sp>
          </p:grpSp>
          <p:sp>
            <p:nvSpPr>
              <p:cNvPr id="1703111495" name=""/>
              <p:cNvSpPr txBox="1"/>
              <p:nvPr/>
            </p:nvSpPr>
            <p:spPr bwMode="auto">
              <a:xfrm rot="0" flipH="0" flipV="0">
                <a:off x="4239348" y="118238"/>
                <a:ext cx="795421" cy="518519"/>
              </a:xfrm>
              <a:prstGeom prst="rect">
                <a:avLst/>
              </a:prstGeom>
              <a:noFill/>
            </p:spPr>
            <p:txBody>
              <a:bodyPr vertOverflow="overflow" horzOverflow="overflow" vert="horz" wrap="square" lIns="91440" tIns="45720" rIns="91440" bIns="45720" numCol="1" spcCol="0" rtlCol="0" fromWordArt="0" anchor="t" anchorCtr="0" forceAA="0" upright="0" compatLnSpc="0">
                <a:spAutoFit/>
              </a:bodyPr>
              <a:p>
                <a:pPr>
                  <a:defRPr/>
                </a:pPr>
                <mc:AlternateContent xmlns:mc="http://schemas.openxmlformats.org/markup-compatibility/2006" xmlns:m="http://schemas.openxmlformats.org/officeDocument/2006/math">
                  <mc:Choice xmlns:a14="http://schemas.microsoft.com/office/drawing/2010/main" Requires="a14">
                    <a14:m>
                      <m:oMathPara>
                        <m:oMathParaPr/>
                        <m:oMath>
                          <m:sSub>
                            <m:sSubPr>
                              <m:ctrlPr>
                                <a:rPr lang="en-US" sz="2800" b="1" i="1" u="none" strike="noStrike" cap="none" spc="0">
                                  <a:solidFill>
                                    <a:schemeClr val="tx1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bi"/>
                                </m:rPr>
                                <a:rPr lang="en-US" sz="2800" u="none" strike="noStrike" cap="none" spc="0">
                                  <a:solidFill>
                                    <a:schemeClr val="tx1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M</m:t>
                              </m:r>
                            </m:e>
                            <m:sub>
                              <m:r>
                                <m:rPr>
                                  <m:sty m:val="bi"/>
                                </m:rPr>
                                <a:rPr lang="en-US" sz="2800" u="none" strike="noStrike" cap="none" spc="0">
                                  <a:solidFill>
                                    <a:schemeClr val="tx1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X</m:t>
                              </m:r>
                            </m:sub>
                          </m:sSub>
                        </m:oMath>
                      </m:oMathPara>
                    </a14:m>
                  </mc:Choice>
                  <mc:Fallback/>
                </mc:AlternateContent>
                <a:endParaRPr sz="2800" b="1" i="1">
                  <a:solidFill>
                    <a:schemeClr val="tx1"/>
                  </a:solidFill>
                  <a:latin typeface="C059"/>
                  <a:cs typeface="C059"/>
                </a:endParaRPr>
              </a:p>
            </p:txBody>
          </p:sp>
          <p:cxnSp>
            <p:nvCxnSpPr>
              <p:cNvPr id="1893180460" name=""/>
              <p:cNvCxnSpPr/>
              <p:nvPr/>
            </p:nvCxnSpPr>
            <p:spPr bwMode="auto">
              <a:xfrm rot="10800000" flipH="0" flipV="1">
                <a:off x="3858489" y="645692"/>
                <a:ext cx="514348" cy="590548"/>
              </a:xfrm>
              <a:prstGeom prst="line">
                <a:avLst/>
              </a:prstGeom>
              <a:ln w="28575" cap="flat" cmpd="sng" algn="ctr">
                <a:solidFill>
                  <a:schemeClr val="tx1"/>
                </a:solidFill>
                <a:prstDash val="solid"/>
                <a:miter lim="800000"/>
                <a:tailEnd type="arrow" len="med"/>
              </a:ln>
            </p:spPr>
            <p:style>
              <a:lnRef idx="1">
                <a:schemeClr val="accent1">
                  <a:shade val="50000"/>
                </a:schemeClr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04879951" name=""/>
              <p:cNvCxnSpPr/>
              <p:nvPr/>
            </p:nvCxnSpPr>
            <p:spPr bwMode="auto">
              <a:xfrm rot="10800000" flipH="1" flipV="1">
                <a:off x="4868137" y="607591"/>
                <a:ext cx="514347" cy="590548"/>
              </a:xfrm>
              <a:prstGeom prst="line">
                <a:avLst/>
              </a:prstGeom>
              <a:ln w="28575" cap="flat" cmpd="sng" algn="ctr">
                <a:solidFill>
                  <a:schemeClr val="tx1"/>
                </a:solidFill>
                <a:prstDash val="solid"/>
                <a:miter lim="800000"/>
                <a:tailEnd type="arrow" len="med"/>
              </a:ln>
            </p:spPr>
            <p:style>
              <a:lnRef idx="1">
                <a:schemeClr val="accent1">
                  <a:shade val="50000"/>
                </a:schemeClr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072389118" name=""/>
              <p:cNvSpPr txBox="1"/>
              <p:nvPr/>
            </p:nvSpPr>
            <p:spPr bwMode="auto">
              <a:xfrm rot="5400000" flipH="0" flipV="0">
                <a:off x="990825" y="2055258"/>
                <a:ext cx="667605" cy="640440"/>
              </a:xfrm>
              <a:prstGeom prst="rect">
                <a:avLst/>
              </a:prstGeom>
              <a:noFill/>
            </p:spPr>
            <p:txBody>
              <a:bodyPr vertOverflow="overflow" horzOverflow="overflow" vert="horz" wrap="square" lIns="91440" tIns="45720" rIns="91440" bIns="45720" numCol="1" spcCol="0" rtlCol="0" fromWordArt="0" anchor="t" anchorCtr="0" forceAA="0" upright="0" compatLnSpc="0">
                <a:spAutoFit/>
              </a:bodyPr>
              <a:p>
                <a:pPr>
                  <a:defRPr/>
                </a:pPr>
                <a:r>
                  <a:rPr lang="fr-FR" sz="3600" b="1" i="0" u="none" strike="noStrike" cap="none" spc="0">
                    <a:solidFill>
                      <a:schemeClr val="tx1"/>
                    </a:solidFill>
                    <a:latin typeface="Arial"/>
                    <a:ea typeface="Arial"/>
                    <a:cs typeface="Arial"/>
                  </a:rPr>
                  <a:t>…</a:t>
                </a:r>
                <a:endParaRPr sz="3600" b="1"/>
              </a:p>
            </p:txBody>
          </p:sp>
          <p:sp>
            <p:nvSpPr>
              <p:cNvPr id="574090520" name=""/>
              <p:cNvSpPr txBox="1"/>
              <p:nvPr/>
            </p:nvSpPr>
            <p:spPr bwMode="auto">
              <a:xfrm rot="5400000" flipH="0" flipV="0">
                <a:off x="7907794" y="2055438"/>
                <a:ext cx="667964" cy="640440"/>
              </a:xfrm>
              <a:prstGeom prst="rect">
                <a:avLst/>
              </a:prstGeom>
              <a:noFill/>
            </p:spPr>
            <p:txBody>
              <a:bodyPr vertOverflow="overflow" horzOverflow="overflow" vert="horz" wrap="square" lIns="91440" tIns="45720" rIns="91440" bIns="45720" numCol="1" spcCol="0" rtlCol="0" fromWordArt="0" anchor="t" anchorCtr="0" forceAA="0" upright="0" compatLnSpc="0">
                <a:spAutoFit/>
              </a:bodyPr>
              <a:p>
                <a:pPr>
                  <a:defRPr/>
                </a:pPr>
                <a:r>
                  <a:rPr lang="fr-FR" sz="3600" b="1" i="0" u="none" strike="noStrike" cap="none" spc="0">
                    <a:solidFill>
                      <a:schemeClr val="tx1"/>
                    </a:solidFill>
                    <a:latin typeface="Arial"/>
                    <a:ea typeface="Arial"/>
                    <a:cs typeface="Arial"/>
                  </a:rPr>
                  <a:t>…</a:t>
                </a:r>
                <a:endParaRPr sz="3600" b="1"/>
              </a:p>
            </p:txBody>
          </p:sp>
        </p:grpSp>
        <p:sp>
          <p:nvSpPr>
            <p:cNvPr id="548925508" name=""/>
            <p:cNvSpPr txBox="1"/>
            <p:nvPr/>
          </p:nvSpPr>
          <p:spPr bwMode="auto">
            <a:xfrm rot="0" flipH="0" flipV="0">
              <a:off x="8176417" y="4922817"/>
              <a:ext cx="6512411" cy="457559"/>
            </a:xfrm>
            <a:prstGeom prst="rect">
              <a:avLst/>
            </a:prstGeom>
            <a:noFill/>
          </p:spPr>
          <p:txBody>
            <a:bodyPr vertOverflow="overflow" horzOverflow="overflow" vert="horz" wrap="square" lIns="91440" tIns="45720" rIns="91440" bIns="45720" numCol="1" spcCol="0" rtlCol="0" fromWordArt="0" anchor="t" anchorCtr="0" forceAA="0" upright="0" compatLnSpc="0">
              <a:spAutoFit/>
            </a:bodyPr>
            <a:p>
              <a:pPr algn="ctr">
                <a:defRPr/>
              </a:pPr>
              <a:r>
                <a:rPr lang="fr-FR" sz="2400" b="0">
                  <a:latin typeface="CMU Serif"/>
                  <a:ea typeface="CMU Serif"/>
                  <a:cs typeface="CMU Serif"/>
                </a:rPr>
                <a:t>(b)  XXXXXXXXXXXXX</a:t>
              </a:r>
              <a:endParaRPr sz="2400" b="0" i="0">
                <a:latin typeface="CMU Serif"/>
                <a:cs typeface="CMU Serif"/>
              </a:endParaRPr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grpSp>
        <p:nvGrpSpPr>
          <p:cNvPr id="668625940" name=""/>
          <p:cNvGrpSpPr/>
          <p:nvPr/>
        </p:nvGrpSpPr>
        <p:grpSpPr bwMode="auto">
          <a:xfrm flipH="0" flipV="0">
            <a:off x="7336691" y="4492561"/>
            <a:ext cx="3792462" cy="3775203"/>
            <a:chOff x="0" y="0"/>
            <a:chExt cx="3792462" cy="3775203"/>
          </a:xfrm>
        </p:grpSpPr>
        <p:grpSp>
          <p:nvGrpSpPr>
            <p:cNvPr id="1699717873" name=""/>
            <p:cNvGrpSpPr/>
            <p:nvPr/>
          </p:nvGrpSpPr>
          <p:grpSpPr bwMode="auto">
            <a:xfrm rot="10800000" flipH="0" flipV="0">
              <a:off x="789780" y="880530"/>
              <a:ext cx="2242593" cy="1883309"/>
              <a:chOff x="0" y="0"/>
              <a:chExt cx="2242593" cy="1883309"/>
            </a:xfrm>
          </p:grpSpPr>
          <p:cxnSp>
            <p:nvCxnSpPr>
              <p:cNvPr id="803574124" name=""/>
              <p:cNvCxnSpPr/>
              <p:nvPr/>
            </p:nvCxnSpPr>
            <p:spPr bwMode="auto">
              <a:xfrm rot="10800000" flipH="0" flipV="0">
                <a:off x="1374768" y="941652"/>
                <a:ext cx="454378" cy="0"/>
              </a:xfrm>
              <a:prstGeom prst="line">
                <a:avLst/>
              </a:prstGeom>
              <a:ln w="38100" cap="flat" cmpd="sng" algn="ctr">
                <a:solidFill>
                  <a:srgbClr val="000000"/>
                </a:solidFill>
                <a:prstDash val="solid"/>
                <a:miter lim="800000"/>
              </a:ln>
            </p:spPr>
            <p:style>
              <a:lnRef idx="1">
                <a:schemeClr val="accent1">
                  <a:shade val="50000"/>
                </a:schemeClr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33678582" name=""/>
              <p:cNvCxnSpPr/>
              <p:nvPr/>
            </p:nvCxnSpPr>
            <p:spPr bwMode="auto">
              <a:xfrm rot="16199998" flipH="0" flipV="1">
                <a:off x="1337852" y="243634"/>
                <a:ext cx="588755" cy="514926"/>
              </a:xfrm>
              <a:prstGeom prst="line">
                <a:avLst/>
              </a:prstGeom>
              <a:ln w="38100" cap="flat" cmpd="sng" algn="ctr">
                <a:solidFill>
                  <a:srgbClr val="000000"/>
                </a:solidFill>
                <a:prstDash val="solid"/>
                <a:miter lim="800000"/>
              </a:ln>
            </p:spPr>
            <p:style>
              <a:lnRef idx="1">
                <a:schemeClr val="accent1">
                  <a:shade val="50000"/>
                </a:schemeClr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346512898" name=""/>
              <p:cNvCxnSpPr/>
              <p:nvPr/>
            </p:nvCxnSpPr>
            <p:spPr bwMode="auto">
              <a:xfrm rot="5399997" flipH="0" flipV="0">
                <a:off x="1337853" y="1124744"/>
                <a:ext cx="588754" cy="514926"/>
              </a:xfrm>
              <a:prstGeom prst="line">
                <a:avLst/>
              </a:prstGeom>
              <a:ln w="38100" cap="flat" cmpd="sng" algn="ctr">
                <a:solidFill>
                  <a:srgbClr val="000000"/>
                </a:solidFill>
                <a:prstDash val="solid"/>
                <a:miter lim="800000"/>
              </a:ln>
            </p:spPr>
            <p:style>
              <a:lnRef idx="1">
                <a:schemeClr val="accent1">
                  <a:shade val="50000"/>
                </a:schemeClr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779479889" name=""/>
              <p:cNvSpPr/>
              <p:nvPr/>
            </p:nvSpPr>
            <p:spPr bwMode="auto">
              <a:xfrm rot="0" flipH="0" flipV="0">
                <a:off x="1829146" y="734928"/>
                <a:ext cx="413445" cy="413445"/>
              </a:xfrm>
              <a:prstGeom prst="ellipse">
                <a:avLst/>
              </a:prstGeom>
              <a:solidFill>
                <a:srgbClr val="E173FF"/>
              </a:solidFill>
              <a:ln w="38100" cap="flat" cmpd="sng" algn="ctr">
                <a:solidFill>
                  <a:srgbClr val="000000"/>
                </a:solidFill>
                <a:prstDash val="solid"/>
                <a:miter lim="800000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</p:sp>
          <p:cxnSp>
            <p:nvCxnSpPr>
              <p:cNvPr id="1099953854" name=""/>
              <p:cNvCxnSpPr/>
              <p:nvPr/>
            </p:nvCxnSpPr>
            <p:spPr bwMode="auto">
              <a:xfrm rot="10800000" flipH="0" flipV="0">
                <a:off x="413445" y="1676586"/>
                <a:ext cx="547875" cy="0"/>
              </a:xfrm>
              <a:prstGeom prst="line">
                <a:avLst/>
              </a:prstGeom>
              <a:ln w="38100" cap="flat" cmpd="sng" algn="ctr">
                <a:solidFill>
                  <a:schemeClr val="tx1"/>
                </a:solidFill>
                <a:prstDash val="solid"/>
                <a:miter lim="800000"/>
              </a:ln>
            </p:spPr>
            <p:style>
              <a:lnRef idx="1">
                <a:schemeClr val="accent1">
                  <a:shade val="50000"/>
                </a:schemeClr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91552035" name=""/>
              <p:cNvCxnSpPr/>
              <p:nvPr/>
            </p:nvCxnSpPr>
            <p:spPr bwMode="auto">
              <a:xfrm rot="10800000" flipH="0" flipV="1">
                <a:off x="413445" y="941652"/>
                <a:ext cx="547875" cy="0"/>
              </a:xfrm>
              <a:prstGeom prst="line">
                <a:avLst/>
              </a:prstGeom>
              <a:ln w="38100" cap="flat" cmpd="sng" algn="ctr">
                <a:solidFill>
                  <a:schemeClr val="tx1"/>
                </a:solidFill>
                <a:prstDash val="solid"/>
                <a:miter lim="800000"/>
              </a:ln>
            </p:spPr>
            <p:style>
              <a:lnRef idx="1">
                <a:schemeClr val="accent1">
                  <a:shade val="50000"/>
                </a:schemeClr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990051769" name=""/>
              <p:cNvCxnSpPr/>
              <p:nvPr/>
            </p:nvCxnSpPr>
            <p:spPr bwMode="auto">
              <a:xfrm rot="10800000" flipH="0" flipV="0">
                <a:off x="413445" y="206722"/>
                <a:ext cx="547875" cy="0"/>
              </a:xfrm>
              <a:prstGeom prst="line">
                <a:avLst/>
              </a:prstGeom>
              <a:ln w="38100" cap="flat" cmpd="sng" algn="ctr">
                <a:solidFill>
                  <a:schemeClr val="tx1"/>
                </a:solidFill>
                <a:prstDash val="solid"/>
                <a:miter lim="800000"/>
              </a:ln>
            </p:spPr>
            <p:style>
              <a:lnRef idx="1">
                <a:schemeClr val="accent1">
                  <a:shade val="50000"/>
                </a:schemeClr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grpSp>
            <p:nvGrpSpPr>
              <p:cNvPr id="1708453646" name=""/>
              <p:cNvGrpSpPr/>
              <p:nvPr/>
            </p:nvGrpSpPr>
            <p:grpSpPr bwMode="auto">
              <a:xfrm flipH="0" flipV="0">
                <a:off x="0" y="0"/>
                <a:ext cx="413445" cy="1883309"/>
                <a:chOff x="0" y="0"/>
                <a:chExt cx="413445" cy="1883309"/>
              </a:xfrm>
            </p:grpSpPr>
            <p:sp>
              <p:nvSpPr>
                <p:cNvPr id="1430523331" name=""/>
                <p:cNvSpPr/>
                <p:nvPr/>
              </p:nvSpPr>
              <p:spPr bwMode="auto">
                <a:xfrm rot="0" flipH="0" flipV="0">
                  <a:off x="0" y="1469863"/>
                  <a:ext cx="413445" cy="413445"/>
                </a:xfrm>
                <a:prstGeom prst="ellipse">
                  <a:avLst/>
                </a:prstGeom>
                <a:solidFill>
                  <a:srgbClr val="FF4C4C"/>
                </a:solidFill>
                <a:ln w="38100" cap="flat" cmpd="sng" algn="ctr">
                  <a:solidFill>
                    <a:srgbClr val="000000"/>
                  </a:solidFill>
                  <a:prstDash val="solid"/>
                  <a:miter lim="800000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</p:sp>
            <p:sp>
              <p:nvSpPr>
                <p:cNvPr id="503998519" name=""/>
                <p:cNvSpPr/>
                <p:nvPr/>
              </p:nvSpPr>
              <p:spPr bwMode="auto">
                <a:xfrm rot="0" flipH="0" flipV="0">
                  <a:off x="0" y="734928"/>
                  <a:ext cx="413445" cy="413445"/>
                </a:xfrm>
                <a:prstGeom prst="ellipse">
                  <a:avLst/>
                </a:prstGeom>
                <a:solidFill>
                  <a:srgbClr val="FF4C4C"/>
                </a:solidFill>
                <a:ln w="38100" cap="flat" cmpd="sng" algn="ctr">
                  <a:solidFill>
                    <a:srgbClr val="000000"/>
                  </a:solidFill>
                  <a:prstDash val="solid"/>
                  <a:miter lim="800000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</p:sp>
            <p:sp>
              <p:nvSpPr>
                <p:cNvPr id="871911159" name=""/>
                <p:cNvSpPr/>
                <p:nvPr/>
              </p:nvSpPr>
              <p:spPr bwMode="auto">
                <a:xfrm rot="0" flipH="0" flipV="0">
                  <a:off x="0" y="0"/>
                  <a:ext cx="413445" cy="413445"/>
                </a:xfrm>
                <a:prstGeom prst="ellipse">
                  <a:avLst/>
                </a:prstGeom>
                <a:solidFill>
                  <a:srgbClr val="FF4C4C"/>
                </a:solidFill>
                <a:ln w="38100" cap="flat" cmpd="sng" algn="ctr">
                  <a:solidFill>
                    <a:srgbClr val="000000"/>
                  </a:solidFill>
                  <a:prstDash val="solid"/>
                  <a:miter lim="800000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</p:sp>
          </p:grpSp>
          <p:grpSp>
            <p:nvGrpSpPr>
              <p:cNvPr id="668944674" name=""/>
              <p:cNvGrpSpPr/>
              <p:nvPr/>
            </p:nvGrpSpPr>
            <p:grpSpPr bwMode="auto">
              <a:xfrm flipH="0" flipV="0">
                <a:off x="961321" y="0"/>
                <a:ext cx="413445" cy="1883309"/>
                <a:chOff x="0" y="0"/>
                <a:chExt cx="413445" cy="1883309"/>
              </a:xfrm>
            </p:grpSpPr>
            <p:sp>
              <p:nvSpPr>
                <p:cNvPr id="392289333" name=""/>
                <p:cNvSpPr/>
                <p:nvPr/>
              </p:nvSpPr>
              <p:spPr bwMode="auto">
                <a:xfrm rot="0" flipH="0" flipV="0">
                  <a:off x="0" y="1469863"/>
                  <a:ext cx="413445" cy="413445"/>
                </a:xfrm>
                <a:prstGeom prst="ellipse">
                  <a:avLst/>
                </a:prstGeom>
                <a:solidFill>
                  <a:srgbClr val="FFC926"/>
                </a:solidFill>
                <a:ln w="38100" cap="flat" cmpd="sng" algn="ctr">
                  <a:solidFill>
                    <a:schemeClr val="tx1"/>
                  </a:solidFill>
                  <a:prstDash val="sysDash"/>
                  <a:miter lim="800000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</p:sp>
            <p:sp>
              <p:nvSpPr>
                <p:cNvPr id="1680201130" name=""/>
                <p:cNvSpPr/>
                <p:nvPr/>
              </p:nvSpPr>
              <p:spPr bwMode="auto">
                <a:xfrm rot="0" flipH="0" flipV="0">
                  <a:off x="0" y="734928"/>
                  <a:ext cx="413445" cy="413445"/>
                </a:xfrm>
                <a:prstGeom prst="ellipse">
                  <a:avLst/>
                </a:prstGeom>
                <a:solidFill>
                  <a:srgbClr val="FFC926"/>
                </a:solidFill>
                <a:ln w="38100" cap="flat" cmpd="sng" algn="ctr">
                  <a:solidFill>
                    <a:schemeClr val="tx1"/>
                  </a:solidFill>
                  <a:prstDash val="sysDash"/>
                  <a:miter lim="800000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</p:sp>
            <p:sp>
              <p:nvSpPr>
                <p:cNvPr id="1194614827" name=""/>
                <p:cNvSpPr/>
                <p:nvPr/>
              </p:nvSpPr>
              <p:spPr bwMode="auto">
                <a:xfrm rot="0" flipH="0" flipV="0">
                  <a:off x="0" y="0"/>
                  <a:ext cx="413445" cy="413445"/>
                </a:xfrm>
                <a:prstGeom prst="ellipse">
                  <a:avLst/>
                </a:prstGeom>
                <a:solidFill>
                  <a:srgbClr val="FFC926"/>
                </a:solidFill>
                <a:ln w="38100" cap="flat" cmpd="sng" algn="ctr">
                  <a:solidFill>
                    <a:schemeClr val="tx1"/>
                  </a:solidFill>
                  <a:prstDash val="sysDash"/>
                  <a:miter lim="800000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</p:sp>
          </p:grpSp>
        </p:grpSp>
        <p:grpSp>
          <p:nvGrpSpPr>
            <p:cNvPr id="1647858501" name=""/>
            <p:cNvGrpSpPr/>
            <p:nvPr/>
          </p:nvGrpSpPr>
          <p:grpSpPr bwMode="auto">
            <a:xfrm flipH="0" flipV="0">
              <a:off x="899934" y="2853554"/>
              <a:ext cx="2214423" cy="921648"/>
              <a:chOff x="0" y="0"/>
              <a:chExt cx="2214423" cy="921648"/>
            </a:xfrm>
          </p:grpSpPr>
          <p:sp>
            <p:nvSpPr>
              <p:cNvPr id="1148864750" name=""/>
              <p:cNvSpPr/>
              <p:nvPr/>
            </p:nvSpPr>
            <p:spPr bwMode="auto">
              <a:xfrm rot="16199998" flipH="0" flipV="0">
                <a:off x="1044978" y="-1044978"/>
                <a:ext cx="124464" cy="2214423"/>
              </a:xfrm>
              <a:prstGeom prst="leftBrace">
                <a:avLst>
                  <a:gd name="adj1" fmla="val 101801"/>
                  <a:gd name="adj2" fmla="val 50000"/>
                </a:avLst>
              </a:prstGeom>
              <a:ln w="38100" cap="flat" cmpd="sng" algn="ctr">
                <a:solidFill>
                  <a:schemeClr val="tx1"/>
                </a:solidFill>
                <a:prstDash val="solid"/>
                <a:miter lim="800000"/>
              </a:ln>
            </p:spPr>
            <p:style>
              <a:lnRef idx="1">
                <a:schemeClr val="accent1">
                  <a:shade val="50000"/>
                </a:schemeClr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sp>
          <p:sp>
            <p:nvSpPr>
              <p:cNvPr id="2096991151" name=""/>
              <p:cNvSpPr txBox="1"/>
              <p:nvPr/>
            </p:nvSpPr>
            <p:spPr bwMode="auto">
              <a:xfrm rot="0" flipH="0" flipV="0">
                <a:off x="243547" y="158750"/>
                <a:ext cx="1792024" cy="762897"/>
              </a:xfrm>
              <a:prstGeom prst="rect">
                <a:avLst/>
              </a:prstGeom>
              <a:noFill/>
            </p:spPr>
            <p:txBody>
              <a:bodyPr vertOverflow="overflow" horzOverflow="overflow" vert="horz" wrap="square" lIns="91440" tIns="45720" rIns="91440" bIns="45720" numCol="1" spcCol="0" rtlCol="0" fromWordArt="0" anchor="t" anchorCtr="0" forceAA="0" upright="0" compatLnSpc="0">
                <a:spAutoFit/>
              </a:bodyPr>
              <a:p>
                <a:pPr algn="ctr">
                  <a:defRPr/>
                </a:pPr>
                <a:r>
                  <a:rPr lang="fr-FR" sz="2200" b="0">
                    <a:latin typeface="CMU Serif"/>
                    <a:ea typeface="CMU Serif"/>
                    <a:cs typeface="CMU Serif"/>
                  </a:rPr>
                  <a:t>Half-RGS</a:t>
                </a:r>
                <a:br>
                  <a:rPr sz="2200" b="0">
                    <a:latin typeface="CMU Serif"/>
                    <a:cs typeface="CMU Serif"/>
                  </a:rPr>
                </a:br>
                <a:r>
                  <a:rPr lang="fr-FR" sz="2200" b="0">
                    <a:latin typeface="CMU Serif"/>
                    <a:cs typeface="CMU Serif"/>
                  </a:rPr>
                  <a:t>(</a:t>
                </a:r>
                <a:r>
                  <a:rPr lang="fr-FR" sz="2200" b="0" i="1" u="none" strike="noStrike" cap="none" spc="0">
                    <a:solidFill>
                      <a:schemeClr val="tx1"/>
                    </a:solidFill>
                    <a:latin typeface="CMU Serif"/>
                    <a:ea typeface="CMU Serif"/>
                    <a:cs typeface="CMU Serif"/>
                  </a:rPr>
                  <a:t>m </a:t>
                </a:r>
                <a:r>
                  <a:rPr lang="fr-FR" sz="2200" b="0" i="0" u="none" strike="noStrike" cap="none" spc="0">
                    <a:solidFill>
                      <a:schemeClr val="tx1"/>
                    </a:solidFill>
                    <a:latin typeface="CMU Serif"/>
                    <a:ea typeface="CMU Serif"/>
                    <a:cs typeface="CMU Serif"/>
                  </a:rPr>
                  <a:t>arms)</a:t>
                </a:r>
                <a:endParaRPr sz="2200" b="0">
                  <a:latin typeface="CMU Serif"/>
                  <a:cs typeface="CMU Serif"/>
                </a:endParaRPr>
              </a:p>
            </p:txBody>
          </p:sp>
        </p:grpSp>
        <p:sp>
          <p:nvSpPr>
            <p:cNvPr id="260541523" name=""/>
            <p:cNvSpPr txBox="1"/>
            <p:nvPr/>
          </p:nvSpPr>
          <p:spPr bwMode="auto">
            <a:xfrm rot="0" flipH="0" flipV="0">
              <a:off x="914895" y="0"/>
              <a:ext cx="1731640" cy="762359"/>
            </a:xfrm>
            <a:prstGeom prst="rect">
              <a:avLst/>
            </a:prstGeom>
            <a:noFill/>
          </p:spPr>
          <p:txBody>
            <a:bodyPr vertOverflow="overflow" horzOverflow="overflow" vert="horz" wrap="square" lIns="91440" tIns="45720" rIns="91440" bIns="45720" numCol="1" spcCol="0" rtlCol="0" fromWordArt="0" anchor="t" anchorCtr="0" forceAA="0" upright="0" compatLnSpc="0">
              <a:spAutoFit/>
            </a:bodyPr>
            <a:p>
              <a:pPr algn="ctr">
                <a:defRPr/>
              </a:pPr>
              <a:r>
                <a:rPr lang="fr-FR" sz="2200" b="1" i="0">
                  <a:solidFill>
                    <a:srgbClr val="E6B31C"/>
                  </a:solidFill>
                  <a:latin typeface="CMU Serif"/>
                  <a:ea typeface="CMU Serif"/>
                  <a:cs typeface="CMU Serif"/>
                </a:rPr>
                <a:t>I</a:t>
              </a:r>
              <a:r>
                <a:rPr lang="fr-FR" sz="2200" b="1">
                  <a:solidFill>
                    <a:srgbClr val="E6B31C"/>
                  </a:solidFill>
                  <a:latin typeface="CMU Serif"/>
                  <a:ea typeface="CMU Serif"/>
                  <a:cs typeface="CMU Serif"/>
                </a:rPr>
                <a:t>nner qubits</a:t>
              </a:r>
              <a:endParaRPr sz="2200" b="1">
                <a:solidFill>
                  <a:srgbClr val="E6B31C"/>
                </a:solidFill>
                <a:latin typeface="CMU Serif"/>
                <a:cs typeface="CMU Serif"/>
              </a:endParaRPr>
            </a:p>
          </p:txBody>
        </p:sp>
        <p:sp>
          <p:nvSpPr>
            <p:cNvPr id="892534093" name=""/>
            <p:cNvSpPr txBox="1"/>
            <p:nvPr/>
          </p:nvSpPr>
          <p:spPr bwMode="auto">
            <a:xfrm rot="5400000" flipH="0" flipV="0">
              <a:off x="2244835" y="1877466"/>
              <a:ext cx="377914" cy="640440"/>
            </a:xfrm>
            <a:prstGeom prst="rect">
              <a:avLst/>
            </a:prstGeom>
            <a:noFill/>
          </p:spPr>
          <p:txBody>
            <a:bodyPr vertOverflow="overflow" horzOverflow="overflow" vert="horz" wrap="square" lIns="91440" tIns="45720" rIns="91440" bIns="45720" numCol="1" spcCol="0" rtlCol="0" fromWordArt="0" anchor="t" anchorCtr="0" forceAA="0" upright="0" compatLnSpc="0">
              <a:spAutoFit/>
            </a:bodyPr>
            <a:p>
              <a:pPr>
                <a:defRPr/>
              </a:pPr>
              <a:r>
                <a:rPr lang="fr-FR" sz="3600" b="1" i="0" u="none" strike="noStrike" cap="none" spc="0">
                  <a:solidFill>
                    <a:schemeClr val="tx1"/>
                  </a:solidFill>
                  <a:latin typeface="Arial"/>
                  <a:ea typeface="Arial"/>
                  <a:cs typeface="Arial"/>
                </a:rPr>
                <a:t>…</a:t>
              </a:r>
              <a:endParaRPr sz="3600" b="1"/>
            </a:p>
          </p:txBody>
        </p:sp>
        <p:sp>
          <p:nvSpPr>
            <p:cNvPr id="1658718177" name=""/>
            <p:cNvSpPr txBox="1"/>
            <p:nvPr/>
          </p:nvSpPr>
          <p:spPr bwMode="auto">
            <a:xfrm rot="0" flipH="0" flipV="0">
              <a:off x="2143755" y="0"/>
              <a:ext cx="1648706" cy="762359"/>
            </a:xfrm>
            <a:prstGeom prst="rect">
              <a:avLst/>
            </a:prstGeom>
            <a:noFill/>
          </p:spPr>
          <p:txBody>
            <a:bodyPr vertOverflow="overflow" horzOverflow="overflow" vert="horz" wrap="square" lIns="91440" tIns="45720" rIns="91440" bIns="45720" numCol="1" spcCol="0" rtlCol="0" fromWordArt="0" anchor="t" anchorCtr="0" forceAA="0" upright="0" compatLnSpc="0">
              <a:spAutoFit/>
            </a:bodyPr>
            <a:p>
              <a:pPr algn="ctr">
                <a:defRPr/>
              </a:pPr>
              <a:r>
                <a:rPr lang="fr-FR" sz="2200" b="1" i="0">
                  <a:solidFill>
                    <a:srgbClr val="FF4C4C"/>
                  </a:solidFill>
                  <a:latin typeface="CMU Serif"/>
                  <a:ea typeface="CMU Serif"/>
                  <a:cs typeface="CMU Serif"/>
                </a:rPr>
                <a:t>Outer </a:t>
              </a:r>
              <a:r>
                <a:rPr lang="fr-FR" sz="2200" b="1">
                  <a:solidFill>
                    <a:srgbClr val="FF4C4C"/>
                  </a:solidFill>
                  <a:latin typeface="CMU Serif"/>
                  <a:ea typeface="CMU Serif"/>
                  <a:cs typeface="CMU Serif"/>
                </a:rPr>
                <a:t>qubits</a:t>
              </a:r>
              <a:endParaRPr sz="2200" b="1">
                <a:solidFill>
                  <a:srgbClr val="FFD34F"/>
                </a:solidFill>
                <a:latin typeface="CMU Serif"/>
                <a:cs typeface="CMU Serif"/>
              </a:endParaRPr>
            </a:p>
          </p:txBody>
        </p:sp>
        <p:sp>
          <p:nvSpPr>
            <p:cNvPr id="1970275595" name=""/>
            <p:cNvSpPr txBox="1"/>
            <p:nvPr/>
          </p:nvSpPr>
          <p:spPr bwMode="auto">
            <a:xfrm rot="0" flipH="0" flipV="0">
              <a:off x="0" y="1142431"/>
              <a:ext cx="1460174" cy="1097640"/>
            </a:xfrm>
            <a:prstGeom prst="rect">
              <a:avLst/>
            </a:prstGeom>
            <a:noFill/>
          </p:spPr>
          <p:txBody>
            <a:bodyPr vertOverflow="overflow" horzOverflow="overflow" vert="horz" wrap="square" lIns="91440" tIns="45720" rIns="91440" bIns="45720" numCol="1" spcCol="0" rtlCol="0" fromWordArt="0" anchor="t" anchorCtr="0" forceAA="0" upright="0" compatLnSpc="0">
              <a:spAutoFit/>
            </a:bodyPr>
            <a:p>
              <a:pPr algn="ctr">
                <a:defRPr/>
              </a:pPr>
              <a:r>
                <a:rPr lang="fr-FR" sz="2200" b="1" i="0">
                  <a:solidFill>
                    <a:srgbClr val="DB4CFF"/>
                  </a:solidFill>
                  <a:latin typeface="CMU Serif"/>
                  <a:ea typeface="CMU Serif"/>
                  <a:cs typeface="CMU Serif"/>
                </a:rPr>
                <a:t>Anchor/Emitter qubit</a:t>
              </a:r>
              <a:endParaRPr sz="2200" b="1" i="0">
                <a:solidFill>
                  <a:srgbClr val="DB4CFF"/>
                </a:solidFill>
                <a:latin typeface="CMU Serif"/>
                <a:cs typeface="CMU Serif"/>
              </a:endParaRPr>
            </a:p>
          </p:txBody>
        </p:sp>
      </p:grpSp>
      <p:grpSp>
        <p:nvGrpSpPr>
          <p:cNvPr id="2120623783" name=""/>
          <p:cNvGrpSpPr/>
          <p:nvPr/>
        </p:nvGrpSpPr>
        <p:grpSpPr bwMode="auto">
          <a:xfrm flipH="0" flipV="0">
            <a:off x="5951362" y="8493231"/>
            <a:ext cx="6072365" cy="2708724"/>
            <a:chOff x="0" y="0"/>
            <a:chExt cx="6072365" cy="2708724"/>
          </a:xfrm>
        </p:grpSpPr>
        <p:grpSp>
          <p:nvGrpSpPr>
            <p:cNvPr id="1056935196" name=""/>
            <p:cNvGrpSpPr/>
            <p:nvPr/>
          </p:nvGrpSpPr>
          <p:grpSpPr bwMode="auto">
            <a:xfrm flipH="0" flipV="0">
              <a:off x="0" y="0"/>
              <a:ext cx="6072365" cy="2708724"/>
              <a:chOff x="0" y="0"/>
              <a:chExt cx="6072365" cy="2708724"/>
            </a:xfrm>
          </p:grpSpPr>
          <p:cxnSp>
            <p:nvCxnSpPr>
              <p:cNvPr id="1323180733" name=""/>
              <p:cNvCxnSpPr/>
              <p:nvPr/>
            </p:nvCxnSpPr>
            <p:spPr bwMode="auto">
              <a:xfrm rot="0" flipH="0" flipV="1">
                <a:off x="2612105" y="1096810"/>
                <a:ext cx="848157" cy="0"/>
              </a:xfrm>
              <a:prstGeom prst="line">
                <a:avLst/>
              </a:prstGeom>
              <a:ln w="50800" cap="flat" cmpd="sng" algn="ctr">
                <a:solidFill>
                  <a:srgbClr val="FF9900"/>
                </a:solidFill>
                <a:prstDash val="solid"/>
                <a:miter lim="800000"/>
              </a:ln>
            </p:spPr>
            <p:style>
              <a:lnRef idx="1">
                <a:schemeClr val="accent1">
                  <a:shade val="50000"/>
                </a:schemeClr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grpSp>
            <p:nvGrpSpPr>
              <p:cNvPr id="614096295" name=""/>
              <p:cNvGrpSpPr/>
              <p:nvPr/>
            </p:nvGrpSpPr>
            <p:grpSpPr bwMode="auto">
              <a:xfrm flipH="0" flipV="0">
                <a:off x="0" y="0"/>
                <a:ext cx="2612101" cy="2193618"/>
                <a:chOff x="0" y="0"/>
                <a:chExt cx="2612101" cy="2193618"/>
              </a:xfrm>
            </p:grpSpPr>
            <p:cxnSp>
              <p:nvCxnSpPr>
                <p:cNvPr id="1118489048" name=""/>
                <p:cNvCxnSpPr/>
                <p:nvPr/>
              </p:nvCxnSpPr>
              <p:spPr bwMode="auto">
                <a:xfrm rot="10800000" flipH="0" flipV="0">
                  <a:off x="1601286" y="1096808"/>
                  <a:ext cx="529245" cy="0"/>
                </a:xfrm>
                <a:prstGeom prst="line">
                  <a:avLst/>
                </a:prstGeom>
                <a:ln w="38100" cap="flat" cmpd="sng" algn="ctr">
                  <a:solidFill>
                    <a:srgbClr val="000000"/>
                  </a:solidFill>
                  <a:prstDash val="solid"/>
                  <a:miter lim="800000"/>
                </a:ln>
              </p:spPr>
              <p:style>
                <a:lnRef idx="1">
                  <a:schemeClr val="accent1">
                    <a:shade val="50000"/>
                  </a:schemeClr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843338243" name=""/>
                <p:cNvCxnSpPr/>
                <p:nvPr/>
              </p:nvCxnSpPr>
              <p:spPr bwMode="auto">
                <a:xfrm rot="16199998" flipH="0" flipV="1">
                  <a:off x="1558289" y="283779"/>
                  <a:ext cx="685764" cy="599769"/>
                </a:xfrm>
                <a:prstGeom prst="line">
                  <a:avLst/>
                </a:prstGeom>
                <a:ln w="38100" cap="flat" cmpd="sng" algn="ctr">
                  <a:solidFill>
                    <a:srgbClr val="000000"/>
                  </a:solidFill>
                  <a:prstDash val="solid"/>
                  <a:miter lim="800000"/>
                </a:ln>
              </p:spPr>
              <p:style>
                <a:lnRef idx="1">
                  <a:schemeClr val="accent1">
                    <a:shade val="50000"/>
                  </a:schemeClr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523776895" name=""/>
                <p:cNvCxnSpPr/>
                <p:nvPr/>
              </p:nvCxnSpPr>
              <p:spPr bwMode="auto">
                <a:xfrm rot="5399997" flipH="0" flipV="0">
                  <a:off x="1558289" y="1310066"/>
                  <a:ext cx="685762" cy="599769"/>
                </a:xfrm>
                <a:prstGeom prst="line">
                  <a:avLst/>
                </a:prstGeom>
                <a:ln w="38100" cap="flat" cmpd="sng" algn="ctr">
                  <a:solidFill>
                    <a:srgbClr val="000000"/>
                  </a:solidFill>
                  <a:prstDash val="solid"/>
                  <a:miter lim="800000"/>
                </a:ln>
              </p:spPr>
              <p:style>
                <a:lnRef idx="1">
                  <a:schemeClr val="accent1">
                    <a:shade val="50000"/>
                  </a:schemeClr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sp>
              <p:nvSpPr>
                <p:cNvPr id="263729442" name=""/>
                <p:cNvSpPr/>
                <p:nvPr/>
              </p:nvSpPr>
              <p:spPr bwMode="auto">
                <a:xfrm rot="0" flipH="0" flipV="0">
                  <a:off x="2130534" y="856022"/>
                  <a:ext cx="481567" cy="481567"/>
                </a:xfrm>
                <a:prstGeom prst="ellipse">
                  <a:avLst/>
                </a:prstGeom>
                <a:solidFill>
                  <a:srgbClr val="E173FF"/>
                </a:solidFill>
                <a:ln w="38100" cap="flat" cmpd="sng" algn="ctr">
                  <a:solidFill>
                    <a:srgbClr val="000000"/>
                  </a:solidFill>
                  <a:prstDash val="solid"/>
                  <a:miter lim="800000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</p:sp>
            <p:cxnSp>
              <p:nvCxnSpPr>
                <p:cNvPr id="582987594" name=""/>
                <p:cNvCxnSpPr/>
                <p:nvPr/>
              </p:nvCxnSpPr>
              <p:spPr bwMode="auto">
                <a:xfrm rot="10800000" flipH="0" flipV="0">
                  <a:off x="481567" y="1952834"/>
                  <a:ext cx="638147" cy="0"/>
                </a:xfrm>
                <a:prstGeom prst="line">
                  <a:avLst/>
                </a:prstGeom>
                <a:ln w="38100" cap="flat" cmpd="sng" algn="ctr">
                  <a:solidFill>
                    <a:schemeClr val="tx1"/>
                  </a:solidFill>
                  <a:prstDash val="solid"/>
                  <a:miter lim="800000"/>
                </a:ln>
              </p:spPr>
              <p:style>
                <a:lnRef idx="1">
                  <a:schemeClr val="accent1">
                    <a:shade val="50000"/>
                  </a:schemeClr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632575735" name=""/>
                <p:cNvCxnSpPr/>
                <p:nvPr/>
              </p:nvCxnSpPr>
              <p:spPr bwMode="auto">
                <a:xfrm rot="10800000" flipH="0" flipV="1">
                  <a:off x="481567" y="1096808"/>
                  <a:ext cx="638148" cy="0"/>
                </a:xfrm>
                <a:prstGeom prst="line">
                  <a:avLst/>
                </a:prstGeom>
                <a:ln w="38100" cap="flat" cmpd="sng" algn="ctr">
                  <a:solidFill>
                    <a:schemeClr val="tx1"/>
                  </a:solidFill>
                  <a:prstDash val="solid"/>
                  <a:miter lim="800000"/>
                </a:ln>
              </p:spPr>
              <p:style>
                <a:lnRef idx="1">
                  <a:schemeClr val="accent1">
                    <a:shade val="50000"/>
                  </a:schemeClr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882834540" name=""/>
                <p:cNvCxnSpPr/>
                <p:nvPr/>
              </p:nvCxnSpPr>
              <p:spPr bwMode="auto">
                <a:xfrm rot="10800000" flipH="0" flipV="0">
                  <a:off x="481567" y="240783"/>
                  <a:ext cx="638147" cy="0"/>
                </a:xfrm>
                <a:prstGeom prst="line">
                  <a:avLst/>
                </a:prstGeom>
                <a:ln w="38100" cap="flat" cmpd="sng" algn="ctr">
                  <a:solidFill>
                    <a:schemeClr val="tx1"/>
                  </a:solidFill>
                  <a:prstDash val="solid"/>
                  <a:miter lim="800000"/>
                </a:ln>
              </p:spPr>
              <p:style>
                <a:lnRef idx="1">
                  <a:schemeClr val="accent1">
                    <a:shade val="50000"/>
                  </a:schemeClr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grpSp>
              <p:nvGrpSpPr>
                <p:cNvPr id="1794894324" name=""/>
                <p:cNvGrpSpPr/>
                <p:nvPr/>
              </p:nvGrpSpPr>
              <p:grpSpPr bwMode="auto">
                <a:xfrm flipH="0" flipV="0">
                  <a:off x="0" y="0"/>
                  <a:ext cx="481567" cy="2193618"/>
                  <a:chOff x="0" y="0"/>
                  <a:chExt cx="481567" cy="2193618"/>
                </a:xfrm>
              </p:grpSpPr>
              <p:sp>
                <p:nvSpPr>
                  <p:cNvPr id="1324760140" name=""/>
                  <p:cNvSpPr/>
                  <p:nvPr/>
                </p:nvSpPr>
                <p:spPr bwMode="auto">
                  <a:xfrm rot="0" flipH="0" flipV="0">
                    <a:off x="0" y="1712050"/>
                    <a:ext cx="481567" cy="481567"/>
                  </a:xfrm>
                  <a:prstGeom prst="ellipse">
                    <a:avLst/>
                  </a:prstGeom>
                  <a:solidFill>
                    <a:srgbClr val="FF4C4C"/>
                  </a:solidFill>
                  <a:ln w="38100" cap="flat" cmpd="sng" algn="ctr">
                    <a:solidFill>
                      <a:srgbClr val="000000"/>
                    </a:solidFill>
                    <a:prstDash val="solid"/>
                    <a:miter lim="800000"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</p:sp>
              <p:sp>
                <p:nvSpPr>
                  <p:cNvPr id="969357418" name=""/>
                  <p:cNvSpPr/>
                  <p:nvPr/>
                </p:nvSpPr>
                <p:spPr bwMode="auto">
                  <a:xfrm rot="0" flipH="0" flipV="0">
                    <a:off x="0" y="856022"/>
                    <a:ext cx="481567" cy="481567"/>
                  </a:xfrm>
                  <a:prstGeom prst="ellipse">
                    <a:avLst/>
                  </a:prstGeom>
                  <a:solidFill>
                    <a:srgbClr val="FF4C4C"/>
                  </a:solidFill>
                  <a:ln w="38100" cap="flat" cmpd="sng" algn="ctr">
                    <a:solidFill>
                      <a:srgbClr val="000000"/>
                    </a:solidFill>
                    <a:prstDash val="solid"/>
                    <a:miter lim="800000"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</p:sp>
              <p:sp>
                <p:nvSpPr>
                  <p:cNvPr id="1898523819" name=""/>
                  <p:cNvSpPr/>
                  <p:nvPr/>
                </p:nvSpPr>
                <p:spPr bwMode="auto">
                  <a:xfrm rot="0" flipH="0" flipV="0">
                    <a:off x="0" y="0"/>
                    <a:ext cx="481567" cy="481567"/>
                  </a:xfrm>
                  <a:prstGeom prst="ellipse">
                    <a:avLst/>
                  </a:prstGeom>
                  <a:solidFill>
                    <a:srgbClr val="FF4C4C"/>
                  </a:solidFill>
                  <a:ln w="38100" cap="flat" cmpd="sng" algn="ctr">
                    <a:solidFill>
                      <a:srgbClr val="000000"/>
                    </a:solidFill>
                    <a:prstDash val="solid"/>
                    <a:miter lim="800000"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</p:sp>
            </p:grpSp>
            <p:grpSp>
              <p:nvGrpSpPr>
                <p:cNvPr id="1192077165" name=""/>
                <p:cNvGrpSpPr/>
                <p:nvPr/>
              </p:nvGrpSpPr>
              <p:grpSpPr bwMode="auto">
                <a:xfrm flipH="0" flipV="0">
                  <a:off x="1119717" y="0"/>
                  <a:ext cx="481567" cy="2193618"/>
                  <a:chOff x="0" y="0"/>
                  <a:chExt cx="481567" cy="2193618"/>
                </a:xfrm>
              </p:grpSpPr>
              <p:sp>
                <p:nvSpPr>
                  <p:cNvPr id="997051818" name=""/>
                  <p:cNvSpPr/>
                  <p:nvPr/>
                </p:nvSpPr>
                <p:spPr bwMode="auto">
                  <a:xfrm rot="0" flipH="0" flipV="0">
                    <a:off x="0" y="1712050"/>
                    <a:ext cx="481567" cy="481567"/>
                  </a:xfrm>
                  <a:prstGeom prst="ellipse">
                    <a:avLst/>
                  </a:prstGeom>
                  <a:solidFill>
                    <a:srgbClr val="FFC926"/>
                  </a:solidFill>
                  <a:ln w="38100" cap="flat" cmpd="sng" algn="ctr">
                    <a:solidFill>
                      <a:schemeClr val="tx1"/>
                    </a:solidFill>
                    <a:prstDash val="sysDash"/>
                    <a:miter lim="800000"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</p:sp>
              <p:sp>
                <p:nvSpPr>
                  <p:cNvPr id="488802090" name=""/>
                  <p:cNvSpPr/>
                  <p:nvPr/>
                </p:nvSpPr>
                <p:spPr bwMode="auto">
                  <a:xfrm rot="0" flipH="0" flipV="0">
                    <a:off x="0" y="856022"/>
                    <a:ext cx="481567" cy="481567"/>
                  </a:xfrm>
                  <a:prstGeom prst="ellipse">
                    <a:avLst/>
                  </a:prstGeom>
                  <a:solidFill>
                    <a:srgbClr val="FFC926"/>
                  </a:solidFill>
                  <a:ln w="38100" cap="flat" cmpd="sng" algn="ctr">
                    <a:solidFill>
                      <a:schemeClr val="tx1"/>
                    </a:solidFill>
                    <a:prstDash val="sysDash"/>
                    <a:miter lim="800000"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</p:sp>
              <p:sp>
                <p:nvSpPr>
                  <p:cNvPr id="1869794945" name=""/>
                  <p:cNvSpPr/>
                  <p:nvPr/>
                </p:nvSpPr>
                <p:spPr bwMode="auto">
                  <a:xfrm rot="0" flipH="0" flipV="0">
                    <a:off x="0" y="0"/>
                    <a:ext cx="481567" cy="481567"/>
                  </a:xfrm>
                  <a:prstGeom prst="ellipse">
                    <a:avLst/>
                  </a:prstGeom>
                  <a:solidFill>
                    <a:srgbClr val="FFC926"/>
                  </a:solidFill>
                  <a:ln w="38100" cap="flat" cmpd="sng" algn="ctr">
                    <a:solidFill>
                      <a:schemeClr val="tx1"/>
                    </a:solidFill>
                    <a:prstDash val="sysDash"/>
                    <a:miter lim="800000"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</p:sp>
            </p:grpSp>
          </p:grpSp>
          <p:grpSp>
            <p:nvGrpSpPr>
              <p:cNvPr id="1095626641" name=""/>
              <p:cNvGrpSpPr/>
              <p:nvPr/>
            </p:nvGrpSpPr>
            <p:grpSpPr bwMode="auto">
              <a:xfrm rot="10800000" flipH="0" flipV="0">
                <a:off x="3460266" y="0"/>
                <a:ext cx="2612100" cy="2193618"/>
                <a:chOff x="0" y="0"/>
                <a:chExt cx="2612100" cy="2193618"/>
              </a:xfrm>
            </p:grpSpPr>
            <p:cxnSp>
              <p:nvCxnSpPr>
                <p:cNvPr id="605882173" name=""/>
                <p:cNvCxnSpPr/>
                <p:nvPr/>
              </p:nvCxnSpPr>
              <p:spPr bwMode="auto">
                <a:xfrm rot="10800000" flipH="0" flipV="0">
                  <a:off x="1601285" y="1096808"/>
                  <a:ext cx="529245" cy="0"/>
                </a:xfrm>
                <a:prstGeom prst="line">
                  <a:avLst/>
                </a:prstGeom>
                <a:ln w="38100" cap="flat" cmpd="sng" algn="ctr">
                  <a:solidFill>
                    <a:srgbClr val="000000"/>
                  </a:solidFill>
                  <a:prstDash val="solid"/>
                  <a:miter lim="800000"/>
                </a:ln>
              </p:spPr>
              <p:style>
                <a:lnRef idx="1">
                  <a:schemeClr val="accent1">
                    <a:shade val="50000"/>
                  </a:schemeClr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742909619" name=""/>
                <p:cNvCxnSpPr/>
                <p:nvPr/>
              </p:nvCxnSpPr>
              <p:spPr bwMode="auto">
                <a:xfrm rot="16199998" flipH="0" flipV="1">
                  <a:off x="1558288" y="283779"/>
                  <a:ext cx="685764" cy="599769"/>
                </a:xfrm>
                <a:prstGeom prst="line">
                  <a:avLst/>
                </a:prstGeom>
                <a:ln w="38100" cap="flat" cmpd="sng" algn="ctr">
                  <a:solidFill>
                    <a:srgbClr val="000000"/>
                  </a:solidFill>
                  <a:prstDash val="solid"/>
                  <a:miter lim="800000"/>
                </a:ln>
              </p:spPr>
              <p:style>
                <a:lnRef idx="1">
                  <a:schemeClr val="accent1">
                    <a:shade val="50000"/>
                  </a:schemeClr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055619067" name=""/>
                <p:cNvCxnSpPr/>
                <p:nvPr/>
              </p:nvCxnSpPr>
              <p:spPr bwMode="auto">
                <a:xfrm rot="5399997" flipH="0" flipV="0">
                  <a:off x="1558289" y="1310066"/>
                  <a:ext cx="685762" cy="599769"/>
                </a:xfrm>
                <a:prstGeom prst="line">
                  <a:avLst/>
                </a:prstGeom>
                <a:ln w="38100" cap="flat" cmpd="sng" algn="ctr">
                  <a:solidFill>
                    <a:srgbClr val="000000"/>
                  </a:solidFill>
                  <a:prstDash val="solid"/>
                  <a:miter lim="800000"/>
                </a:ln>
              </p:spPr>
              <p:style>
                <a:lnRef idx="1">
                  <a:schemeClr val="accent1">
                    <a:shade val="50000"/>
                  </a:schemeClr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sp>
              <p:nvSpPr>
                <p:cNvPr id="380215356" name=""/>
                <p:cNvSpPr/>
                <p:nvPr/>
              </p:nvSpPr>
              <p:spPr bwMode="auto">
                <a:xfrm rot="0" flipH="0" flipV="0">
                  <a:off x="2130532" y="856022"/>
                  <a:ext cx="481567" cy="481567"/>
                </a:xfrm>
                <a:prstGeom prst="ellipse">
                  <a:avLst/>
                </a:prstGeom>
                <a:solidFill>
                  <a:srgbClr val="E173FF"/>
                </a:solidFill>
                <a:ln w="38100" cap="flat" cmpd="sng" algn="ctr">
                  <a:solidFill>
                    <a:srgbClr val="000000"/>
                  </a:solidFill>
                  <a:prstDash val="solid"/>
                  <a:miter lim="800000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</p:sp>
            <p:cxnSp>
              <p:nvCxnSpPr>
                <p:cNvPr id="437142101" name=""/>
                <p:cNvCxnSpPr/>
                <p:nvPr/>
              </p:nvCxnSpPr>
              <p:spPr bwMode="auto">
                <a:xfrm rot="10800000" flipH="0" flipV="0">
                  <a:off x="481567" y="1952834"/>
                  <a:ext cx="638147" cy="0"/>
                </a:xfrm>
                <a:prstGeom prst="line">
                  <a:avLst/>
                </a:prstGeom>
                <a:ln w="38100" cap="flat" cmpd="sng" algn="ctr">
                  <a:solidFill>
                    <a:schemeClr val="tx1"/>
                  </a:solidFill>
                  <a:prstDash val="solid"/>
                  <a:miter lim="800000"/>
                </a:ln>
              </p:spPr>
              <p:style>
                <a:lnRef idx="1">
                  <a:schemeClr val="accent1">
                    <a:shade val="50000"/>
                  </a:schemeClr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198123963" name=""/>
                <p:cNvCxnSpPr/>
                <p:nvPr/>
              </p:nvCxnSpPr>
              <p:spPr bwMode="auto">
                <a:xfrm rot="10800000" flipH="0" flipV="1">
                  <a:off x="481567" y="1096807"/>
                  <a:ext cx="638148" cy="0"/>
                </a:xfrm>
                <a:prstGeom prst="line">
                  <a:avLst/>
                </a:prstGeom>
                <a:ln w="38100" cap="flat" cmpd="sng" algn="ctr">
                  <a:solidFill>
                    <a:schemeClr val="tx1"/>
                  </a:solidFill>
                  <a:prstDash val="solid"/>
                  <a:miter lim="800000"/>
                </a:ln>
              </p:spPr>
              <p:style>
                <a:lnRef idx="1">
                  <a:schemeClr val="accent1">
                    <a:shade val="50000"/>
                  </a:schemeClr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860990770" name=""/>
                <p:cNvCxnSpPr/>
                <p:nvPr/>
              </p:nvCxnSpPr>
              <p:spPr bwMode="auto">
                <a:xfrm rot="10800000" flipH="0" flipV="0">
                  <a:off x="481567" y="240783"/>
                  <a:ext cx="638147" cy="0"/>
                </a:xfrm>
                <a:prstGeom prst="line">
                  <a:avLst/>
                </a:prstGeom>
                <a:ln w="38100" cap="flat" cmpd="sng" algn="ctr">
                  <a:solidFill>
                    <a:schemeClr val="tx1"/>
                  </a:solidFill>
                  <a:prstDash val="solid"/>
                  <a:miter lim="800000"/>
                </a:ln>
              </p:spPr>
              <p:style>
                <a:lnRef idx="1">
                  <a:schemeClr val="accent1">
                    <a:shade val="50000"/>
                  </a:schemeClr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grpSp>
              <p:nvGrpSpPr>
                <p:cNvPr id="209687008" name=""/>
                <p:cNvGrpSpPr/>
                <p:nvPr/>
              </p:nvGrpSpPr>
              <p:grpSpPr bwMode="auto">
                <a:xfrm flipH="0" flipV="0">
                  <a:off x="0" y="0"/>
                  <a:ext cx="481567" cy="2193618"/>
                  <a:chOff x="0" y="0"/>
                  <a:chExt cx="481567" cy="2193618"/>
                </a:xfrm>
              </p:grpSpPr>
              <p:sp>
                <p:nvSpPr>
                  <p:cNvPr id="647116012" name=""/>
                  <p:cNvSpPr/>
                  <p:nvPr/>
                </p:nvSpPr>
                <p:spPr bwMode="auto">
                  <a:xfrm rot="0" flipH="0" flipV="0">
                    <a:off x="0" y="1712050"/>
                    <a:ext cx="481567" cy="481567"/>
                  </a:xfrm>
                  <a:prstGeom prst="ellipse">
                    <a:avLst/>
                  </a:prstGeom>
                  <a:solidFill>
                    <a:srgbClr val="FF4C4C"/>
                  </a:solidFill>
                  <a:ln w="38100" cap="flat" cmpd="sng" algn="ctr">
                    <a:solidFill>
                      <a:srgbClr val="000000"/>
                    </a:solidFill>
                    <a:prstDash val="solid"/>
                    <a:miter lim="800000"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</p:sp>
              <p:sp>
                <p:nvSpPr>
                  <p:cNvPr id="718414672" name=""/>
                  <p:cNvSpPr/>
                  <p:nvPr/>
                </p:nvSpPr>
                <p:spPr bwMode="auto">
                  <a:xfrm rot="0" flipH="0" flipV="0">
                    <a:off x="0" y="856022"/>
                    <a:ext cx="481567" cy="481567"/>
                  </a:xfrm>
                  <a:prstGeom prst="ellipse">
                    <a:avLst/>
                  </a:prstGeom>
                  <a:solidFill>
                    <a:srgbClr val="FF4C4C"/>
                  </a:solidFill>
                  <a:ln w="38100" cap="flat" cmpd="sng" algn="ctr">
                    <a:solidFill>
                      <a:srgbClr val="000000"/>
                    </a:solidFill>
                    <a:prstDash val="solid"/>
                    <a:miter lim="800000"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</p:sp>
              <p:sp>
                <p:nvSpPr>
                  <p:cNvPr id="190045265" name=""/>
                  <p:cNvSpPr/>
                  <p:nvPr/>
                </p:nvSpPr>
                <p:spPr bwMode="auto">
                  <a:xfrm rot="0" flipH="0" flipV="0">
                    <a:off x="0" y="0"/>
                    <a:ext cx="481567" cy="481567"/>
                  </a:xfrm>
                  <a:prstGeom prst="ellipse">
                    <a:avLst/>
                  </a:prstGeom>
                  <a:solidFill>
                    <a:srgbClr val="FF4C4C"/>
                  </a:solidFill>
                  <a:ln w="38100" cap="flat" cmpd="sng" algn="ctr">
                    <a:solidFill>
                      <a:srgbClr val="000000"/>
                    </a:solidFill>
                    <a:prstDash val="solid"/>
                    <a:miter lim="800000"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</p:sp>
            </p:grpSp>
            <p:grpSp>
              <p:nvGrpSpPr>
                <p:cNvPr id="1935766140" name=""/>
                <p:cNvGrpSpPr/>
                <p:nvPr/>
              </p:nvGrpSpPr>
              <p:grpSpPr bwMode="auto">
                <a:xfrm flipH="0" flipV="0">
                  <a:off x="1119717" y="0"/>
                  <a:ext cx="481567" cy="2193618"/>
                  <a:chOff x="0" y="0"/>
                  <a:chExt cx="481567" cy="2193618"/>
                </a:xfrm>
              </p:grpSpPr>
              <p:sp>
                <p:nvSpPr>
                  <p:cNvPr id="106895409" name=""/>
                  <p:cNvSpPr/>
                  <p:nvPr/>
                </p:nvSpPr>
                <p:spPr bwMode="auto">
                  <a:xfrm rot="0" flipH="0" flipV="0">
                    <a:off x="0" y="1712050"/>
                    <a:ext cx="481567" cy="481567"/>
                  </a:xfrm>
                  <a:prstGeom prst="ellipse">
                    <a:avLst/>
                  </a:prstGeom>
                  <a:solidFill>
                    <a:srgbClr val="FFC926"/>
                  </a:solidFill>
                  <a:ln w="38100" cap="flat" cmpd="sng" algn="ctr">
                    <a:solidFill>
                      <a:schemeClr val="tx1"/>
                    </a:solidFill>
                    <a:prstDash val="sysDash"/>
                    <a:miter lim="800000"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</p:sp>
              <p:sp>
                <p:nvSpPr>
                  <p:cNvPr id="176299670" name=""/>
                  <p:cNvSpPr/>
                  <p:nvPr/>
                </p:nvSpPr>
                <p:spPr bwMode="auto">
                  <a:xfrm rot="0" flipH="0" flipV="0">
                    <a:off x="0" y="856022"/>
                    <a:ext cx="481567" cy="481567"/>
                  </a:xfrm>
                  <a:prstGeom prst="ellipse">
                    <a:avLst/>
                  </a:prstGeom>
                  <a:solidFill>
                    <a:srgbClr val="FFC926"/>
                  </a:solidFill>
                  <a:ln w="38100" cap="flat" cmpd="sng" algn="ctr">
                    <a:solidFill>
                      <a:schemeClr val="tx1"/>
                    </a:solidFill>
                    <a:prstDash val="sysDash"/>
                    <a:miter lim="800000"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</p:sp>
              <p:sp>
                <p:nvSpPr>
                  <p:cNvPr id="1720944706" name=""/>
                  <p:cNvSpPr/>
                  <p:nvPr/>
                </p:nvSpPr>
                <p:spPr bwMode="auto">
                  <a:xfrm rot="0" flipH="0" flipV="0">
                    <a:off x="0" y="0"/>
                    <a:ext cx="481567" cy="481567"/>
                  </a:xfrm>
                  <a:prstGeom prst="ellipse">
                    <a:avLst/>
                  </a:prstGeom>
                  <a:solidFill>
                    <a:srgbClr val="FFC926"/>
                  </a:solidFill>
                  <a:ln w="38100" cap="flat" cmpd="sng" algn="ctr">
                    <a:solidFill>
                      <a:schemeClr val="tx1"/>
                    </a:solidFill>
                    <a:prstDash val="sysDash"/>
                    <a:miter lim="800000"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</p:sp>
            </p:grpSp>
          </p:grpSp>
          <p:sp>
            <p:nvSpPr>
              <p:cNvPr id="651805615" name=""/>
              <p:cNvSpPr txBox="1"/>
              <p:nvPr/>
            </p:nvSpPr>
            <p:spPr bwMode="auto">
              <a:xfrm rot="0" flipH="0" flipV="0">
                <a:off x="2783017" y="682198"/>
                <a:ext cx="520776" cy="945239"/>
              </a:xfrm>
              <a:prstGeom prst="rect">
                <a:avLst/>
              </a:prstGeom>
              <a:noFill/>
            </p:spPr>
            <p:txBody>
              <a:bodyPr vertOverflow="overflow" horzOverflow="overflow" vert="horz" wrap="square" lIns="91440" tIns="45720" rIns="91440" bIns="45720" numCol="1" spcCol="0" rtlCol="0" fromWordArt="0" anchor="t" anchorCtr="0" forceAA="0" upright="0" compatLnSpc="0">
                <a:spAutoFit/>
              </a:bodyPr>
              <a:p>
                <a:pPr>
                  <a:defRPr/>
                </a:pPr>
                <a:r>
                  <a:rPr lang="fr-FR" sz="2800" b="1" i="1">
                    <a:solidFill>
                      <a:srgbClr val="FF9900"/>
                    </a:solidFill>
                    <a:latin typeface="CMU Serif"/>
                    <a:ea typeface="CMU Serif"/>
                    <a:cs typeface="CMU Serif"/>
                  </a:rPr>
                  <a:t>CZ</a:t>
                </a:r>
                <a:endParaRPr sz="2800" b="1" i="1">
                  <a:solidFill>
                    <a:srgbClr val="FF9900"/>
                  </a:solidFill>
                  <a:latin typeface="CMU Serif"/>
                  <a:cs typeface="CMU Serif"/>
                </a:endParaRPr>
              </a:p>
            </p:txBody>
          </p:sp>
          <p:sp>
            <p:nvSpPr>
              <p:cNvPr id="555065521" name=""/>
              <p:cNvSpPr txBox="1"/>
              <p:nvPr/>
            </p:nvSpPr>
            <p:spPr bwMode="auto">
              <a:xfrm rot="0" flipH="0" flipV="0">
                <a:off x="2539244" y="1275804"/>
                <a:ext cx="995403" cy="1432919"/>
              </a:xfrm>
              <a:prstGeom prst="rect">
                <a:avLst/>
              </a:prstGeom>
              <a:noFill/>
            </p:spPr>
            <p:txBody>
              <a:bodyPr vertOverflow="overflow" horzOverflow="overflow" vert="horz" wrap="square" lIns="91440" tIns="45720" rIns="91440" bIns="45720" numCol="1" spcCol="0" rtlCol="0" fromWordArt="0" anchor="t" anchorCtr="0" forceAA="0" upright="0" compatLnSpc="0">
                <a:spAutoFit/>
              </a:bodyPr>
              <a:p>
                <a:pPr algn="ctr">
                  <a:defRPr/>
                </a:pPr>
                <a:r>
                  <a:rPr lang="fr-FR" sz="2200" b="1" i="0">
                    <a:solidFill>
                      <a:srgbClr val="DB4CFF"/>
                    </a:solidFill>
                    <a:latin typeface="CMU Serif"/>
                    <a:ea typeface="CMU Serif"/>
                    <a:cs typeface="CMU Serif"/>
                  </a:rPr>
                  <a:t>Anchor qubit</a:t>
                </a:r>
                <a:r>
                  <a:rPr lang="fr-FR" sz="2200" b="1" i="0">
                    <a:solidFill>
                      <a:srgbClr val="DB4CFF"/>
                    </a:solidFill>
                    <a:latin typeface="CMU Serif"/>
                    <a:cs typeface="CMU Serif"/>
                  </a:rPr>
                  <a:t>s</a:t>
                </a:r>
                <a:endParaRPr sz="2200" b="1" i="0">
                  <a:solidFill>
                    <a:srgbClr val="DB4CFF"/>
                  </a:solidFill>
                  <a:latin typeface="CMU Serif"/>
                  <a:cs typeface="CMU Serif"/>
                </a:endParaRPr>
              </a:p>
            </p:txBody>
          </p:sp>
        </p:grpSp>
        <p:sp>
          <p:nvSpPr>
            <p:cNvPr id="126693126" name=""/>
            <p:cNvSpPr txBox="1"/>
            <p:nvPr/>
          </p:nvSpPr>
          <p:spPr bwMode="auto">
            <a:xfrm rot="0" flipH="0" flipV="0">
              <a:off x="2786359" y="77712"/>
              <a:ext cx="523851" cy="518519"/>
            </a:xfrm>
            <a:prstGeom prst="rect">
              <a:avLst/>
            </a:prstGeom>
            <a:noFill/>
          </p:spPr>
          <p:txBody>
            <a:bodyPr vertOverflow="overflow" horzOverflow="overflow" vert="horz" wrap="square" lIns="91440" tIns="45720" rIns="91440" bIns="45720" numCol="1" spcCol="0" rtlCol="0" fromWordArt="0" anchor="t" anchorCtr="0" forceAA="0" upright="0" compatLnSpc="0">
              <a:spAutoFit/>
            </a:bodyPr>
            <a:p>
              <a:pPr>
                <a:defRPr/>
              </a:pPr>
              <mc:AlternateContent xmlns:mc="http://schemas.openxmlformats.org/markup-compatibility/2006" xmlns:m="http://schemas.openxmlformats.org/officeDocument/2006/math">
                <mc:Choice xmlns:a14="http://schemas.microsoft.com/office/drawing/2010/main" Requires="a14">
                  <a14:m>
                    <m:oMathPara>
                      <m:oMathParaPr/>
                      <m:oMath>
                        <m:sSub>
                          <m:sSubPr>
                            <m:ctrlPr>
                              <a:rPr lang="en-US" sz="2800" b="1" i="1" u="none" strike="noStrike" cap="none" spc="0">
                                <a:solidFill>
                                  <a:schemeClr val="tx1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</m:ctrlPr>
                          </m:sSubPr>
                          <m:e>
                            <m:r>
                              <m:rPr>
                                <m:sty m:val="bi"/>
                              </m:rPr>
                              <a:rPr lang="en-US" sz="2800" u="none" strike="noStrike" cap="none" spc="0">
                                <a:solidFill>
                                  <a:schemeClr val="tx1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M</m:t>
                            </m:r>
                          </m:e>
                          <m:sub>
                            <m:r>
                              <m:rPr>
                                <m:sty m:val="bi"/>
                              </m:rPr>
                              <a:rPr lang="en-US" sz="2800" u="none" strike="noStrike" cap="none" spc="0">
                                <a:solidFill>
                                  <a:schemeClr val="tx1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X</m:t>
                            </m:r>
                          </m:sub>
                        </m:sSub>
                      </m:oMath>
                    </m:oMathPara>
                  </a14:m>
                </mc:Choice>
                <mc:Fallback/>
              </mc:AlternateContent>
              <a:endParaRPr sz="2800" b="1" i="1">
                <a:solidFill>
                  <a:schemeClr val="tx1"/>
                </a:solidFill>
                <a:latin typeface="C059"/>
                <a:cs typeface="C059"/>
              </a:endParaRPr>
            </a:p>
          </p:txBody>
        </p:sp>
        <p:cxnSp>
          <p:nvCxnSpPr>
            <p:cNvPr id="342032979" name=""/>
            <p:cNvCxnSpPr/>
            <p:nvPr/>
          </p:nvCxnSpPr>
          <p:spPr bwMode="auto">
            <a:xfrm rot="10800000" flipH="0" flipV="1">
              <a:off x="2536035" y="424388"/>
              <a:ext cx="338060" cy="388144"/>
            </a:xfrm>
            <a:prstGeom prst="line">
              <a:avLst/>
            </a:prstGeom>
            <a:ln w="28575" cap="flat" cmpd="sng" algn="ctr">
              <a:solidFill>
                <a:schemeClr val="tx1"/>
              </a:solidFill>
              <a:prstDash val="solid"/>
              <a:miter lim="800000"/>
              <a:tailEnd type="arrow" len="med"/>
            </a:ln>
          </p:spPr>
          <p:style>
            <a:lnRef idx="1">
              <a:schemeClr val="accent1">
                <a:shade val="50000"/>
              </a:schemeClr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31108843" name=""/>
            <p:cNvCxnSpPr/>
            <p:nvPr/>
          </p:nvCxnSpPr>
          <p:spPr bwMode="auto">
            <a:xfrm rot="10800000" flipH="1" flipV="1">
              <a:off x="3199638" y="399345"/>
              <a:ext cx="338060" cy="388144"/>
            </a:xfrm>
            <a:prstGeom prst="line">
              <a:avLst/>
            </a:prstGeom>
            <a:ln w="28575" cap="flat" cmpd="sng" algn="ctr">
              <a:solidFill>
                <a:schemeClr val="tx1"/>
              </a:solidFill>
              <a:prstDash val="solid"/>
              <a:miter lim="800000"/>
              <a:tailEnd type="arrow" len="med"/>
            </a:ln>
          </p:spPr>
          <p:style>
            <a:lnRef idx="1">
              <a:schemeClr val="accent1">
                <a:shade val="50000"/>
              </a:schemeClr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334371240" name=""/>
            <p:cNvSpPr txBox="1"/>
            <p:nvPr/>
          </p:nvSpPr>
          <p:spPr bwMode="auto">
            <a:xfrm rot="5400000" flipH="0" flipV="0">
              <a:off x="651230" y="1241615"/>
              <a:ext cx="439842" cy="640440"/>
            </a:xfrm>
            <a:prstGeom prst="rect">
              <a:avLst/>
            </a:prstGeom>
            <a:noFill/>
          </p:spPr>
          <p:txBody>
            <a:bodyPr vertOverflow="overflow" horzOverflow="overflow" vert="horz" wrap="square" lIns="91440" tIns="45720" rIns="91440" bIns="45720" numCol="1" spcCol="0" rtlCol="0" fromWordArt="0" anchor="t" anchorCtr="0" forceAA="0" upright="0" compatLnSpc="0">
              <a:spAutoFit/>
            </a:bodyPr>
            <a:p>
              <a:pPr>
                <a:defRPr/>
              </a:pPr>
              <a:r>
                <a:rPr lang="fr-FR" sz="3600" b="1" i="0" u="none" strike="noStrike" cap="none" spc="0">
                  <a:solidFill>
                    <a:schemeClr val="tx1"/>
                  </a:solidFill>
                  <a:latin typeface="Arial"/>
                  <a:ea typeface="Arial"/>
                  <a:cs typeface="Arial"/>
                </a:rPr>
                <a:t>…</a:t>
              </a:r>
              <a:endParaRPr sz="3600" b="1"/>
            </a:p>
          </p:txBody>
        </p:sp>
        <p:sp>
          <p:nvSpPr>
            <p:cNvPr id="660798720" name=""/>
            <p:cNvSpPr txBox="1"/>
            <p:nvPr/>
          </p:nvSpPr>
          <p:spPr bwMode="auto">
            <a:xfrm rot="5400000" flipH="0" flipV="0">
              <a:off x="5197488" y="1241733"/>
              <a:ext cx="440078" cy="640440"/>
            </a:xfrm>
            <a:prstGeom prst="rect">
              <a:avLst/>
            </a:prstGeom>
            <a:noFill/>
          </p:spPr>
          <p:txBody>
            <a:bodyPr vertOverflow="overflow" horzOverflow="overflow" vert="horz" wrap="square" lIns="91440" tIns="45720" rIns="91440" bIns="45720" numCol="1" spcCol="0" rtlCol="0" fromWordArt="0" anchor="t" anchorCtr="0" forceAA="0" upright="0" compatLnSpc="0">
              <a:spAutoFit/>
            </a:bodyPr>
            <a:p>
              <a:pPr>
                <a:defRPr/>
              </a:pPr>
              <a:r>
                <a:rPr lang="fr-FR" sz="3600" b="1" i="0" u="none" strike="noStrike" cap="none" spc="0">
                  <a:solidFill>
                    <a:schemeClr val="tx1"/>
                  </a:solidFill>
                  <a:latin typeface="Arial"/>
                  <a:ea typeface="Arial"/>
                  <a:cs typeface="Arial"/>
                </a:rPr>
                <a:t>…</a:t>
              </a:r>
              <a:endParaRPr sz="3600" b="1"/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theme/_rels/theme1.xml.rels><?xml version="1.0" encoding="UTF-8" standalone="yes"?><Relationships xmlns="http://schemas.openxmlformats.org/package/2006/relationships"></Relationships>
</file>

<file path=ppt/theme/_rels/theme2.xml.rels><?xml version="1.0" encoding="UTF-8" standalone="yes"?><Relationships xmlns="http://schemas.openxmlformats.org/package/2006/relationships"></Relationships>
</file>

<file path=ppt/theme/theme1.xml><?xml version="1.0" encoding="utf-8"?>
<a:theme xmlns:a="http://schemas.openxmlformats.org/drawingml/2006/main" xmlns:r="http://schemas.openxmlformats.org/officeDocument/2006/relationships" xmlns:p="http://schemas.openxmlformats.org/presentationml/2006/main" name="Office Theme">
  <a:themeElements>
    <a:clrScheme name="New 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Arial"/>
        <a:ea typeface="Arial"/>
        <a:cs typeface="Arial"/>
      </a:majorFont>
      <a:minorFont>
        <a:latin typeface="Arial"/>
        <a:ea typeface="Arial"/>
        <a:cs typeface="Arial"/>
      </a:minorFont>
    </a:fontScheme>
    <a:fmtScheme name="Office Theme">
      <a:fillStyleLst>
        <a:solidFill>
          <a:schemeClr val="phClr"/>
        </a:solidFill>
        <a:gradFill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</a:theme>
</file>

<file path=ppt/theme/theme2.xml><?xml version="1.0" encoding="utf-8"?>
<a:theme xmlns:a="http://schemas.openxmlformats.org/drawingml/2006/main" xmlns:r="http://schemas.openxmlformats.org/officeDocument/2006/relationships" xmlns:p="http://schemas.openxmlformats.org/presentation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Arial">
      <a:majorFont>
        <a:latin typeface="Arial"/>
        <a:ea typeface="Arial"/>
        <a:cs typeface="Arial"/>
      </a:majorFont>
      <a:minorFont>
        <a:latin typeface="Arial"/>
        <a:ea typeface="Arial"/>
        <a:cs typeface="Arial"/>
      </a:minorFont>
    </a:fontScheme>
    <a:fmtScheme name="Office">
      <a:fillStyleLst>
        <a:solidFill>
          <a:schemeClr val="phClr"/>
        </a:solidFill>
        <a:gradFill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0</TotalTime>
  <Words>0</Words>
  <Application>ONLYOFFICE/9.4.0.129</Application>
  <PresentationFormat>On-screen Show (4:3)</PresentationFormat>
  <Paragraphs>0</Paragraphs>
  <Slides>5</Slides>
  <Notes>5</Notes>
  <HiddenSlides>0</HiddenSlides>
  <MMClips>2</MMClips>
  <ScaleCrop>0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6" baseType="lpstr">
      <vt:lpstr>Theme 1</vt:lpstr>
      <vt:lpstr>Slide 1</vt:lpstr>
      <vt:lpstr>Slide 2</vt:lpstr>
      <vt:lpstr>Slide 3</vt:lpstr>
      <vt:lpstr>Slide 4</vt:lpstr>
      <vt:lpstr>Slide 5</vt:lpstr>
    </vt:vector>
  </TitlesOfParts>
  <LinksUpToDate>0</LinksUpToDate>
  <SharedDoc>0</SharedDoc>
  <HyperlinksChanged>0</HyperlinksChanged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/>
  <cp:revision>10</cp:revision>
  <dcterms:modified xsi:type="dcterms:W3CDTF">2026-09-23T03:37:32Z</dcterms:modified>
</cp:coreProperties>
</file>